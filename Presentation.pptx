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28"/>
  </p:notesMasterIdLst>
  <p:sldIdLst>
    <p:sldId id="256" r:id="rId2"/>
    <p:sldId id="258" r:id="rId3"/>
    <p:sldId id="316" r:id="rId4"/>
    <p:sldId id="259" r:id="rId5"/>
    <p:sldId id="260" r:id="rId6"/>
    <p:sldId id="261" r:id="rId7"/>
    <p:sldId id="297" r:id="rId8"/>
    <p:sldId id="298" r:id="rId9"/>
    <p:sldId id="317" r:id="rId10"/>
    <p:sldId id="310" r:id="rId11"/>
    <p:sldId id="318" r:id="rId12"/>
    <p:sldId id="319" r:id="rId13"/>
    <p:sldId id="320" r:id="rId14"/>
    <p:sldId id="299" r:id="rId15"/>
    <p:sldId id="321" r:id="rId16"/>
    <p:sldId id="322" r:id="rId17"/>
    <p:sldId id="309" r:id="rId18"/>
    <p:sldId id="323" r:id="rId19"/>
    <p:sldId id="324" r:id="rId20"/>
    <p:sldId id="302" r:id="rId21"/>
    <p:sldId id="325" r:id="rId22"/>
    <p:sldId id="326" r:id="rId23"/>
    <p:sldId id="327" r:id="rId24"/>
    <p:sldId id="328" r:id="rId25"/>
    <p:sldId id="306" r:id="rId26"/>
    <p:sldId id="301" r:id="rId27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F50AE1-0DFD-48BE-B2BC-211ED4FA13E2}" v="1" dt="2025-10-23T10:01:01.700"/>
    <p1510:client id="{D77EB56F-1EAB-EFA1-0E65-0B87C68FE309}" v="29" dt="2025-10-23T12:06:51.847"/>
  </p1510:revLst>
</p1510:revInfo>
</file>

<file path=ppt/tableStyles.xml><?xml version="1.0" encoding="utf-8"?>
<a:tblStyleLst xmlns:a="http://schemas.openxmlformats.org/drawingml/2006/main" def="{6F1185EF-6DB3-49C3-BBA6-561740B64414}">
  <a:tblStyle styleId="{6F1185EF-6DB3-49C3-BBA6-561740B6441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8E2479C-7B99-487A-9C53-EF877531E84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18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87fa921f8d_0_1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87fa921f8d_0_1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>
          <a:extLst>
            <a:ext uri="{FF2B5EF4-FFF2-40B4-BE49-F238E27FC236}">
              <a16:creationId xmlns:a16="http://schemas.microsoft.com/office/drawing/2014/main" id="{3FEF0ED9-44A0-A398-BEF9-129EC3ADB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>
            <a:extLst>
              <a:ext uri="{FF2B5EF4-FFF2-40B4-BE49-F238E27FC236}">
                <a16:creationId xmlns:a16="http://schemas.microsoft.com/office/drawing/2014/main" id="{C36EB9B0-B449-AAEC-CC7C-74ACAA093F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>
            <a:extLst>
              <a:ext uri="{FF2B5EF4-FFF2-40B4-BE49-F238E27FC236}">
                <a16:creationId xmlns:a16="http://schemas.microsoft.com/office/drawing/2014/main" id="{11283825-A12C-3F1F-4BB3-2954B6DDAF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8514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>
          <a:extLst>
            <a:ext uri="{FF2B5EF4-FFF2-40B4-BE49-F238E27FC236}">
              <a16:creationId xmlns:a16="http://schemas.microsoft.com/office/drawing/2014/main" id="{CDFAB890-6459-0605-629F-7D36EF3D0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>
            <a:extLst>
              <a:ext uri="{FF2B5EF4-FFF2-40B4-BE49-F238E27FC236}">
                <a16:creationId xmlns:a16="http://schemas.microsoft.com/office/drawing/2014/main" id="{39324FA1-E20B-8085-D89D-EA6F8E0B59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>
            <a:extLst>
              <a:ext uri="{FF2B5EF4-FFF2-40B4-BE49-F238E27FC236}">
                <a16:creationId xmlns:a16="http://schemas.microsoft.com/office/drawing/2014/main" id="{85BE973E-F2CA-8E31-D63B-B062289189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6170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3440AB73-1918-B437-2952-A5A2ADCE7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CB7B7FEE-D87C-703E-A489-4AFC48151D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21EFE807-76AD-FA6E-2B39-A480D0FE6F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91819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>
          <a:extLst>
            <a:ext uri="{FF2B5EF4-FFF2-40B4-BE49-F238E27FC236}">
              <a16:creationId xmlns:a16="http://schemas.microsoft.com/office/drawing/2014/main" id="{2D89188E-DB90-AA9B-CE96-665F68BA3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>
            <a:extLst>
              <a:ext uri="{FF2B5EF4-FFF2-40B4-BE49-F238E27FC236}">
                <a16:creationId xmlns:a16="http://schemas.microsoft.com/office/drawing/2014/main" id="{F1A29AEE-1796-86BB-75A2-F251A7B6C8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>
            <a:extLst>
              <a:ext uri="{FF2B5EF4-FFF2-40B4-BE49-F238E27FC236}">
                <a16:creationId xmlns:a16="http://schemas.microsoft.com/office/drawing/2014/main" id="{90715039-B425-2248-A601-C4B167B4D8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9721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265F908B-B7F6-16FF-5FC5-713C9209F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0AF6E0AF-9784-03B8-7863-F4A4D4E4EC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89EB9782-8682-0D90-4958-20AD6EC30F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15754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A14B7D74-4358-B9B7-2EBF-F667A05F1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1594D5F2-A5F8-EDE2-87DD-BEACBCBAD1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922A7818-5872-7A50-A9DC-B170767758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03601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6A5DE5D6-CEA8-6E1C-4DC6-869B7CC6D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E77112D7-5B85-EFC8-6C29-A0E4805D0B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693B2049-C64E-45C3-FE4C-57607E994C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64520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>
          <a:extLst>
            <a:ext uri="{FF2B5EF4-FFF2-40B4-BE49-F238E27FC236}">
              <a16:creationId xmlns:a16="http://schemas.microsoft.com/office/drawing/2014/main" id="{7F9F99F4-A67D-D99F-B7E0-4E08163A0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>
            <a:extLst>
              <a:ext uri="{FF2B5EF4-FFF2-40B4-BE49-F238E27FC236}">
                <a16:creationId xmlns:a16="http://schemas.microsoft.com/office/drawing/2014/main" id="{DFAFF0A3-1EA3-F9E1-F966-106529D360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>
            <a:extLst>
              <a:ext uri="{FF2B5EF4-FFF2-40B4-BE49-F238E27FC236}">
                <a16:creationId xmlns:a16="http://schemas.microsoft.com/office/drawing/2014/main" id="{03B707B8-CBFB-E1A6-AB71-3BC309F68B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1200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2A09EF01-78EA-AE34-0EC4-96FC81992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A403CABF-A34A-0D8E-50BC-D72E9B47B7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D4129664-B413-724B-1335-F907DED7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22379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7707A4DF-B59E-A348-BFAC-CF229D16D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2958E80B-39E9-D736-5DFC-AAB7834FD1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D998609B-4990-2798-7419-1D0D21B0C0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01095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>
          <a:extLst>
            <a:ext uri="{FF2B5EF4-FFF2-40B4-BE49-F238E27FC236}">
              <a16:creationId xmlns:a16="http://schemas.microsoft.com/office/drawing/2014/main" id="{D4607385-90AE-FDB0-63BC-F519F8771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>
            <a:extLst>
              <a:ext uri="{FF2B5EF4-FFF2-40B4-BE49-F238E27FC236}">
                <a16:creationId xmlns:a16="http://schemas.microsoft.com/office/drawing/2014/main" id="{9009B7BB-F7B9-3755-C2D9-46D51D71E1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>
            <a:extLst>
              <a:ext uri="{FF2B5EF4-FFF2-40B4-BE49-F238E27FC236}">
                <a16:creationId xmlns:a16="http://schemas.microsoft.com/office/drawing/2014/main" id="{1AAF8C60-122B-4551-88E5-D99A6C1C10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70869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145F02EF-CCB4-DBB6-64C1-65F7535AE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B0C69A11-5244-0ADF-34CA-E502670144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56ED1BC6-61C1-3356-028C-11EC793C1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29576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51AC2B70-C283-4DDC-0CEE-C193AB4E4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D455AE6F-1542-20C7-BEA3-8A0F4A52AD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04D089D3-4657-6A9C-44ED-9685D58E5B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5842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>
          <a:extLst>
            <a:ext uri="{FF2B5EF4-FFF2-40B4-BE49-F238E27FC236}">
              <a16:creationId xmlns:a16="http://schemas.microsoft.com/office/drawing/2014/main" id="{7A57D94F-DE9F-7F0A-A929-2C65F96F8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>
            <a:extLst>
              <a:ext uri="{FF2B5EF4-FFF2-40B4-BE49-F238E27FC236}">
                <a16:creationId xmlns:a16="http://schemas.microsoft.com/office/drawing/2014/main" id="{9A38B83F-40EC-01E5-172A-7C6E1C9AD7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>
            <a:extLst>
              <a:ext uri="{FF2B5EF4-FFF2-40B4-BE49-F238E27FC236}">
                <a16:creationId xmlns:a16="http://schemas.microsoft.com/office/drawing/2014/main" id="{36224E53-6AF7-C2AB-7D30-A5C374C75B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66927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>
          <a:extLst>
            <a:ext uri="{FF2B5EF4-FFF2-40B4-BE49-F238E27FC236}">
              <a16:creationId xmlns:a16="http://schemas.microsoft.com/office/drawing/2014/main" id="{48C92B55-9134-52E2-C741-DC75C102D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184d99d1a72_0_15:notes">
            <a:extLst>
              <a:ext uri="{FF2B5EF4-FFF2-40B4-BE49-F238E27FC236}">
                <a16:creationId xmlns:a16="http://schemas.microsoft.com/office/drawing/2014/main" id="{78987BF4-C3C2-59F5-880D-01002771DE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184d99d1a72_0_15:notes">
            <a:extLst>
              <a:ext uri="{FF2B5EF4-FFF2-40B4-BE49-F238E27FC236}">
                <a16:creationId xmlns:a16="http://schemas.microsoft.com/office/drawing/2014/main" id="{785385BE-2AF4-FEDD-FA12-49C2D7E8A8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76648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>
          <a:extLst>
            <a:ext uri="{FF2B5EF4-FFF2-40B4-BE49-F238E27FC236}">
              <a16:creationId xmlns:a16="http://schemas.microsoft.com/office/drawing/2014/main" id="{00CF4AA5-6724-12B0-C8EA-CA4286C22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184d99d1a72_0_15:notes">
            <a:extLst>
              <a:ext uri="{FF2B5EF4-FFF2-40B4-BE49-F238E27FC236}">
                <a16:creationId xmlns:a16="http://schemas.microsoft.com/office/drawing/2014/main" id="{73BFE758-927E-94E4-3B28-9B16E95AFE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184d99d1a72_0_15:notes">
            <a:extLst>
              <a:ext uri="{FF2B5EF4-FFF2-40B4-BE49-F238E27FC236}">
                <a16:creationId xmlns:a16="http://schemas.microsoft.com/office/drawing/2014/main" id="{7D1F2544-0740-6559-3E33-BFE4C575B3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15225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>
          <a:extLst>
            <a:ext uri="{FF2B5EF4-FFF2-40B4-BE49-F238E27FC236}">
              <a16:creationId xmlns:a16="http://schemas.microsoft.com/office/drawing/2014/main" id="{1346720E-3685-4F69-908A-F39D45D32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184d99d1a72_0_15:notes">
            <a:extLst>
              <a:ext uri="{FF2B5EF4-FFF2-40B4-BE49-F238E27FC236}">
                <a16:creationId xmlns:a16="http://schemas.microsoft.com/office/drawing/2014/main" id="{D64E917C-213C-2BAD-FF4A-57E6F8DD3A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184d99d1a72_0_15:notes">
            <a:extLst>
              <a:ext uri="{FF2B5EF4-FFF2-40B4-BE49-F238E27FC236}">
                <a16:creationId xmlns:a16="http://schemas.microsoft.com/office/drawing/2014/main" id="{92ADA8D7-7E8A-5754-DD5A-8074FECC2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58995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>
          <a:extLst>
            <a:ext uri="{FF2B5EF4-FFF2-40B4-BE49-F238E27FC236}">
              <a16:creationId xmlns:a16="http://schemas.microsoft.com/office/drawing/2014/main" id="{40D80117-3E56-55CC-F57D-26A822A4B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184d99d1a72_0_15:notes">
            <a:extLst>
              <a:ext uri="{FF2B5EF4-FFF2-40B4-BE49-F238E27FC236}">
                <a16:creationId xmlns:a16="http://schemas.microsoft.com/office/drawing/2014/main" id="{8A9BD2B1-0852-657B-86D2-3F9F14D318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184d99d1a72_0_15:notes">
            <a:extLst>
              <a:ext uri="{FF2B5EF4-FFF2-40B4-BE49-F238E27FC236}">
                <a16:creationId xmlns:a16="http://schemas.microsoft.com/office/drawing/2014/main" id="{A540CD68-5FC4-7602-1D23-2C10EC423A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7510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>
          <a:extLst>
            <a:ext uri="{FF2B5EF4-FFF2-40B4-BE49-F238E27FC236}">
              <a16:creationId xmlns:a16="http://schemas.microsoft.com/office/drawing/2014/main" id="{17AE5835-3EC9-4A50-E85F-70D8A11B1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>
            <a:extLst>
              <a:ext uri="{FF2B5EF4-FFF2-40B4-BE49-F238E27FC236}">
                <a16:creationId xmlns:a16="http://schemas.microsoft.com/office/drawing/2014/main" id="{6F564B67-4117-ADAE-2FDA-2DA3C91B50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>
            <a:extLst>
              <a:ext uri="{FF2B5EF4-FFF2-40B4-BE49-F238E27FC236}">
                <a16:creationId xmlns:a16="http://schemas.microsoft.com/office/drawing/2014/main" id="{378D49C1-EEBD-A85E-B219-323F3FCEBF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06818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>
          <a:extLst>
            <a:ext uri="{FF2B5EF4-FFF2-40B4-BE49-F238E27FC236}">
              <a16:creationId xmlns:a16="http://schemas.microsoft.com/office/drawing/2014/main" id="{93943BBD-45EE-C697-E6A8-D62F7CA87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184d99d1a72_0_15:notes">
            <a:extLst>
              <a:ext uri="{FF2B5EF4-FFF2-40B4-BE49-F238E27FC236}">
                <a16:creationId xmlns:a16="http://schemas.microsoft.com/office/drawing/2014/main" id="{6311BDA7-C1F8-604B-6775-365540B2AA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184d99d1a72_0_15:notes">
            <a:extLst>
              <a:ext uri="{FF2B5EF4-FFF2-40B4-BE49-F238E27FC236}">
                <a16:creationId xmlns:a16="http://schemas.microsoft.com/office/drawing/2014/main" id="{CE6204DE-4B49-0055-ABB7-0A34246CAF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4006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4" name="Google Shape;14;p2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5" name="Google Shape;15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713225" y="1252927"/>
            <a:ext cx="4370100" cy="21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713225" y="3414773"/>
            <a:ext cx="4370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130550" y="26234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3" name="Google Shape;23;p3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4" name="Google Shape;24;p3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5" name="Google Shape;25;p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" name="Google Shape;26;p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7" name="Google Shape;27;p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8" name="Google Shape;28;p3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9" name="Google Shape;29;p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1" name="Google Shape;31;p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3672296" y="2477450"/>
            <a:ext cx="27420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2"/>
          </p:nvPr>
        </p:nvSpPr>
        <p:spPr>
          <a:xfrm>
            <a:off x="720000" y="2477450"/>
            <a:ext cx="27420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3"/>
          </p:nvPr>
        </p:nvSpPr>
        <p:spPr>
          <a:xfrm>
            <a:off x="720000" y="1827600"/>
            <a:ext cx="2742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4"/>
          </p:nvPr>
        </p:nvSpPr>
        <p:spPr>
          <a:xfrm>
            <a:off x="3672293" y="1827600"/>
            <a:ext cx="2742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49" name="Google Shape;49;p5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50" name="Google Shape;50;p5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" name="Google Shape;51;p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" name="Google Shape;52;p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3" name="Google Shape;53;p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54" name="Google Shape;54;p5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5" name="Google Shape;55;p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" name="Google Shape;56;p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7" name="Google Shape;57;p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58" name="Google Shape;58;p5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>
            <a:spLocks noGrp="1"/>
          </p:cNvSpPr>
          <p:nvPr>
            <p:ph type="subTitle" idx="1"/>
          </p:nvPr>
        </p:nvSpPr>
        <p:spPr>
          <a:xfrm>
            <a:off x="713225" y="1900863"/>
            <a:ext cx="4306500" cy="19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title"/>
          </p:nvPr>
        </p:nvSpPr>
        <p:spPr>
          <a:xfrm>
            <a:off x="713225" y="1259938"/>
            <a:ext cx="4306500" cy="64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>
            <a:spLocks noGrp="1"/>
          </p:cNvSpPr>
          <p:nvPr>
            <p:ph type="pic" idx="2"/>
          </p:nvPr>
        </p:nvSpPr>
        <p:spPr>
          <a:xfrm>
            <a:off x="5019725" y="965076"/>
            <a:ext cx="2203500" cy="32133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4" name="Google Shape;74;p7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75" name="Google Shape;75;p7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76" name="Google Shape;76;p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" name="Google Shape;77;p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78" name="Google Shape;78;p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79" name="Google Shape;79;p7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80" name="Google Shape;80;p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" name="Google Shape;81;p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82" name="Google Shape;82;p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86" name="Google Shape;86;p8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87" name="Google Shape;87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" name="Google Shape;88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89" name="Google Shape;89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90" name="Google Shape;90;p8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91" name="Google Shape;91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" name="Google Shape;92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93" name="Google Shape;93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135550" y="1222639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135550" y="3339439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97" name="Google Shape;97;p9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98" name="Google Shape;98;p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99" name="Google Shape;99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01" name="Google Shape;101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02" name="Google Shape;102;p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03" name="Google Shape;103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05" name="Google Shape;105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>
            <a:spLocks noGrp="1"/>
          </p:cNvSpPr>
          <p:nvPr>
            <p:ph type="title" hasCustomPrompt="1"/>
          </p:nvPr>
        </p:nvSpPr>
        <p:spPr>
          <a:xfrm>
            <a:off x="720000" y="1404675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3066688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3" hasCustomPrompt="1"/>
          </p:nvPr>
        </p:nvSpPr>
        <p:spPr>
          <a:xfrm>
            <a:off x="2709178" y="1404675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4" hasCustomPrompt="1"/>
          </p:nvPr>
        </p:nvSpPr>
        <p:spPr>
          <a:xfrm>
            <a:off x="2709178" y="3066688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5" hasCustomPrompt="1"/>
          </p:nvPr>
        </p:nvSpPr>
        <p:spPr>
          <a:xfrm>
            <a:off x="4698355" y="1404675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6" hasCustomPrompt="1"/>
          </p:nvPr>
        </p:nvSpPr>
        <p:spPr>
          <a:xfrm>
            <a:off x="4698355" y="3066688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720000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7"/>
          </p:nvPr>
        </p:nvSpPr>
        <p:spPr>
          <a:xfrm>
            <a:off x="2709178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8"/>
          </p:nvPr>
        </p:nvSpPr>
        <p:spPr>
          <a:xfrm>
            <a:off x="4698355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9"/>
          </p:nvPr>
        </p:nvSpPr>
        <p:spPr>
          <a:xfrm>
            <a:off x="720000" y="351424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13"/>
          </p:nvPr>
        </p:nvSpPr>
        <p:spPr>
          <a:xfrm>
            <a:off x="2709178" y="351424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4"/>
          </p:nvPr>
        </p:nvSpPr>
        <p:spPr>
          <a:xfrm>
            <a:off x="4698355" y="351424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35" name="Google Shape;135;p13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36" name="Google Shape;136;p13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37" name="Google Shape;137;p1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" name="Google Shape;138;p1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39" name="Google Shape;139;p1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40" name="Google Shape;140;p13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41" name="Google Shape;141;p1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" name="Google Shape;142;p1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3" name="Google Shape;143;p1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44" name="Google Shape;144;p13"/>
          <p:cNvSpPr txBox="1">
            <a:spLocks noGrp="1"/>
          </p:cNvSpPr>
          <p:nvPr>
            <p:ph type="title" idx="15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>
            <a:spLocks noGrp="1"/>
          </p:cNvSpPr>
          <p:nvPr>
            <p:ph type="subTitle" idx="1"/>
          </p:nvPr>
        </p:nvSpPr>
        <p:spPr>
          <a:xfrm>
            <a:off x="901850" y="2503625"/>
            <a:ext cx="21966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subTitle" idx="2"/>
          </p:nvPr>
        </p:nvSpPr>
        <p:spPr>
          <a:xfrm>
            <a:off x="3473632" y="2503625"/>
            <a:ext cx="21966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subTitle" idx="3"/>
          </p:nvPr>
        </p:nvSpPr>
        <p:spPr>
          <a:xfrm>
            <a:off x="6045421" y="2503625"/>
            <a:ext cx="21966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subTitle" idx="4"/>
          </p:nvPr>
        </p:nvSpPr>
        <p:spPr>
          <a:xfrm>
            <a:off x="901850" y="1609225"/>
            <a:ext cx="2196600" cy="8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subTitle" idx="5"/>
          </p:nvPr>
        </p:nvSpPr>
        <p:spPr>
          <a:xfrm>
            <a:off x="3473636" y="1609225"/>
            <a:ext cx="2196600" cy="8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subTitle" idx="6"/>
          </p:nvPr>
        </p:nvSpPr>
        <p:spPr>
          <a:xfrm>
            <a:off x="6045421" y="1609225"/>
            <a:ext cx="2196600" cy="8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65" name="Google Shape;165;p15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66" name="Google Shape;166;p1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" name="Google Shape;167;p1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68" name="Google Shape;168;p1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69" name="Google Shape;169;p15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70" name="Google Shape;170;p1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1" name="Google Shape;171;p1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2" name="Google Shape;172;p1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73" name="Google Shape;173;p15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9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31" name="Google Shape;231;p1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32" name="Google Shape;232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34" name="Google Shape;234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35" name="Google Shape;235;p1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36" name="Google Shape;236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7" name="Google Shape;237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38" name="Google Shape;238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39" name="Google Shape;239;p19"/>
          <p:cNvGrpSpPr/>
          <p:nvPr/>
        </p:nvGrpSpPr>
        <p:grpSpPr>
          <a:xfrm>
            <a:off x="518845" y="755087"/>
            <a:ext cx="3381109" cy="3633336"/>
            <a:chOff x="1742895" y="795775"/>
            <a:chExt cx="3381109" cy="3633336"/>
          </a:xfrm>
        </p:grpSpPr>
        <p:sp>
          <p:nvSpPr>
            <p:cNvPr id="240" name="Google Shape;240;p19"/>
            <p:cNvSpPr/>
            <p:nvPr/>
          </p:nvSpPr>
          <p:spPr>
            <a:xfrm>
              <a:off x="1913656" y="3200832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1910411" y="3196997"/>
              <a:ext cx="46022" cy="46081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2" name="Google Shape;242;p19"/>
            <p:cNvGrpSpPr/>
            <p:nvPr/>
          </p:nvGrpSpPr>
          <p:grpSpPr>
            <a:xfrm>
              <a:off x="1742895" y="947116"/>
              <a:ext cx="1986215" cy="3269968"/>
              <a:chOff x="6934075" y="1778325"/>
              <a:chExt cx="689275" cy="1134775"/>
            </a:xfrm>
          </p:grpSpPr>
          <p:sp>
            <p:nvSpPr>
              <p:cNvPr id="243" name="Google Shape;243;p19"/>
              <p:cNvSpPr/>
              <p:nvPr/>
            </p:nvSpPr>
            <p:spPr>
              <a:xfrm>
                <a:off x="7486500" y="2665625"/>
                <a:ext cx="136850" cy="66125"/>
              </a:xfrm>
              <a:custGeom>
                <a:avLst/>
                <a:gdLst/>
                <a:ahLst/>
                <a:cxnLst/>
                <a:rect l="l" t="t" r="r" b="b"/>
                <a:pathLst>
                  <a:path w="5474" h="2645" extrusionOk="0">
                    <a:moveTo>
                      <a:pt x="5418" y="1"/>
                    </a:moveTo>
                    <a:cubicBezTo>
                      <a:pt x="5390" y="1"/>
                      <a:pt x="5363" y="28"/>
                      <a:pt x="5363" y="56"/>
                    </a:cubicBezTo>
                    <a:lnTo>
                      <a:pt x="5363" y="520"/>
                    </a:lnTo>
                    <a:cubicBezTo>
                      <a:pt x="5363" y="557"/>
                      <a:pt x="5390" y="576"/>
                      <a:pt x="5418" y="576"/>
                    </a:cubicBezTo>
                    <a:cubicBezTo>
                      <a:pt x="5446" y="576"/>
                      <a:pt x="5474" y="557"/>
                      <a:pt x="5474" y="520"/>
                    </a:cubicBezTo>
                    <a:lnTo>
                      <a:pt x="5474" y="56"/>
                    </a:lnTo>
                    <a:cubicBezTo>
                      <a:pt x="5474" y="28"/>
                      <a:pt x="5455" y="1"/>
                      <a:pt x="5418" y="1"/>
                    </a:cubicBezTo>
                    <a:close/>
                    <a:moveTo>
                      <a:pt x="5418" y="928"/>
                    </a:moveTo>
                    <a:cubicBezTo>
                      <a:pt x="5390" y="928"/>
                      <a:pt x="5363" y="956"/>
                      <a:pt x="5363" y="984"/>
                    </a:cubicBezTo>
                    <a:lnTo>
                      <a:pt x="5363" y="1448"/>
                    </a:lnTo>
                    <a:cubicBezTo>
                      <a:pt x="5363" y="1485"/>
                      <a:pt x="5390" y="1503"/>
                      <a:pt x="5418" y="1503"/>
                    </a:cubicBezTo>
                    <a:cubicBezTo>
                      <a:pt x="5446" y="1503"/>
                      <a:pt x="5474" y="1485"/>
                      <a:pt x="5474" y="1448"/>
                    </a:cubicBezTo>
                    <a:lnTo>
                      <a:pt x="5474" y="984"/>
                    </a:lnTo>
                    <a:cubicBezTo>
                      <a:pt x="5474" y="956"/>
                      <a:pt x="5455" y="928"/>
                      <a:pt x="5418" y="928"/>
                    </a:cubicBezTo>
                    <a:close/>
                    <a:moveTo>
                      <a:pt x="5418" y="1856"/>
                    </a:moveTo>
                    <a:cubicBezTo>
                      <a:pt x="5390" y="1856"/>
                      <a:pt x="5363" y="1884"/>
                      <a:pt x="5363" y="1912"/>
                    </a:cubicBezTo>
                    <a:lnTo>
                      <a:pt x="5363" y="2375"/>
                    </a:lnTo>
                    <a:cubicBezTo>
                      <a:pt x="5363" y="2413"/>
                      <a:pt x="5390" y="2431"/>
                      <a:pt x="5418" y="2431"/>
                    </a:cubicBezTo>
                    <a:cubicBezTo>
                      <a:pt x="5446" y="2431"/>
                      <a:pt x="5474" y="2413"/>
                      <a:pt x="5474" y="2375"/>
                    </a:cubicBezTo>
                    <a:lnTo>
                      <a:pt x="5474" y="1912"/>
                    </a:lnTo>
                    <a:cubicBezTo>
                      <a:pt x="5474" y="1884"/>
                      <a:pt x="5455" y="1856"/>
                      <a:pt x="5418" y="1856"/>
                    </a:cubicBezTo>
                    <a:close/>
                    <a:moveTo>
                      <a:pt x="56" y="2524"/>
                    </a:moveTo>
                    <a:cubicBezTo>
                      <a:pt x="28" y="2524"/>
                      <a:pt x="1" y="2552"/>
                      <a:pt x="1" y="2589"/>
                    </a:cubicBezTo>
                    <a:cubicBezTo>
                      <a:pt x="1" y="2617"/>
                      <a:pt x="28" y="2644"/>
                      <a:pt x="56" y="2644"/>
                    </a:cubicBezTo>
                    <a:lnTo>
                      <a:pt x="520" y="2644"/>
                    </a:lnTo>
                    <a:cubicBezTo>
                      <a:pt x="557" y="2644"/>
                      <a:pt x="585" y="2617"/>
                      <a:pt x="585" y="2589"/>
                    </a:cubicBezTo>
                    <a:cubicBezTo>
                      <a:pt x="585" y="2552"/>
                      <a:pt x="557" y="2524"/>
                      <a:pt x="520" y="2524"/>
                    </a:cubicBezTo>
                    <a:close/>
                    <a:moveTo>
                      <a:pt x="984" y="2524"/>
                    </a:moveTo>
                    <a:cubicBezTo>
                      <a:pt x="956" y="2524"/>
                      <a:pt x="928" y="2552"/>
                      <a:pt x="928" y="2589"/>
                    </a:cubicBezTo>
                    <a:cubicBezTo>
                      <a:pt x="928" y="2617"/>
                      <a:pt x="956" y="2644"/>
                      <a:pt x="984" y="2644"/>
                    </a:cubicBezTo>
                    <a:lnTo>
                      <a:pt x="1448" y="2644"/>
                    </a:lnTo>
                    <a:cubicBezTo>
                      <a:pt x="1485" y="2644"/>
                      <a:pt x="1513" y="2617"/>
                      <a:pt x="1513" y="2589"/>
                    </a:cubicBezTo>
                    <a:cubicBezTo>
                      <a:pt x="1513" y="2552"/>
                      <a:pt x="1485" y="2524"/>
                      <a:pt x="1448" y="2524"/>
                    </a:cubicBezTo>
                    <a:close/>
                    <a:moveTo>
                      <a:pt x="1912" y="2524"/>
                    </a:moveTo>
                    <a:cubicBezTo>
                      <a:pt x="1884" y="2524"/>
                      <a:pt x="1856" y="2552"/>
                      <a:pt x="1856" y="2589"/>
                    </a:cubicBezTo>
                    <a:cubicBezTo>
                      <a:pt x="1856" y="2617"/>
                      <a:pt x="1884" y="2644"/>
                      <a:pt x="1912" y="2644"/>
                    </a:cubicBezTo>
                    <a:lnTo>
                      <a:pt x="2375" y="2644"/>
                    </a:lnTo>
                    <a:cubicBezTo>
                      <a:pt x="2413" y="2644"/>
                      <a:pt x="2440" y="2617"/>
                      <a:pt x="2440" y="2589"/>
                    </a:cubicBezTo>
                    <a:cubicBezTo>
                      <a:pt x="2440" y="2552"/>
                      <a:pt x="2413" y="2524"/>
                      <a:pt x="2375" y="2524"/>
                    </a:cubicBezTo>
                    <a:close/>
                    <a:moveTo>
                      <a:pt x="2839" y="2524"/>
                    </a:moveTo>
                    <a:cubicBezTo>
                      <a:pt x="2812" y="2524"/>
                      <a:pt x="2784" y="2552"/>
                      <a:pt x="2784" y="2589"/>
                    </a:cubicBezTo>
                    <a:cubicBezTo>
                      <a:pt x="2784" y="2617"/>
                      <a:pt x="2812" y="2644"/>
                      <a:pt x="2839" y="2644"/>
                    </a:cubicBezTo>
                    <a:lnTo>
                      <a:pt x="3303" y="2644"/>
                    </a:lnTo>
                    <a:cubicBezTo>
                      <a:pt x="3340" y="2644"/>
                      <a:pt x="3368" y="2617"/>
                      <a:pt x="3368" y="2589"/>
                    </a:cubicBezTo>
                    <a:cubicBezTo>
                      <a:pt x="3368" y="2552"/>
                      <a:pt x="3340" y="2524"/>
                      <a:pt x="3303" y="2524"/>
                    </a:cubicBezTo>
                    <a:close/>
                    <a:moveTo>
                      <a:pt x="3767" y="2524"/>
                    </a:moveTo>
                    <a:cubicBezTo>
                      <a:pt x="3739" y="2524"/>
                      <a:pt x="3711" y="2552"/>
                      <a:pt x="3711" y="2589"/>
                    </a:cubicBezTo>
                    <a:cubicBezTo>
                      <a:pt x="3711" y="2617"/>
                      <a:pt x="3739" y="2644"/>
                      <a:pt x="3767" y="2644"/>
                    </a:cubicBezTo>
                    <a:lnTo>
                      <a:pt x="4231" y="2644"/>
                    </a:lnTo>
                    <a:cubicBezTo>
                      <a:pt x="4268" y="2644"/>
                      <a:pt x="4296" y="2617"/>
                      <a:pt x="4296" y="2589"/>
                    </a:cubicBezTo>
                    <a:cubicBezTo>
                      <a:pt x="4296" y="2552"/>
                      <a:pt x="4268" y="2524"/>
                      <a:pt x="4231" y="2524"/>
                    </a:cubicBezTo>
                    <a:close/>
                    <a:moveTo>
                      <a:pt x="4695" y="2524"/>
                    </a:moveTo>
                    <a:cubicBezTo>
                      <a:pt x="4667" y="2524"/>
                      <a:pt x="4639" y="2552"/>
                      <a:pt x="4639" y="2589"/>
                    </a:cubicBezTo>
                    <a:cubicBezTo>
                      <a:pt x="4639" y="2617"/>
                      <a:pt x="4667" y="2644"/>
                      <a:pt x="4695" y="2644"/>
                    </a:cubicBezTo>
                    <a:lnTo>
                      <a:pt x="5159" y="2644"/>
                    </a:lnTo>
                    <a:cubicBezTo>
                      <a:pt x="5196" y="2644"/>
                      <a:pt x="5223" y="2617"/>
                      <a:pt x="5223" y="2589"/>
                    </a:cubicBezTo>
                    <a:cubicBezTo>
                      <a:pt x="5223" y="2552"/>
                      <a:pt x="5196" y="2524"/>
                      <a:pt x="5159" y="2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9"/>
              <p:cNvSpPr/>
              <p:nvPr/>
            </p:nvSpPr>
            <p:spPr>
              <a:xfrm>
                <a:off x="7313500" y="2548975"/>
                <a:ext cx="85375" cy="41525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661" extrusionOk="0">
                    <a:moveTo>
                      <a:pt x="3358" y="0"/>
                    </a:moveTo>
                    <a:cubicBezTo>
                      <a:pt x="3321" y="0"/>
                      <a:pt x="3293" y="28"/>
                      <a:pt x="3293" y="65"/>
                    </a:cubicBezTo>
                    <a:lnTo>
                      <a:pt x="3293" y="260"/>
                    </a:lnTo>
                    <a:cubicBezTo>
                      <a:pt x="3293" y="297"/>
                      <a:pt x="3321" y="316"/>
                      <a:pt x="3358" y="316"/>
                    </a:cubicBezTo>
                    <a:cubicBezTo>
                      <a:pt x="3386" y="316"/>
                      <a:pt x="3414" y="297"/>
                      <a:pt x="3414" y="260"/>
                    </a:cubicBezTo>
                    <a:lnTo>
                      <a:pt x="3414" y="65"/>
                    </a:lnTo>
                    <a:cubicBezTo>
                      <a:pt x="3414" y="28"/>
                      <a:pt x="3386" y="0"/>
                      <a:pt x="3358" y="0"/>
                    </a:cubicBezTo>
                    <a:close/>
                    <a:moveTo>
                      <a:pt x="56" y="613"/>
                    </a:moveTo>
                    <a:cubicBezTo>
                      <a:pt x="28" y="613"/>
                      <a:pt x="0" y="641"/>
                      <a:pt x="0" y="668"/>
                    </a:cubicBezTo>
                    <a:lnTo>
                      <a:pt x="0" y="678"/>
                    </a:lnTo>
                    <a:cubicBezTo>
                      <a:pt x="0" y="706"/>
                      <a:pt x="28" y="733"/>
                      <a:pt x="56" y="733"/>
                    </a:cubicBezTo>
                    <a:lnTo>
                      <a:pt x="520" y="733"/>
                    </a:lnTo>
                    <a:cubicBezTo>
                      <a:pt x="548" y="733"/>
                      <a:pt x="575" y="706"/>
                      <a:pt x="575" y="668"/>
                    </a:cubicBezTo>
                    <a:cubicBezTo>
                      <a:pt x="575" y="641"/>
                      <a:pt x="548" y="613"/>
                      <a:pt x="520" y="613"/>
                    </a:cubicBezTo>
                    <a:close/>
                    <a:moveTo>
                      <a:pt x="984" y="613"/>
                    </a:moveTo>
                    <a:cubicBezTo>
                      <a:pt x="946" y="613"/>
                      <a:pt x="928" y="641"/>
                      <a:pt x="928" y="668"/>
                    </a:cubicBezTo>
                    <a:cubicBezTo>
                      <a:pt x="928" y="706"/>
                      <a:pt x="946" y="733"/>
                      <a:pt x="984" y="733"/>
                    </a:cubicBezTo>
                    <a:lnTo>
                      <a:pt x="1447" y="733"/>
                    </a:lnTo>
                    <a:cubicBezTo>
                      <a:pt x="1475" y="733"/>
                      <a:pt x="1503" y="706"/>
                      <a:pt x="1503" y="668"/>
                    </a:cubicBezTo>
                    <a:cubicBezTo>
                      <a:pt x="1503" y="641"/>
                      <a:pt x="1475" y="613"/>
                      <a:pt x="1447" y="613"/>
                    </a:cubicBezTo>
                    <a:close/>
                    <a:moveTo>
                      <a:pt x="1911" y="613"/>
                    </a:moveTo>
                    <a:cubicBezTo>
                      <a:pt x="1874" y="613"/>
                      <a:pt x="1856" y="641"/>
                      <a:pt x="1856" y="668"/>
                    </a:cubicBezTo>
                    <a:cubicBezTo>
                      <a:pt x="1856" y="706"/>
                      <a:pt x="1874" y="733"/>
                      <a:pt x="1911" y="733"/>
                    </a:cubicBezTo>
                    <a:lnTo>
                      <a:pt x="2375" y="733"/>
                    </a:lnTo>
                    <a:cubicBezTo>
                      <a:pt x="2403" y="733"/>
                      <a:pt x="2431" y="706"/>
                      <a:pt x="2431" y="668"/>
                    </a:cubicBezTo>
                    <a:cubicBezTo>
                      <a:pt x="2431" y="641"/>
                      <a:pt x="2403" y="613"/>
                      <a:pt x="2375" y="613"/>
                    </a:cubicBezTo>
                    <a:close/>
                    <a:moveTo>
                      <a:pt x="2839" y="613"/>
                    </a:moveTo>
                    <a:cubicBezTo>
                      <a:pt x="2802" y="613"/>
                      <a:pt x="2783" y="641"/>
                      <a:pt x="2783" y="668"/>
                    </a:cubicBezTo>
                    <a:cubicBezTo>
                      <a:pt x="2783" y="706"/>
                      <a:pt x="2802" y="733"/>
                      <a:pt x="2839" y="733"/>
                    </a:cubicBezTo>
                    <a:lnTo>
                      <a:pt x="3303" y="733"/>
                    </a:lnTo>
                    <a:cubicBezTo>
                      <a:pt x="3331" y="733"/>
                      <a:pt x="3358" y="706"/>
                      <a:pt x="3358" y="668"/>
                    </a:cubicBezTo>
                    <a:cubicBezTo>
                      <a:pt x="3358" y="641"/>
                      <a:pt x="3331" y="613"/>
                      <a:pt x="3303" y="613"/>
                    </a:cubicBezTo>
                    <a:close/>
                    <a:moveTo>
                      <a:pt x="56" y="1086"/>
                    </a:moveTo>
                    <a:cubicBezTo>
                      <a:pt x="28" y="1086"/>
                      <a:pt x="0" y="1104"/>
                      <a:pt x="0" y="1142"/>
                    </a:cubicBezTo>
                    <a:lnTo>
                      <a:pt x="0" y="1605"/>
                    </a:lnTo>
                    <a:cubicBezTo>
                      <a:pt x="0" y="1633"/>
                      <a:pt x="28" y="1661"/>
                      <a:pt x="56" y="1661"/>
                    </a:cubicBezTo>
                    <a:cubicBezTo>
                      <a:pt x="93" y="1661"/>
                      <a:pt x="121" y="1633"/>
                      <a:pt x="121" y="1605"/>
                    </a:cubicBezTo>
                    <a:lnTo>
                      <a:pt x="121" y="1142"/>
                    </a:lnTo>
                    <a:cubicBezTo>
                      <a:pt x="121" y="1104"/>
                      <a:pt x="93" y="1086"/>
                      <a:pt x="56" y="10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9"/>
              <p:cNvSpPr/>
              <p:nvPr/>
            </p:nvSpPr>
            <p:spPr>
              <a:xfrm>
                <a:off x="7252725" y="2143825"/>
                <a:ext cx="2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8304" h="6272" extrusionOk="0"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20"/>
                    </a:lnTo>
                    <a:cubicBezTo>
                      <a:pt x="1" y="557"/>
                      <a:pt x="29" y="575"/>
                      <a:pt x="56" y="575"/>
                    </a:cubicBezTo>
                    <a:cubicBezTo>
                      <a:pt x="94" y="575"/>
                      <a:pt x="112" y="557"/>
                      <a:pt x="112" y="520"/>
                    </a:cubicBezTo>
                    <a:lnTo>
                      <a:pt x="112" y="56"/>
                    </a:lnTo>
                    <a:cubicBezTo>
                      <a:pt x="112" y="28"/>
                      <a:pt x="94" y="0"/>
                      <a:pt x="56" y="0"/>
                    </a:cubicBezTo>
                    <a:close/>
                    <a:moveTo>
                      <a:pt x="56" y="928"/>
                    </a:moveTo>
                    <a:cubicBezTo>
                      <a:pt x="29" y="928"/>
                      <a:pt x="1" y="956"/>
                      <a:pt x="1" y="984"/>
                    </a:cubicBezTo>
                    <a:lnTo>
                      <a:pt x="1" y="1447"/>
                    </a:lnTo>
                    <a:cubicBezTo>
                      <a:pt x="1" y="1484"/>
                      <a:pt x="29" y="1503"/>
                      <a:pt x="56" y="1503"/>
                    </a:cubicBezTo>
                    <a:cubicBezTo>
                      <a:pt x="94" y="1503"/>
                      <a:pt x="112" y="1484"/>
                      <a:pt x="112" y="1447"/>
                    </a:cubicBezTo>
                    <a:lnTo>
                      <a:pt x="112" y="984"/>
                    </a:lnTo>
                    <a:cubicBezTo>
                      <a:pt x="112" y="956"/>
                      <a:pt x="94" y="928"/>
                      <a:pt x="56" y="928"/>
                    </a:cubicBezTo>
                    <a:close/>
                    <a:moveTo>
                      <a:pt x="56" y="1856"/>
                    </a:moveTo>
                    <a:cubicBezTo>
                      <a:pt x="29" y="1856"/>
                      <a:pt x="1" y="1883"/>
                      <a:pt x="1" y="1911"/>
                    </a:cubicBezTo>
                    <a:lnTo>
                      <a:pt x="1" y="2375"/>
                    </a:lnTo>
                    <a:cubicBezTo>
                      <a:pt x="1" y="2412"/>
                      <a:pt x="29" y="2431"/>
                      <a:pt x="56" y="2431"/>
                    </a:cubicBezTo>
                    <a:cubicBezTo>
                      <a:pt x="94" y="2431"/>
                      <a:pt x="112" y="2412"/>
                      <a:pt x="112" y="2375"/>
                    </a:cubicBezTo>
                    <a:lnTo>
                      <a:pt x="112" y="1911"/>
                    </a:lnTo>
                    <a:cubicBezTo>
                      <a:pt x="112" y="1883"/>
                      <a:pt x="94" y="1856"/>
                      <a:pt x="56" y="1856"/>
                    </a:cubicBezTo>
                    <a:close/>
                    <a:moveTo>
                      <a:pt x="66" y="2774"/>
                    </a:moveTo>
                    <a:cubicBezTo>
                      <a:pt x="29" y="2774"/>
                      <a:pt x="10" y="2802"/>
                      <a:pt x="10" y="2830"/>
                    </a:cubicBezTo>
                    <a:cubicBezTo>
                      <a:pt x="10" y="2867"/>
                      <a:pt x="29" y="2895"/>
                      <a:pt x="66" y="2895"/>
                    </a:cubicBezTo>
                    <a:lnTo>
                      <a:pt x="530" y="2895"/>
                    </a:lnTo>
                    <a:cubicBezTo>
                      <a:pt x="557" y="2895"/>
                      <a:pt x="585" y="2867"/>
                      <a:pt x="585" y="2830"/>
                    </a:cubicBezTo>
                    <a:cubicBezTo>
                      <a:pt x="585" y="2802"/>
                      <a:pt x="557" y="2774"/>
                      <a:pt x="530" y="2774"/>
                    </a:cubicBezTo>
                    <a:close/>
                    <a:moveTo>
                      <a:pt x="993" y="2774"/>
                    </a:moveTo>
                    <a:cubicBezTo>
                      <a:pt x="956" y="2774"/>
                      <a:pt x="938" y="2802"/>
                      <a:pt x="938" y="2830"/>
                    </a:cubicBezTo>
                    <a:cubicBezTo>
                      <a:pt x="938" y="2867"/>
                      <a:pt x="956" y="2895"/>
                      <a:pt x="993" y="2895"/>
                    </a:cubicBezTo>
                    <a:lnTo>
                      <a:pt x="1457" y="2895"/>
                    </a:lnTo>
                    <a:cubicBezTo>
                      <a:pt x="1485" y="2895"/>
                      <a:pt x="1513" y="2867"/>
                      <a:pt x="1513" y="2830"/>
                    </a:cubicBezTo>
                    <a:cubicBezTo>
                      <a:pt x="1513" y="2802"/>
                      <a:pt x="1485" y="2774"/>
                      <a:pt x="1457" y="2774"/>
                    </a:cubicBezTo>
                    <a:close/>
                    <a:moveTo>
                      <a:pt x="1921" y="2774"/>
                    </a:moveTo>
                    <a:cubicBezTo>
                      <a:pt x="1884" y="2774"/>
                      <a:pt x="1865" y="2802"/>
                      <a:pt x="1865" y="2830"/>
                    </a:cubicBezTo>
                    <a:cubicBezTo>
                      <a:pt x="1865" y="2867"/>
                      <a:pt x="1884" y="2895"/>
                      <a:pt x="1921" y="2895"/>
                    </a:cubicBezTo>
                    <a:lnTo>
                      <a:pt x="2385" y="2895"/>
                    </a:lnTo>
                    <a:cubicBezTo>
                      <a:pt x="2413" y="2895"/>
                      <a:pt x="2441" y="2867"/>
                      <a:pt x="2441" y="2830"/>
                    </a:cubicBezTo>
                    <a:cubicBezTo>
                      <a:pt x="2441" y="2802"/>
                      <a:pt x="2413" y="2774"/>
                      <a:pt x="2385" y="2774"/>
                    </a:cubicBezTo>
                    <a:close/>
                    <a:moveTo>
                      <a:pt x="2849" y="2774"/>
                    </a:moveTo>
                    <a:cubicBezTo>
                      <a:pt x="2812" y="2774"/>
                      <a:pt x="2793" y="2802"/>
                      <a:pt x="2793" y="2830"/>
                    </a:cubicBezTo>
                    <a:cubicBezTo>
                      <a:pt x="2793" y="2867"/>
                      <a:pt x="2812" y="2895"/>
                      <a:pt x="2849" y="2895"/>
                    </a:cubicBezTo>
                    <a:lnTo>
                      <a:pt x="3313" y="2895"/>
                    </a:lnTo>
                    <a:cubicBezTo>
                      <a:pt x="3340" y="2895"/>
                      <a:pt x="3368" y="2867"/>
                      <a:pt x="3368" y="2830"/>
                    </a:cubicBezTo>
                    <a:cubicBezTo>
                      <a:pt x="3368" y="2802"/>
                      <a:pt x="3340" y="2774"/>
                      <a:pt x="3313" y="2774"/>
                    </a:cubicBezTo>
                    <a:close/>
                    <a:moveTo>
                      <a:pt x="3776" y="2774"/>
                    </a:moveTo>
                    <a:cubicBezTo>
                      <a:pt x="3739" y="2774"/>
                      <a:pt x="3721" y="2802"/>
                      <a:pt x="3721" y="2830"/>
                    </a:cubicBezTo>
                    <a:cubicBezTo>
                      <a:pt x="3721" y="2867"/>
                      <a:pt x="3739" y="2895"/>
                      <a:pt x="3776" y="2895"/>
                    </a:cubicBezTo>
                    <a:lnTo>
                      <a:pt x="4240" y="2895"/>
                    </a:lnTo>
                    <a:cubicBezTo>
                      <a:pt x="4268" y="2895"/>
                      <a:pt x="4296" y="2867"/>
                      <a:pt x="4296" y="2830"/>
                    </a:cubicBezTo>
                    <a:cubicBezTo>
                      <a:pt x="4296" y="2802"/>
                      <a:pt x="4268" y="2774"/>
                      <a:pt x="4240" y="2774"/>
                    </a:cubicBezTo>
                    <a:close/>
                    <a:moveTo>
                      <a:pt x="4704" y="2774"/>
                    </a:moveTo>
                    <a:cubicBezTo>
                      <a:pt x="4667" y="2774"/>
                      <a:pt x="4648" y="2802"/>
                      <a:pt x="4648" y="2830"/>
                    </a:cubicBezTo>
                    <a:cubicBezTo>
                      <a:pt x="4648" y="2867"/>
                      <a:pt x="4667" y="2895"/>
                      <a:pt x="4704" y="2895"/>
                    </a:cubicBezTo>
                    <a:lnTo>
                      <a:pt x="5168" y="2895"/>
                    </a:lnTo>
                    <a:cubicBezTo>
                      <a:pt x="5196" y="2895"/>
                      <a:pt x="5224" y="2867"/>
                      <a:pt x="5224" y="2830"/>
                    </a:cubicBezTo>
                    <a:cubicBezTo>
                      <a:pt x="5224" y="2802"/>
                      <a:pt x="5196" y="2774"/>
                      <a:pt x="5168" y="2774"/>
                    </a:cubicBezTo>
                    <a:close/>
                    <a:moveTo>
                      <a:pt x="5632" y="2774"/>
                    </a:moveTo>
                    <a:cubicBezTo>
                      <a:pt x="5595" y="2774"/>
                      <a:pt x="5576" y="2802"/>
                      <a:pt x="5576" y="2830"/>
                    </a:cubicBezTo>
                    <a:cubicBezTo>
                      <a:pt x="5576" y="2867"/>
                      <a:pt x="5595" y="2895"/>
                      <a:pt x="5632" y="2895"/>
                    </a:cubicBezTo>
                    <a:lnTo>
                      <a:pt x="6096" y="2895"/>
                    </a:lnTo>
                    <a:cubicBezTo>
                      <a:pt x="6123" y="2895"/>
                      <a:pt x="6151" y="2867"/>
                      <a:pt x="6151" y="2830"/>
                    </a:cubicBezTo>
                    <a:cubicBezTo>
                      <a:pt x="6151" y="2802"/>
                      <a:pt x="6123" y="2774"/>
                      <a:pt x="6096" y="2774"/>
                    </a:cubicBezTo>
                    <a:close/>
                    <a:moveTo>
                      <a:pt x="6559" y="2774"/>
                    </a:moveTo>
                    <a:cubicBezTo>
                      <a:pt x="6522" y="2774"/>
                      <a:pt x="6504" y="2802"/>
                      <a:pt x="6504" y="2830"/>
                    </a:cubicBezTo>
                    <a:cubicBezTo>
                      <a:pt x="6504" y="2867"/>
                      <a:pt x="6522" y="2895"/>
                      <a:pt x="6559" y="2895"/>
                    </a:cubicBezTo>
                    <a:lnTo>
                      <a:pt x="7023" y="2895"/>
                    </a:lnTo>
                    <a:cubicBezTo>
                      <a:pt x="7051" y="2895"/>
                      <a:pt x="7079" y="2867"/>
                      <a:pt x="7079" y="2830"/>
                    </a:cubicBezTo>
                    <a:cubicBezTo>
                      <a:pt x="7079" y="2802"/>
                      <a:pt x="7051" y="2774"/>
                      <a:pt x="7023" y="2774"/>
                    </a:cubicBezTo>
                    <a:close/>
                    <a:moveTo>
                      <a:pt x="7487" y="2774"/>
                    </a:moveTo>
                    <a:cubicBezTo>
                      <a:pt x="7450" y="2774"/>
                      <a:pt x="7431" y="2802"/>
                      <a:pt x="7431" y="2830"/>
                    </a:cubicBezTo>
                    <a:cubicBezTo>
                      <a:pt x="7431" y="2867"/>
                      <a:pt x="7450" y="2895"/>
                      <a:pt x="7487" y="2895"/>
                    </a:cubicBezTo>
                    <a:lnTo>
                      <a:pt x="7951" y="2895"/>
                    </a:lnTo>
                    <a:cubicBezTo>
                      <a:pt x="7979" y="2895"/>
                      <a:pt x="8007" y="2867"/>
                      <a:pt x="8007" y="2830"/>
                    </a:cubicBezTo>
                    <a:cubicBezTo>
                      <a:pt x="8007" y="2802"/>
                      <a:pt x="7979" y="2774"/>
                      <a:pt x="7951" y="2774"/>
                    </a:cubicBezTo>
                    <a:close/>
                    <a:moveTo>
                      <a:pt x="8248" y="2941"/>
                    </a:moveTo>
                    <a:cubicBezTo>
                      <a:pt x="8211" y="2941"/>
                      <a:pt x="8183" y="2969"/>
                      <a:pt x="8183" y="3006"/>
                    </a:cubicBezTo>
                    <a:lnTo>
                      <a:pt x="8183" y="3470"/>
                    </a:lnTo>
                    <a:cubicBezTo>
                      <a:pt x="8183" y="3497"/>
                      <a:pt x="8211" y="3525"/>
                      <a:pt x="8248" y="3525"/>
                    </a:cubicBezTo>
                    <a:cubicBezTo>
                      <a:pt x="8276" y="3525"/>
                      <a:pt x="8303" y="3497"/>
                      <a:pt x="8303" y="3470"/>
                    </a:cubicBezTo>
                    <a:lnTo>
                      <a:pt x="8303" y="3006"/>
                    </a:lnTo>
                    <a:cubicBezTo>
                      <a:pt x="8303" y="2969"/>
                      <a:pt x="8276" y="2941"/>
                      <a:pt x="8248" y="2941"/>
                    </a:cubicBezTo>
                    <a:close/>
                    <a:moveTo>
                      <a:pt x="8248" y="3869"/>
                    </a:moveTo>
                    <a:cubicBezTo>
                      <a:pt x="8211" y="3869"/>
                      <a:pt x="8183" y="3896"/>
                      <a:pt x="8183" y="3933"/>
                    </a:cubicBezTo>
                    <a:lnTo>
                      <a:pt x="8183" y="4397"/>
                    </a:lnTo>
                    <a:cubicBezTo>
                      <a:pt x="8183" y="4425"/>
                      <a:pt x="8211" y="4453"/>
                      <a:pt x="8248" y="4453"/>
                    </a:cubicBezTo>
                    <a:cubicBezTo>
                      <a:pt x="8276" y="4453"/>
                      <a:pt x="8303" y="4425"/>
                      <a:pt x="8303" y="4397"/>
                    </a:cubicBezTo>
                    <a:lnTo>
                      <a:pt x="8303" y="3933"/>
                    </a:lnTo>
                    <a:cubicBezTo>
                      <a:pt x="8303" y="3896"/>
                      <a:pt x="8276" y="3869"/>
                      <a:pt x="8248" y="3869"/>
                    </a:cubicBezTo>
                    <a:close/>
                    <a:moveTo>
                      <a:pt x="8248" y="4796"/>
                    </a:moveTo>
                    <a:cubicBezTo>
                      <a:pt x="8211" y="4796"/>
                      <a:pt x="8183" y="4824"/>
                      <a:pt x="8183" y="4861"/>
                    </a:cubicBezTo>
                    <a:lnTo>
                      <a:pt x="8183" y="5325"/>
                    </a:lnTo>
                    <a:cubicBezTo>
                      <a:pt x="8183" y="5353"/>
                      <a:pt x="8211" y="5381"/>
                      <a:pt x="8248" y="5381"/>
                    </a:cubicBezTo>
                    <a:cubicBezTo>
                      <a:pt x="8276" y="5381"/>
                      <a:pt x="8303" y="5353"/>
                      <a:pt x="8303" y="5325"/>
                    </a:cubicBezTo>
                    <a:lnTo>
                      <a:pt x="8303" y="4861"/>
                    </a:lnTo>
                    <a:cubicBezTo>
                      <a:pt x="8303" y="4824"/>
                      <a:pt x="8276" y="4796"/>
                      <a:pt x="8248" y="4796"/>
                    </a:cubicBezTo>
                    <a:close/>
                    <a:moveTo>
                      <a:pt x="8248" y="5724"/>
                    </a:moveTo>
                    <a:cubicBezTo>
                      <a:pt x="8211" y="5724"/>
                      <a:pt x="8183" y="5752"/>
                      <a:pt x="8183" y="5789"/>
                    </a:cubicBezTo>
                    <a:lnTo>
                      <a:pt x="8183" y="6216"/>
                    </a:lnTo>
                    <a:cubicBezTo>
                      <a:pt x="8183" y="6253"/>
                      <a:pt x="8211" y="6271"/>
                      <a:pt x="8248" y="6271"/>
                    </a:cubicBezTo>
                    <a:cubicBezTo>
                      <a:pt x="8276" y="6271"/>
                      <a:pt x="8303" y="6253"/>
                      <a:pt x="8303" y="6216"/>
                    </a:cubicBezTo>
                    <a:lnTo>
                      <a:pt x="8303" y="5789"/>
                    </a:lnTo>
                    <a:cubicBezTo>
                      <a:pt x="8303" y="5752"/>
                      <a:pt x="8276" y="5724"/>
                      <a:pt x="8248" y="57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9"/>
              <p:cNvSpPr/>
              <p:nvPr/>
            </p:nvSpPr>
            <p:spPr>
              <a:xfrm>
                <a:off x="7564200" y="1778325"/>
                <a:ext cx="41075" cy="41075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1643" extrusionOk="0">
                    <a:moveTo>
                      <a:pt x="826" y="186"/>
                    </a:moveTo>
                    <a:lnTo>
                      <a:pt x="1049" y="585"/>
                    </a:lnTo>
                    <a:cubicBezTo>
                      <a:pt x="1049" y="594"/>
                      <a:pt x="1058" y="603"/>
                      <a:pt x="1067" y="603"/>
                    </a:cubicBezTo>
                    <a:lnTo>
                      <a:pt x="1466" y="826"/>
                    </a:lnTo>
                    <a:lnTo>
                      <a:pt x="1067" y="1048"/>
                    </a:lnTo>
                    <a:cubicBezTo>
                      <a:pt x="1058" y="1048"/>
                      <a:pt x="1049" y="1058"/>
                      <a:pt x="1039" y="1067"/>
                    </a:cubicBezTo>
                    <a:lnTo>
                      <a:pt x="826" y="1466"/>
                    </a:lnTo>
                    <a:lnTo>
                      <a:pt x="603" y="1067"/>
                    </a:lnTo>
                    <a:cubicBezTo>
                      <a:pt x="603" y="1058"/>
                      <a:pt x="594" y="1048"/>
                      <a:pt x="585" y="1039"/>
                    </a:cubicBezTo>
                    <a:lnTo>
                      <a:pt x="186" y="826"/>
                    </a:lnTo>
                    <a:lnTo>
                      <a:pt x="585" y="603"/>
                    </a:lnTo>
                    <a:cubicBezTo>
                      <a:pt x="594" y="603"/>
                      <a:pt x="603" y="594"/>
                      <a:pt x="603" y="585"/>
                    </a:cubicBezTo>
                    <a:lnTo>
                      <a:pt x="826" y="186"/>
                    </a:lnTo>
                    <a:close/>
                    <a:moveTo>
                      <a:pt x="826" y="0"/>
                    </a:moveTo>
                    <a:cubicBezTo>
                      <a:pt x="807" y="0"/>
                      <a:pt x="789" y="19"/>
                      <a:pt x="780" y="37"/>
                    </a:cubicBezTo>
                    <a:lnTo>
                      <a:pt x="511" y="510"/>
                    </a:lnTo>
                    <a:lnTo>
                      <a:pt x="37" y="770"/>
                    </a:lnTo>
                    <a:cubicBezTo>
                      <a:pt x="19" y="779"/>
                      <a:pt x="0" y="798"/>
                      <a:pt x="0" y="826"/>
                    </a:cubicBezTo>
                    <a:cubicBezTo>
                      <a:pt x="0" y="844"/>
                      <a:pt x="19" y="863"/>
                      <a:pt x="37" y="872"/>
                    </a:cubicBezTo>
                    <a:lnTo>
                      <a:pt x="511" y="1141"/>
                    </a:lnTo>
                    <a:lnTo>
                      <a:pt x="770" y="1614"/>
                    </a:lnTo>
                    <a:cubicBezTo>
                      <a:pt x="780" y="1633"/>
                      <a:pt x="798" y="1642"/>
                      <a:pt x="826" y="1642"/>
                    </a:cubicBezTo>
                    <a:cubicBezTo>
                      <a:pt x="845" y="1642"/>
                      <a:pt x="863" y="1633"/>
                      <a:pt x="872" y="1614"/>
                    </a:cubicBezTo>
                    <a:lnTo>
                      <a:pt x="1141" y="1141"/>
                    </a:lnTo>
                    <a:lnTo>
                      <a:pt x="1615" y="881"/>
                    </a:lnTo>
                    <a:cubicBezTo>
                      <a:pt x="1633" y="863"/>
                      <a:pt x="1642" y="844"/>
                      <a:pt x="1642" y="826"/>
                    </a:cubicBezTo>
                    <a:cubicBezTo>
                      <a:pt x="1642" y="807"/>
                      <a:pt x="1633" y="789"/>
                      <a:pt x="1615" y="779"/>
                    </a:cubicBezTo>
                    <a:lnTo>
                      <a:pt x="1141" y="510"/>
                    </a:lnTo>
                    <a:lnTo>
                      <a:pt x="882" y="37"/>
                    </a:lnTo>
                    <a:cubicBezTo>
                      <a:pt x="863" y="9"/>
                      <a:pt x="845" y="0"/>
                      <a:pt x="826" y="0"/>
                    </a:cubicBezTo>
                    <a:close/>
                  </a:path>
                </a:pathLst>
              </a:custGeom>
              <a:solidFill>
                <a:srgbClr val="2AAF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9"/>
              <p:cNvSpPr/>
              <p:nvPr/>
            </p:nvSpPr>
            <p:spPr>
              <a:xfrm>
                <a:off x="6975825" y="2325875"/>
                <a:ext cx="51500" cy="5127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51" extrusionOk="0">
                    <a:moveTo>
                      <a:pt x="1030" y="177"/>
                    </a:moveTo>
                    <a:lnTo>
                      <a:pt x="1327" y="715"/>
                    </a:lnTo>
                    <a:cubicBezTo>
                      <a:pt x="1327" y="724"/>
                      <a:pt x="1336" y="733"/>
                      <a:pt x="1346" y="733"/>
                    </a:cubicBezTo>
                    <a:lnTo>
                      <a:pt x="1874" y="1030"/>
                    </a:lnTo>
                    <a:lnTo>
                      <a:pt x="1346" y="1318"/>
                    </a:lnTo>
                    <a:cubicBezTo>
                      <a:pt x="1336" y="1327"/>
                      <a:pt x="1327" y="1336"/>
                      <a:pt x="1318" y="1345"/>
                    </a:cubicBezTo>
                    <a:lnTo>
                      <a:pt x="1030" y="1874"/>
                    </a:lnTo>
                    <a:lnTo>
                      <a:pt x="733" y="1336"/>
                    </a:lnTo>
                    <a:cubicBezTo>
                      <a:pt x="733" y="1327"/>
                      <a:pt x="724" y="1318"/>
                      <a:pt x="715" y="1318"/>
                    </a:cubicBezTo>
                    <a:lnTo>
                      <a:pt x="186" y="1021"/>
                    </a:lnTo>
                    <a:lnTo>
                      <a:pt x="715" y="733"/>
                    </a:lnTo>
                    <a:cubicBezTo>
                      <a:pt x="724" y="724"/>
                      <a:pt x="733" y="715"/>
                      <a:pt x="743" y="705"/>
                    </a:cubicBezTo>
                    <a:lnTo>
                      <a:pt x="1030" y="177"/>
                    </a:lnTo>
                    <a:close/>
                    <a:moveTo>
                      <a:pt x="1030" y="0"/>
                    </a:moveTo>
                    <a:cubicBezTo>
                      <a:pt x="1012" y="0"/>
                      <a:pt x="993" y="10"/>
                      <a:pt x="984" y="28"/>
                    </a:cubicBezTo>
                    <a:lnTo>
                      <a:pt x="640" y="640"/>
                    </a:lnTo>
                    <a:lnTo>
                      <a:pt x="28" y="974"/>
                    </a:lnTo>
                    <a:cubicBezTo>
                      <a:pt x="10" y="984"/>
                      <a:pt x="0" y="1002"/>
                      <a:pt x="0" y="1021"/>
                    </a:cubicBezTo>
                    <a:cubicBezTo>
                      <a:pt x="0" y="1039"/>
                      <a:pt x="10" y="1067"/>
                      <a:pt x="28" y="1076"/>
                    </a:cubicBezTo>
                    <a:lnTo>
                      <a:pt x="640" y="1410"/>
                    </a:lnTo>
                    <a:lnTo>
                      <a:pt x="974" y="2023"/>
                    </a:lnTo>
                    <a:cubicBezTo>
                      <a:pt x="984" y="2041"/>
                      <a:pt x="1002" y="2050"/>
                      <a:pt x="1030" y="2050"/>
                    </a:cubicBezTo>
                    <a:cubicBezTo>
                      <a:pt x="1049" y="2050"/>
                      <a:pt x="1067" y="2041"/>
                      <a:pt x="1076" y="2023"/>
                    </a:cubicBezTo>
                    <a:lnTo>
                      <a:pt x="1410" y="1410"/>
                    </a:lnTo>
                    <a:lnTo>
                      <a:pt x="2023" y="1076"/>
                    </a:lnTo>
                    <a:cubicBezTo>
                      <a:pt x="2041" y="1067"/>
                      <a:pt x="2060" y="1049"/>
                      <a:pt x="2060" y="1030"/>
                    </a:cubicBezTo>
                    <a:cubicBezTo>
                      <a:pt x="2060" y="1002"/>
                      <a:pt x="2041" y="984"/>
                      <a:pt x="2023" y="974"/>
                    </a:cubicBezTo>
                    <a:lnTo>
                      <a:pt x="1420" y="640"/>
                    </a:lnTo>
                    <a:lnTo>
                      <a:pt x="1086" y="28"/>
                    </a:lnTo>
                    <a:cubicBezTo>
                      <a:pt x="1076" y="10"/>
                      <a:pt x="1058" y="0"/>
                      <a:pt x="10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>
                <a:off x="6992525" y="1930925"/>
                <a:ext cx="2205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2" extrusionOk="0">
                    <a:moveTo>
                      <a:pt x="446" y="112"/>
                    </a:moveTo>
                    <a:cubicBezTo>
                      <a:pt x="622" y="112"/>
                      <a:pt x="770" y="260"/>
                      <a:pt x="770" y="436"/>
                    </a:cubicBezTo>
                    <a:cubicBezTo>
                      <a:pt x="770" y="622"/>
                      <a:pt x="622" y="761"/>
                      <a:pt x="446" y="761"/>
                    </a:cubicBezTo>
                    <a:cubicBezTo>
                      <a:pt x="260" y="761"/>
                      <a:pt x="112" y="622"/>
                      <a:pt x="112" y="436"/>
                    </a:cubicBezTo>
                    <a:cubicBezTo>
                      <a:pt x="112" y="260"/>
                      <a:pt x="260" y="112"/>
                      <a:pt x="446" y="112"/>
                    </a:cubicBezTo>
                    <a:close/>
                    <a:moveTo>
                      <a:pt x="446" y="0"/>
                    </a:moveTo>
                    <a:cubicBezTo>
                      <a:pt x="195" y="0"/>
                      <a:pt x="0" y="195"/>
                      <a:pt x="0" y="436"/>
                    </a:cubicBezTo>
                    <a:cubicBezTo>
                      <a:pt x="0" y="687"/>
                      <a:pt x="195" y="882"/>
                      <a:pt x="446" y="882"/>
                    </a:cubicBezTo>
                    <a:cubicBezTo>
                      <a:pt x="687" y="882"/>
                      <a:pt x="882" y="687"/>
                      <a:pt x="882" y="436"/>
                    </a:cubicBezTo>
                    <a:cubicBezTo>
                      <a:pt x="882" y="195"/>
                      <a:pt x="687" y="0"/>
                      <a:pt x="4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9"/>
              <p:cNvSpPr/>
              <p:nvPr/>
            </p:nvSpPr>
            <p:spPr>
              <a:xfrm>
                <a:off x="6934075" y="2211075"/>
                <a:ext cx="14175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567" h="567" extrusionOk="0">
                    <a:moveTo>
                      <a:pt x="288" y="121"/>
                    </a:moveTo>
                    <a:cubicBezTo>
                      <a:pt x="381" y="121"/>
                      <a:pt x="455" y="195"/>
                      <a:pt x="455" y="288"/>
                    </a:cubicBezTo>
                    <a:cubicBezTo>
                      <a:pt x="455" y="381"/>
                      <a:pt x="381" y="455"/>
                      <a:pt x="288" y="455"/>
                    </a:cubicBezTo>
                    <a:cubicBezTo>
                      <a:pt x="195" y="455"/>
                      <a:pt x="121" y="381"/>
                      <a:pt x="121" y="288"/>
                    </a:cubicBezTo>
                    <a:cubicBezTo>
                      <a:pt x="121" y="195"/>
                      <a:pt x="195" y="121"/>
                      <a:pt x="288" y="121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1" y="130"/>
                      <a:pt x="1" y="288"/>
                    </a:cubicBezTo>
                    <a:cubicBezTo>
                      <a:pt x="1" y="446"/>
                      <a:pt x="130" y="566"/>
                      <a:pt x="288" y="566"/>
                    </a:cubicBezTo>
                    <a:cubicBezTo>
                      <a:pt x="446" y="566"/>
                      <a:pt x="566" y="446"/>
                      <a:pt x="566" y="288"/>
                    </a:cubicBezTo>
                    <a:cubicBezTo>
                      <a:pt x="566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rgbClr val="7FD6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9"/>
              <p:cNvSpPr/>
              <p:nvPr/>
            </p:nvSpPr>
            <p:spPr>
              <a:xfrm>
                <a:off x="6935000" y="2456875"/>
                <a:ext cx="344900" cy="344675"/>
              </a:xfrm>
              <a:custGeom>
                <a:avLst/>
                <a:gdLst/>
                <a:ahLst/>
                <a:cxnLst/>
                <a:rect l="l" t="t" r="r" b="b"/>
                <a:pathLst>
                  <a:path w="13796" h="13787" extrusionOk="0">
                    <a:moveTo>
                      <a:pt x="6912" y="3796"/>
                    </a:moveTo>
                    <a:cubicBezTo>
                      <a:pt x="7506" y="3796"/>
                      <a:pt x="8099" y="3972"/>
                      <a:pt x="8609" y="4315"/>
                    </a:cubicBezTo>
                    <a:cubicBezTo>
                      <a:pt x="9361" y="4816"/>
                      <a:pt x="9853" y="5614"/>
                      <a:pt x="9964" y="6514"/>
                    </a:cubicBezTo>
                    <a:cubicBezTo>
                      <a:pt x="10149" y="7998"/>
                      <a:pt x="9203" y="9427"/>
                      <a:pt x="7765" y="9835"/>
                    </a:cubicBezTo>
                    <a:cubicBezTo>
                      <a:pt x="7482" y="9916"/>
                      <a:pt x="7191" y="9957"/>
                      <a:pt x="6903" y="9957"/>
                    </a:cubicBezTo>
                    <a:cubicBezTo>
                      <a:pt x="6303" y="9957"/>
                      <a:pt x="5712" y="9783"/>
                      <a:pt x="5205" y="9445"/>
                    </a:cubicBezTo>
                    <a:cubicBezTo>
                      <a:pt x="4453" y="8944"/>
                      <a:pt x="3962" y="8147"/>
                      <a:pt x="3851" y="7247"/>
                    </a:cubicBezTo>
                    <a:cubicBezTo>
                      <a:pt x="3674" y="5762"/>
                      <a:pt x="4620" y="4334"/>
                      <a:pt x="6049" y="3916"/>
                    </a:cubicBezTo>
                    <a:cubicBezTo>
                      <a:pt x="6337" y="3842"/>
                      <a:pt x="6624" y="3796"/>
                      <a:pt x="6912" y="3796"/>
                    </a:cubicBezTo>
                    <a:close/>
                    <a:moveTo>
                      <a:pt x="6911" y="3680"/>
                    </a:moveTo>
                    <a:cubicBezTo>
                      <a:pt x="6614" y="3680"/>
                      <a:pt x="6315" y="3721"/>
                      <a:pt x="6021" y="3805"/>
                    </a:cubicBezTo>
                    <a:cubicBezTo>
                      <a:pt x="4528" y="4232"/>
                      <a:pt x="3544" y="5716"/>
                      <a:pt x="3739" y="7256"/>
                    </a:cubicBezTo>
                    <a:cubicBezTo>
                      <a:pt x="3851" y="8193"/>
                      <a:pt x="4361" y="9028"/>
                      <a:pt x="5140" y="9538"/>
                    </a:cubicBezTo>
                    <a:cubicBezTo>
                      <a:pt x="5669" y="9891"/>
                      <a:pt x="6290" y="10076"/>
                      <a:pt x="6912" y="10076"/>
                    </a:cubicBezTo>
                    <a:cubicBezTo>
                      <a:pt x="7209" y="10076"/>
                      <a:pt x="7506" y="10030"/>
                      <a:pt x="7793" y="9946"/>
                    </a:cubicBezTo>
                    <a:cubicBezTo>
                      <a:pt x="9287" y="9519"/>
                      <a:pt x="10270" y="8035"/>
                      <a:pt x="10084" y="6495"/>
                    </a:cubicBezTo>
                    <a:cubicBezTo>
                      <a:pt x="9964" y="5568"/>
                      <a:pt x="9454" y="4733"/>
                      <a:pt x="8674" y="4213"/>
                    </a:cubicBezTo>
                    <a:cubicBezTo>
                      <a:pt x="8147" y="3862"/>
                      <a:pt x="7534" y="3680"/>
                      <a:pt x="6911" y="3680"/>
                    </a:cubicBezTo>
                    <a:close/>
                    <a:moveTo>
                      <a:pt x="5928" y="118"/>
                    </a:moveTo>
                    <a:cubicBezTo>
                      <a:pt x="5934" y="118"/>
                      <a:pt x="5938" y="122"/>
                      <a:pt x="5938" y="122"/>
                    </a:cubicBezTo>
                    <a:cubicBezTo>
                      <a:pt x="5938" y="122"/>
                      <a:pt x="5947" y="122"/>
                      <a:pt x="5947" y="132"/>
                    </a:cubicBezTo>
                    <a:lnTo>
                      <a:pt x="6411" y="1588"/>
                    </a:lnTo>
                    <a:cubicBezTo>
                      <a:pt x="6428" y="1646"/>
                      <a:pt x="6474" y="1682"/>
                      <a:pt x="6530" y="1682"/>
                    </a:cubicBezTo>
                    <a:cubicBezTo>
                      <a:pt x="6537" y="1682"/>
                      <a:pt x="6543" y="1682"/>
                      <a:pt x="6550" y="1681"/>
                    </a:cubicBezTo>
                    <a:cubicBezTo>
                      <a:pt x="6670" y="1672"/>
                      <a:pt x="6789" y="1668"/>
                      <a:pt x="6907" y="1668"/>
                    </a:cubicBezTo>
                    <a:cubicBezTo>
                      <a:pt x="7323" y="1668"/>
                      <a:pt x="7732" y="1719"/>
                      <a:pt x="8136" y="1820"/>
                    </a:cubicBezTo>
                    <a:cubicBezTo>
                      <a:pt x="8150" y="1824"/>
                      <a:pt x="8163" y="1826"/>
                      <a:pt x="8177" y="1826"/>
                    </a:cubicBezTo>
                    <a:cubicBezTo>
                      <a:pt x="8227" y="1826"/>
                      <a:pt x="8272" y="1799"/>
                      <a:pt x="8294" y="1755"/>
                    </a:cubicBezTo>
                    <a:lnTo>
                      <a:pt x="8999" y="391"/>
                    </a:lnTo>
                    <a:cubicBezTo>
                      <a:pt x="8999" y="382"/>
                      <a:pt x="9018" y="382"/>
                      <a:pt x="9027" y="382"/>
                    </a:cubicBezTo>
                    <a:lnTo>
                      <a:pt x="11003" y="1412"/>
                    </a:lnTo>
                    <a:cubicBezTo>
                      <a:pt x="11012" y="1412"/>
                      <a:pt x="11012" y="1430"/>
                      <a:pt x="11012" y="1440"/>
                    </a:cubicBezTo>
                    <a:lnTo>
                      <a:pt x="10307" y="2794"/>
                    </a:lnTo>
                    <a:cubicBezTo>
                      <a:pt x="10279" y="2850"/>
                      <a:pt x="10289" y="2924"/>
                      <a:pt x="10335" y="2961"/>
                    </a:cubicBezTo>
                    <a:cubicBezTo>
                      <a:pt x="10743" y="3313"/>
                      <a:pt x="11086" y="3731"/>
                      <a:pt x="11365" y="4185"/>
                    </a:cubicBezTo>
                    <a:cubicBezTo>
                      <a:pt x="11386" y="4227"/>
                      <a:pt x="11427" y="4248"/>
                      <a:pt x="11474" y="4248"/>
                    </a:cubicBezTo>
                    <a:cubicBezTo>
                      <a:pt x="11490" y="4248"/>
                      <a:pt x="11506" y="4246"/>
                      <a:pt x="11522" y="4241"/>
                    </a:cubicBezTo>
                    <a:lnTo>
                      <a:pt x="12979" y="3787"/>
                    </a:lnTo>
                    <a:cubicBezTo>
                      <a:pt x="12981" y="3784"/>
                      <a:pt x="12985" y="3783"/>
                      <a:pt x="12989" y="3783"/>
                    </a:cubicBezTo>
                    <a:cubicBezTo>
                      <a:pt x="12997" y="3783"/>
                      <a:pt x="13007" y="3789"/>
                      <a:pt x="13007" y="3796"/>
                    </a:cubicBezTo>
                    <a:lnTo>
                      <a:pt x="13675" y="5920"/>
                    </a:lnTo>
                    <a:cubicBezTo>
                      <a:pt x="13675" y="5929"/>
                      <a:pt x="13675" y="5939"/>
                      <a:pt x="13665" y="5948"/>
                    </a:cubicBezTo>
                    <a:lnTo>
                      <a:pt x="12200" y="6403"/>
                    </a:lnTo>
                    <a:cubicBezTo>
                      <a:pt x="12144" y="6421"/>
                      <a:pt x="12107" y="6486"/>
                      <a:pt x="12107" y="6542"/>
                    </a:cubicBezTo>
                    <a:cubicBezTo>
                      <a:pt x="12144" y="7080"/>
                      <a:pt x="12097" y="7618"/>
                      <a:pt x="11968" y="8137"/>
                    </a:cubicBezTo>
                    <a:cubicBezTo>
                      <a:pt x="11958" y="8202"/>
                      <a:pt x="11986" y="8258"/>
                      <a:pt x="12042" y="8295"/>
                    </a:cubicBezTo>
                    <a:lnTo>
                      <a:pt x="13396" y="9000"/>
                    </a:lnTo>
                    <a:cubicBezTo>
                      <a:pt x="13415" y="9000"/>
                      <a:pt x="13415" y="9009"/>
                      <a:pt x="13406" y="9028"/>
                    </a:cubicBezTo>
                    <a:lnTo>
                      <a:pt x="12385" y="10994"/>
                    </a:lnTo>
                    <a:cubicBezTo>
                      <a:pt x="12379" y="11001"/>
                      <a:pt x="12372" y="11008"/>
                      <a:pt x="12365" y="11008"/>
                    </a:cubicBezTo>
                    <a:cubicBezTo>
                      <a:pt x="12363" y="11008"/>
                      <a:pt x="12360" y="11006"/>
                      <a:pt x="12357" y="11004"/>
                    </a:cubicBezTo>
                    <a:lnTo>
                      <a:pt x="10994" y="10299"/>
                    </a:lnTo>
                    <a:cubicBezTo>
                      <a:pt x="10977" y="10289"/>
                      <a:pt x="10957" y="10284"/>
                      <a:pt x="10936" y="10284"/>
                    </a:cubicBezTo>
                    <a:cubicBezTo>
                      <a:pt x="10899" y="10284"/>
                      <a:pt x="10860" y="10300"/>
                      <a:pt x="10836" y="10336"/>
                    </a:cubicBezTo>
                    <a:cubicBezTo>
                      <a:pt x="10483" y="10735"/>
                      <a:pt x="10066" y="11087"/>
                      <a:pt x="9611" y="11366"/>
                    </a:cubicBezTo>
                    <a:cubicBezTo>
                      <a:pt x="9556" y="11393"/>
                      <a:pt x="9528" y="11458"/>
                      <a:pt x="9546" y="11523"/>
                    </a:cubicBezTo>
                    <a:lnTo>
                      <a:pt x="10010" y="12980"/>
                    </a:lnTo>
                    <a:cubicBezTo>
                      <a:pt x="10010" y="12989"/>
                      <a:pt x="10010" y="12998"/>
                      <a:pt x="10001" y="13008"/>
                    </a:cubicBezTo>
                    <a:lnTo>
                      <a:pt x="7877" y="13675"/>
                    </a:lnTo>
                    <a:cubicBezTo>
                      <a:pt x="7867" y="13675"/>
                      <a:pt x="7849" y="13666"/>
                      <a:pt x="7849" y="13657"/>
                    </a:cubicBezTo>
                    <a:lnTo>
                      <a:pt x="7385" y="12200"/>
                    </a:lnTo>
                    <a:cubicBezTo>
                      <a:pt x="7366" y="12145"/>
                      <a:pt x="7320" y="12108"/>
                      <a:pt x="7255" y="12108"/>
                    </a:cubicBezTo>
                    <a:lnTo>
                      <a:pt x="7246" y="12108"/>
                    </a:lnTo>
                    <a:cubicBezTo>
                      <a:pt x="7128" y="12116"/>
                      <a:pt x="7010" y="12120"/>
                      <a:pt x="6892" y="12120"/>
                    </a:cubicBezTo>
                    <a:cubicBezTo>
                      <a:pt x="6479" y="12120"/>
                      <a:pt x="6064" y="12070"/>
                      <a:pt x="5659" y="11969"/>
                    </a:cubicBezTo>
                    <a:cubicBezTo>
                      <a:pt x="5651" y="11967"/>
                      <a:pt x="5643" y="11967"/>
                      <a:pt x="5635" y="11967"/>
                    </a:cubicBezTo>
                    <a:cubicBezTo>
                      <a:pt x="5579" y="11967"/>
                      <a:pt x="5526" y="11994"/>
                      <a:pt x="5502" y="12043"/>
                    </a:cubicBezTo>
                    <a:lnTo>
                      <a:pt x="4797" y="13397"/>
                    </a:lnTo>
                    <a:cubicBezTo>
                      <a:pt x="4797" y="13404"/>
                      <a:pt x="4787" y="13410"/>
                      <a:pt x="4779" y="13410"/>
                    </a:cubicBezTo>
                    <a:cubicBezTo>
                      <a:pt x="4775" y="13410"/>
                      <a:pt x="4772" y="13409"/>
                      <a:pt x="4769" y="13406"/>
                    </a:cubicBezTo>
                    <a:lnTo>
                      <a:pt x="2793" y="12386"/>
                    </a:lnTo>
                    <a:cubicBezTo>
                      <a:pt x="2784" y="12377"/>
                      <a:pt x="2784" y="12367"/>
                      <a:pt x="2784" y="12358"/>
                    </a:cubicBezTo>
                    <a:lnTo>
                      <a:pt x="3489" y="10994"/>
                    </a:lnTo>
                    <a:cubicBezTo>
                      <a:pt x="3517" y="10939"/>
                      <a:pt x="3507" y="10874"/>
                      <a:pt x="3461" y="10828"/>
                    </a:cubicBezTo>
                    <a:cubicBezTo>
                      <a:pt x="3053" y="10475"/>
                      <a:pt x="2709" y="10067"/>
                      <a:pt x="2431" y="9612"/>
                    </a:cubicBezTo>
                    <a:cubicBezTo>
                      <a:pt x="2409" y="9568"/>
                      <a:pt x="2364" y="9542"/>
                      <a:pt x="2314" y="9542"/>
                    </a:cubicBezTo>
                    <a:cubicBezTo>
                      <a:pt x="2301" y="9542"/>
                      <a:pt x="2287" y="9543"/>
                      <a:pt x="2273" y="9547"/>
                    </a:cubicBezTo>
                    <a:lnTo>
                      <a:pt x="817" y="10011"/>
                    </a:lnTo>
                    <a:cubicBezTo>
                      <a:pt x="808" y="10011"/>
                      <a:pt x="789" y="10002"/>
                      <a:pt x="789" y="9993"/>
                    </a:cubicBezTo>
                    <a:lnTo>
                      <a:pt x="121" y="7878"/>
                    </a:lnTo>
                    <a:cubicBezTo>
                      <a:pt x="121" y="7868"/>
                      <a:pt x="121" y="7850"/>
                      <a:pt x="131" y="7850"/>
                    </a:cubicBezTo>
                    <a:lnTo>
                      <a:pt x="1596" y="7386"/>
                    </a:lnTo>
                    <a:cubicBezTo>
                      <a:pt x="1652" y="7367"/>
                      <a:pt x="1689" y="7312"/>
                      <a:pt x="1689" y="7247"/>
                    </a:cubicBezTo>
                    <a:cubicBezTo>
                      <a:pt x="1652" y="6709"/>
                      <a:pt x="1698" y="6180"/>
                      <a:pt x="1828" y="5651"/>
                    </a:cubicBezTo>
                    <a:cubicBezTo>
                      <a:pt x="1837" y="5595"/>
                      <a:pt x="1810" y="5531"/>
                      <a:pt x="1754" y="5503"/>
                    </a:cubicBezTo>
                    <a:lnTo>
                      <a:pt x="400" y="4798"/>
                    </a:lnTo>
                    <a:cubicBezTo>
                      <a:pt x="390" y="4788"/>
                      <a:pt x="381" y="4779"/>
                      <a:pt x="390" y="4770"/>
                    </a:cubicBezTo>
                    <a:lnTo>
                      <a:pt x="1411" y="2794"/>
                    </a:lnTo>
                    <a:cubicBezTo>
                      <a:pt x="1420" y="2785"/>
                      <a:pt x="1429" y="2785"/>
                      <a:pt x="1439" y="2785"/>
                    </a:cubicBezTo>
                    <a:lnTo>
                      <a:pt x="2802" y="3490"/>
                    </a:lnTo>
                    <a:cubicBezTo>
                      <a:pt x="2823" y="3500"/>
                      <a:pt x="2845" y="3505"/>
                      <a:pt x="2867" y="3505"/>
                    </a:cubicBezTo>
                    <a:cubicBezTo>
                      <a:pt x="2904" y="3505"/>
                      <a:pt x="2940" y="3491"/>
                      <a:pt x="2969" y="3462"/>
                    </a:cubicBezTo>
                    <a:cubicBezTo>
                      <a:pt x="3322" y="3054"/>
                      <a:pt x="3730" y="2710"/>
                      <a:pt x="4184" y="2432"/>
                    </a:cubicBezTo>
                    <a:cubicBezTo>
                      <a:pt x="4240" y="2395"/>
                      <a:pt x="4268" y="2330"/>
                      <a:pt x="4249" y="2274"/>
                    </a:cubicBezTo>
                    <a:lnTo>
                      <a:pt x="3786" y="818"/>
                    </a:lnTo>
                    <a:cubicBezTo>
                      <a:pt x="3786" y="799"/>
                      <a:pt x="3786" y="790"/>
                      <a:pt x="3804" y="790"/>
                    </a:cubicBezTo>
                    <a:lnTo>
                      <a:pt x="5919" y="122"/>
                    </a:lnTo>
                    <a:cubicBezTo>
                      <a:pt x="5922" y="119"/>
                      <a:pt x="5925" y="118"/>
                      <a:pt x="5928" y="118"/>
                    </a:cubicBezTo>
                    <a:close/>
                    <a:moveTo>
                      <a:pt x="5925" y="1"/>
                    </a:moveTo>
                    <a:cubicBezTo>
                      <a:pt x="5910" y="1"/>
                      <a:pt x="5896" y="4"/>
                      <a:pt x="5882" y="11"/>
                    </a:cubicBezTo>
                    <a:lnTo>
                      <a:pt x="3767" y="679"/>
                    </a:lnTo>
                    <a:cubicBezTo>
                      <a:pt x="3693" y="697"/>
                      <a:pt x="3656" y="781"/>
                      <a:pt x="3674" y="846"/>
                    </a:cubicBezTo>
                    <a:lnTo>
                      <a:pt x="4138" y="2312"/>
                    </a:lnTo>
                    <a:cubicBezTo>
                      <a:pt x="4138" y="2321"/>
                      <a:pt x="4138" y="2330"/>
                      <a:pt x="4129" y="2330"/>
                    </a:cubicBezTo>
                    <a:cubicBezTo>
                      <a:pt x="3656" y="2618"/>
                      <a:pt x="3238" y="2970"/>
                      <a:pt x="2876" y="3378"/>
                    </a:cubicBezTo>
                    <a:cubicBezTo>
                      <a:pt x="2867" y="3388"/>
                      <a:pt x="2858" y="3388"/>
                      <a:pt x="2849" y="3388"/>
                    </a:cubicBezTo>
                    <a:lnTo>
                      <a:pt x="1494" y="2683"/>
                    </a:lnTo>
                    <a:cubicBezTo>
                      <a:pt x="1474" y="2671"/>
                      <a:pt x="1453" y="2666"/>
                      <a:pt x="1431" y="2666"/>
                    </a:cubicBezTo>
                    <a:cubicBezTo>
                      <a:pt x="1383" y="2666"/>
                      <a:pt x="1334" y="2693"/>
                      <a:pt x="1309" y="2738"/>
                    </a:cubicBezTo>
                    <a:lnTo>
                      <a:pt x="288" y="4714"/>
                    </a:lnTo>
                    <a:cubicBezTo>
                      <a:pt x="251" y="4779"/>
                      <a:pt x="279" y="4863"/>
                      <a:pt x="344" y="4900"/>
                    </a:cubicBezTo>
                    <a:lnTo>
                      <a:pt x="1698" y="5605"/>
                    </a:lnTo>
                    <a:cubicBezTo>
                      <a:pt x="1708" y="5605"/>
                      <a:pt x="1717" y="5614"/>
                      <a:pt x="1708" y="5623"/>
                    </a:cubicBezTo>
                    <a:cubicBezTo>
                      <a:pt x="1578" y="6161"/>
                      <a:pt x="1531" y="6709"/>
                      <a:pt x="1568" y="7256"/>
                    </a:cubicBezTo>
                    <a:cubicBezTo>
                      <a:pt x="1568" y="7265"/>
                      <a:pt x="1568" y="7275"/>
                      <a:pt x="1559" y="7275"/>
                    </a:cubicBezTo>
                    <a:lnTo>
                      <a:pt x="93" y="7738"/>
                    </a:lnTo>
                    <a:cubicBezTo>
                      <a:pt x="66" y="7748"/>
                      <a:pt x="38" y="7766"/>
                      <a:pt x="19" y="7803"/>
                    </a:cubicBezTo>
                    <a:cubicBezTo>
                      <a:pt x="1" y="7831"/>
                      <a:pt x="1" y="7868"/>
                      <a:pt x="10" y="7905"/>
                    </a:cubicBezTo>
                    <a:lnTo>
                      <a:pt x="678" y="10030"/>
                    </a:lnTo>
                    <a:cubicBezTo>
                      <a:pt x="692" y="10087"/>
                      <a:pt x="746" y="10122"/>
                      <a:pt x="803" y="10122"/>
                    </a:cubicBezTo>
                    <a:cubicBezTo>
                      <a:pt x="820" y="10122"/>
                      <a:pt x="837" y="10119"/>
                      <a:pt x="854" y="10113"/>
                    </a:cubicBezTo>
                    <a:lnTo>
                      <a:pt x="2311" y="9659"/>
                    </a:lnTo>
                    <a:cubicBezTo>
                      <a:pt x="2313" y="9656"/>
                      <a:pt x="2316" y="9655"/>
                      <a:pt x="2318" y="9655"/>
                    </a:cubicBezTo>
                    <a:cubicBezTo>
                      <a:pt x="2324" y="9655"/>
                      <a:pt x="2329" y="9661"/>
                      <a:pt x="2329" y="9668"/>
                    </a:cubicBezTo>
                    <a:cubicBezTo>
                      <a:pt x="2617" y="10132"/>
                      <a:pt x="2969" y="10558"/>
                      <a:pt x="3387" y="10920"/>
                    </a:cubicBezTo>
                    <a:cubicBezTo>
                      <a:pt x="3387" y="10920"/>
                      <a:pt x="3396" y="10930"/>
                      <a:pt x="3387" y="10939"/>
                    </a:cubicBezTo>
                    <a:lnTo>
                      <a:pt x="2682" y="12302"/>
                    </a:lnTo>
                    <a:cubicBezTo>
                      <a:pt x="2645" y="12367"/>
                      <a:pt x="2672" y="12451"/>
                      <a:pt x="2737" y="12479"/>
                    </a:cubicBezTo>
                    <a:lnTo>
                      <a:pt x="4713" y="13508"/>
                    </a:lnTo>
                    <a:cubicBezTo>
                      <a:pt x="4733" y="13520"/>
                      <a:pt x="4755" y="13525"/>
                      <a:pt x="4776" y="13525"/>
                    </a:cubicBezTo>
                    <a:cubicBezTo>
                      <a:pt x="4825" y="13525"/>
                      <a:pt x="4873" y="13498"/>
                      <a:pt x="4899" y="13453"/>
                    </a:cubicBezTo>
                    <a:lnTo>
                      <a:pt x="5604" y="12089"/>
                    </a:lnTo>
                    <a:cubicBezTo>
                      <a:pt x="5613" y="12080"/>
                      <a:pt x="5622" y="12080"/>
                      <a:pt x="5632" y="12080"/>
                    </a:cubicBezTo>
                    <a:cubicBezTo>
                      <a:pt x="6043" y="12181"/>
                      <a:pt x="6465" y="12231"/>
                      <a:pt x="6890" y="12231"/>
                    </a:cubicBezTo>
                    <a:cubicBezTo>
                      <a:pt x="7012" y="12231"/>
                      <a:pt x="7133" y="12227"/>
                      <a:pt x="7255" y="12219"/>
                    </a:cubicBezTo>
                    <a:cubicBezTo>
                      <a:pt x="7264" y="12219"/>
                      <a:pt x="7274" y="12228"/>
                      <a:pt x="7274" y="12238"/>
                    </a:cubicBezTo>
                    <a:lnTo>
                      <a:pt x="7737" y="13694"/>
                    </a:lnTo>
                    <a:cubicBezTo>
                      <a:pt x="7747" y="13731"/>
                      <a:pt x="7775" y="13759"/>
                      <a:pt x="7802" y="13777"/>
                    </a:cubicBezTo>
                    <a:cubicBezTo>
                      <a:pt x="7821" y="13787"/>
                      <a:pt x="7849" y="13787"/>
                      <a:pt x="7867" y="13787"/>
                    </a:cubicBezTo>
                    <a:lnTo>
                      <a:pt x="7904" y="13787"/>
                    </a:lnTo>
                    <a:lnTo>
                      <a:pt x="10029" y="13119"/>
                    </a:lnTo>
                    <a:cubicBezTo>
                      <a:pt x="10066" y="13100"/>
                      <a:pt x="10094" y="13082"/>
                      <a:pt x="10112" y="13045"/>
                    </a:cubicBezTo>
                    <a:cubicBezTo>
                      <a:pt x="10131" y="13017"/>
                      <a:pt x="10131" y="12980"/>
                      <a:pt x="10122" y="12943"/>
                    </a:cubicBezTo>
                    <a:lnTo>
                      <a:pt x="9658" y="11486"/>
                    </a:lnTo>
                    <a:cubicBezTo>
                      <a:pt x="9658" y="11477"/>
                      <a:pt x="9658" y="11468"/>
                      <a:pt x="9667" y="11458"/>
                    </a:cubicBezTo>
                    <a:cubicBezTo>
                      <a:pt x="10131" y="11180"/>
                      <a:pt x="10558" y="10828"/>
                      <a:pt x="10919" y="10410"/>
                    </a:cubicBezTo>
                    <a:cubicBezTo>
                      <a:pt x="10919" y="10405"/>
                      <a:pt x="10922" y="10403"/>
                      <a:pt x="10925" y="10403"/>
                    </a:cubicBezTo>
                    <a:cubicBezTo>
                      <a:pt x="10929" y="10403"/>
                      <a:pt x="10933" y="10405"/>
                      <a:pt x="10938" y="10410"/>
                    </a:cubicBezTo>
                    <a:lnTo>
                      <a:pt x="12302" y="11115"/>
                    </a:lnTo>
                    <a:cubicBezTo>
                      <a:pt x="12321" y="11123"/>
                      <a:pt x="12341" y="11127"/>
                      <a:pt x="12361" y="11127"/>
                    </a:cubicBezTo>
                    <a:cubicBezTo>
                      <a:pt x="12411" y="11127"/>
                      <a:pt x="12461" y="11103"/>
                      <a:pt x="12487" y="11050"/>
                    </a:cubicBezTo>
                    <a:lnTo>
                      <a:pt x="13508" y="9083"/>
                    </a:lnTo>
                    <a:cubicBezTo>
                      <a:pt x="13545" y="9019"/>
                      <a:pt x="13517" y="8935"/>
                      <a:pt x="13452" y="8898"/>
                    </a:cubicBezTo>
                    <a:lnTo>
                      <a:pt x="12088" y="8193"/>
                    </a:lnTo>
                    <a:cubicBezTo>
                      <a:pt x="12079" y="8184"/>
                      <a:pt x="12079" y="8174"/>
                      <a:pt x="12079" y="8165"/>
                    </a:cubicBezTo>
                    <a:cubicBezTo>
                      <a:pt x="12209" y="7636"/>
                      <a:pt x="12264" y="7089"/>
                      <a:pt x="12227" y="6542"/>
                    </a:cubicBezTo>
                    <a:cubicBezTo>
                      <a:pt x="12227" y="6532"/>
                      <a:pt x="12227" y="6523"/>
                      <a:pt x="12237" y="6523"/>
                    </a:cubicBezTo>
                    <a:lnTo>
                      <a:pt x="13693" y="6059"/>
                    </a:lnTo>
                    <a:cubicBezTo>
                      <a:pt x="13730" y="6050"/>
                      <a:pt x="13758" y="6022"/>
                      <a:pt x="13777" y="5994"/>
                    </a:cubicBezTo>
                    <a:cubicBezTo>
                      <a:pt x="13795" y="5957"/>
                      <a:pt x="13795" y="5920"/>
                      <a:pt x="13786" y="5883"/>
                    </a:cubicBezTo>
                    <a:lnTo>
                      <a:pt x="13118" y="3768"/>
                    </a:lnTo>
                    <a:cubicBezTo>
                      <a:pt x="13095" y="3706"/>
                      <a:pt x="13040" y="3670"/>
                      <a:pt x="12980" y="3670"/>
                    </a:cubicBezTo>
                    <a:cubicBezTo>
                      <a:pt x="12967" y="3670"/>
                      <a:pt x="12954" y="3672"/>
                      <a:pt x="12942" y="3675"/>
                    </a:cubicBezTo>
                    <a:lnTo>
                      <a:pt x="11485" y="4139"/>
                    </a:lnTo>
                    <a:cubicBezTo>
                      <a:pt x="11476" y="4139"/>
                      <a:pt x="11467" y="4139"/>
                      <a:pt x="11457" y="4130"/>
                    </a:cubicBezTo>
                    <a:cubicBezTo>
                      <a:pt x="11179" y="3657"/>
                      <a:pt x="10827" y="3239"/>
                      <a:pt x="10409" y="2877"/>
                    </a:cubicBezTo>
                    <a:cubicBezTo>
                      <a:pt x="10400" y="2868"/>
                      <a:pt x="10400" y="2859"/>
                      <a:pt x="10409" y="2850"/>
                    </a:cubicBezTo>
                    <a:lnTo>
                      <a:pt x="11114" y="1495"/>
                    </a:lnTo>
                    <a:cubicBezTo>
                      <a:pt x="11142" y="1430"/>
                      <a:pt x="11123" y="1347"/>
                      <a:pt x="11049" y="1310"/>
                    </a:cubicBezTo>
                    <a:lnTo>
                      <a:pt x="9083" y="289"/>
                    </a:lnTo>
                    <a:cubicBezTo>
                      <a:pt x="9063" y="278"/>
                      <a:pt x="9041" y="273"/>
                      <a:pt x="9020" y="273"/>
                    </a:cubicBezTo>
                    <a:cubicBezTo>
                      <a:pt x="8971" y="273"/>
                      <a:pt x="8923" y="300"/>
                      <a:pt x="8897" y="345"/>
                    </a:cubicBezTo>
                    <a:lnTo>
                      <a:pt x="8192" y="1699"/>
                    </a:lnTo>
                    <a:cubicBezTo>
                      <a:pt x="8185" y="1706"/>
                      <a:pt x="8179" y="1712"/>
                      <a:pt x="8172" y="1712"/>
                    </a:cubicBezTo>
                    <a:cubicBezTo>
                      <a:pt x="8170" y="1712"/>
                      <a:pt x="8167" y="1711"/>
                      <a:pt x="8164" y="1709"/>
                    </a:cubicBezTo>
                    <a:cubicBezTo>
                      <a:pt x="7753" y="1608"/>
                      <a:pt x="7330" y="1557"/>
                      <a:pt x="6905" y="1557"/>
                    </a:cubicBezTo>
                    <a:cubicBezTo>
                      <a:pt x="6784" y="1557"/>
                      <a:pt x="6662" y="1561"/>
                      <a:pt x="6541" y="1569"/>
                    </a:cubicBezTo>
                    <a:cubicBezTo>
                      <a:pt x="6531" y="1569"/>
                      <a:pt x="6522" y="1560"/>
                      <a:pt x="6522" y="1560"/>
                    </a:cubicBezTo>
                    <a:lnTo>
                      <a:pt x="6058" y="94"/>
                    </a:lnTo>
                    <a:cubicBezTo>
                      <a:pt x="6049" y="67"/>
                      <a:pt x="6021" y="39"/>
                      <a:pt x="5993" y="20"/>
                    </a:cubicBezTo>
                    <a:cubicBezTo>
                      <a:pt x="5970" y="9"/>
                      <a:pt x="5948" y="1"/>
                      <a:pt x="59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9"/>
              <p:cNvSpPr/>
              <p:nvPr/>
            </p:nvSpPr>
            <p:spPr>
              <a:xfrm>
                <a:off x="7073000" y="2596525"/>
                <a:ext cx="406100" cy="280875"/>
              </a:xfrm>
              <a:custGeom>
                <a:avLst/>
                <a:gdLst/>
                <a:ahLst/>
                <a:cxnLst/>
                <a:rect l="l" t="t" r="r" b="b"/>
                <a:pathLst>
                  <a:path w="16244" h="11235" extrusionOk="0">
                    <a:moveTo>
                      <a:pt x="418" y="0"/>
                    </a:moveTo>
                    <a:cubicBezTo>
                      <a:pt x="186" y="0"/>
                      <a:pt x="0" y="186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095" y="11234"/>
                    </a:lnTo>
                    <a:cubicBezTo>
                      <a:pt x="16179" y="11234"/>
                      <a:pt x="16244" y="11169"/>
                      <a:pt x="16244" y="11086"/>
                    </a:cubicBezTo>
                    <a:lnTo>
                      <a:pt x="16244" y="427"/>
                    </a:lnTo>
                    <a:cubicBezTo>
                      <a:pt x="16244" y="186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9"/>
              <p:cNvSpPr/>
              <p:nvPr/>
            </p:nvSpPr>
            <p:spPr>
              <a:xfrm>
                <a:off x="7071375" y="2595125"/>
                <a:ext cx="409350" cy="283650"/>
              </a:xfrm>
              <a:custGeom>
                <a:avLst/>
                <a:gdLst/>
                <a:ahLst/>
                <a:cxnLst/>
                <a:rect l="l" t="t" r="r" b="b"/>
                <a:pathLst>
                  <a:path w="16374" h="11346" extrusionOk="0">
                    <a:moveTo>
                      <a:pt x="15882" y="112"/>
                    </a:moveTo>
                    <a:cubicBezTo>
                      <a:pt x="16086" y="112"/>
                      <a:pt x="16253" y="279"/>
                      <a:pt x="16253" y="483"/>
                    </a:cubicBezTo>
                    <a:lnTo>
                      <a:pt x="16253" y="11142"/>
                    </a:lnTo>
                    <a:cubicBezTo>
                      <a:pt x="16253" y="11188"/>
                      <a:pt x="16216" y="11235"/>
                      <a:pt x="16160" y="11235"/>
                    </a:cubicBezTo>
                    <a:lnTo>
                      <a:pt x="204" y="11235"/>
                    </a:lnTo>
                    <a:cubicBezTo>
                      <a:pt x="158" y="11235"/>
                      <a:pt x="121" y="11188"/>
                      <a:pt x="121" y="11142"/>
                    </a:cubicBezTo>
                    <a:lnTo>
                      <a:pt x="121" y="483"/>
                    </a:lnTo>
                    <a:cubicBezTo>
                      <a:pt x="121" y="279"/>
                      <a:pt x="279" y="112"/>
                      <a:pt x="483" y="112"/>
                    </a:cubicBezTo>
                    <a:close/>
                    <a:moveTo>
                      <a:pt x="483" y="1"/>
                    </a:moveTo>
                    <a:cubicBezTo>
                      <a:pt x="223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53"/>
                      <a:pt x="93" y="11346"/>
                      <a:pt x="214" y="11346"/>
                    </a:cubicBezTo>
                    <a:lnTo>
                      <a:pt x="16160" y="11346"/>
                    </a:lnTo>
                    <a:cubicBezTo>
                      <a:pt x="16281" y="11346"/>
                      <a:pt x="16364" y="11253"/>
                      <a:pt x="16374" y="11142"/>
                    </a:cubicBezTo>
                    <a:lnTo>
                      <a:pt x="16374" y="483"/>
                    </a:lnTo>
                    <a:cubicBezTo>
                      <a:pt x="16374" y="214"/>
                      <a:pt x="16151" y="1"/>
                      <a:pt x="158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9"/>
              <p:cNvSpPr/>
              <p:nvPr/>
            </p:nvSpPr>
            <p:spPr>
              <a:xfrm>
                <a:off x="7102675" y="2623425"/>
                <a:ext cx="346750" cy="227075"/>
              </a:xfrm>
              <a:custGeom>
                <a:avLst/>
                <a:gdLst/>
                <a:ahLst/>
                <a:cxnLst/>
                <a:rect l="l" t="t" r="r" b="b"/>
                <a:pathLst>
                  <a:path w="13870" h="9083" extrusionOk="0">
                    <a:moveTo>
                      <a:pt x="1" y="0"/>
                    </a:moveTo>
                    <a:lnTo>
                      <a:pt x="1" y="9082"/>
                    </a:lnTo>
                    <a:lnTo>
                      <a:pt x="13869" y="9082"/>
                    </a:lnTo>
                    <a:lnTo>
                      <a:pt x="13869" y="7403"/>
                    </a:lnTo>
                    <a:lnTo>
                      <a:pt x="13869" y="2097"/>
                    </a:lnTo>
                    <a:lnTo>
                      <a:pt x="1386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9"/>
              <p:cNvSpPr/>
              <p:nvPr/>
            </p:nvSpPr>
            <p:spPr>
              <a:xfrm>
                <a:off x="7101050" y="2622025"/>
                <a:ext cx="349775" cy="229850"/>
              </a:xfrm>
              <a:custGeom>
                <a:avLst/>
                <a:gdLst/>
                <a:ahLst/>
                <a:cxnLst/>
                <a:rect l="l" t="t" r="r" b="b"/>
                <a:pathLst>
                  <a:path w="13991" h="9194" extrusionOk="0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lnTo>
                      <a:pt x="1" y="9138"/>
                    </a:lnTo>
                    <a:cubicBezTo>
                      <a:pt x="1" y="9166"/>
                      <a:pt x="29" y="9194"/>
                      <a:pt x="66" y="9194"/>
                    </a:cubicBezTo>
                    <a:lnTo>
                      <a:pt x="13934" y="9194"/>
                    </a:lnTo>
                    <a:cubicBezTo>
                      <a:pt x="13971" y="9194"/>
                      <a:pt x="13990" y="9166"/>
                      <a:pt x="13990" y="9138"/>
                    </a:cubicBezTo>
                    <a:lnTo>
                      <a:pt x="13990" y="7459"/>
                    </a:lnTo>
                    <a:cubicBezTo>
                      <a:pt x="13990" y="7422"/>
                      <a:pt x="13971" y="7394"/>
                      <a:pt x="13934" y="7394"/>
                    </a:cubicBezTo>
                    <a:cubicBezTo>
                      <a:pt x="13907" y="7394"/>
                      <a:pt x="13879" y="7422"/>
                      <a:pt x="13879" y="7459"/>
                    </a:cubicBezTo>
                    <a:lnTo>
                      <a:pt x="13879" y="9073"/>
                    </a:lnTo>
                    <a:lnTo>
                      <a:pt x="121" y="9073"/>
                    </a:lnTo>
                    <a:lnTo>
                      <a:pt x="121" y="112"/>
                    </a:lnTo>
                    <a:lnTo>
                      <a:pt x="13879" y="112"/>
                    </a:lnTo>
                    <a:lnTo>
                      <a:pt x="13879" y="2153"/>
                    </a:lnTo>
                    <a:cubicBezTo>
                      <a:pt x="13879" y="2190"/>
                      <a:pt x="13907" y="2218"/>
                      <a:pt x="13934" y="2218"/>
                    </a:cubicBezTo>
                    <a:cubicBezTo>
                      <a:pt x="13971" y="2218"/>
                      <a:pt x="13990" y="2190"/>
                      <a:pt x="13990" y="2153"/>
                    </a:cubicBezTo>
                    <a:lnTo>
                      <a:pt x="13990" y="56"/>
                    </a:lnTo>
                    <a:cubicBezTo>
                      <a:pt x="13990" y="28"/>
                      <a:pt x="13971" y="1"/>
                      <a:pt x="139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9"/>
              <p:cNvSpPr/>
              <p:nvPr/>
            </p:nvSpPr>
            <p:spPr>
              <a:xfrm>
                <a:off x="7448000" y="2694150"/>
                <a:ext cx="2825" cy="7610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3044" extrusionOk="0">
                    <a:moveTo>
                      <a:pt x="56" y="1"/>
                    </a:moveTo>
                    <a:cubicBezTo>
                      <a:pt x="29" y="1"/>
                      <a:pt x="1" y="28"/>
                      <a:pt x="1" y="66"/>
                    </a:cubicBezTo>
                    <a:lnTo>
                      <a:pt x="1" y="2988"/>
                    </a:lnTo>
                    <a:cubicBezTo>
                      <a:pt x="1" y="3025"/>
                      <a:pt x="29" y="3043"/>
                      <a:pt x="56" y="3043"/>
                    </a:cubicBezTo>
                    <a:cubicBezTo>
                      <a:pt x="93" y="3043"/>
                      <a:pt x="112" y="3025"/>
                      <a:pt x="112" y="2988"/>
                    </a:cubicBezTo>
                    <a:lnTo>
                      <a:pt x="112" y="66"/>
                    </a:lnTo>
                    <a:cubicBezTo>
                      <a:pt x="112" y="28"/>
                      <a:pt x="84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9"/>
              <p:cNvSpPr/>
              <p:nvPr/>
            </p:nvSpPr>
            <p:spPr>
              <a:xfrm>
                <a:off x="7271525" y="2605800"/>
                <a:ext cx="9050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362" h="363" extrusionOk="0">
                    <a:moveTo>
                      <a:pt x="176" y="112"/>
                    </a:moveTo>
                    <a:cubicBezTo>
                      <a:pt x="214" y="112"/>
                      <a:pt x="251" y="139"/>
                      <a:pt x="251" y="177"/>
                    </a:cubicBezTo>
                    <a:cubicBezTo>
                      <a:pt x="251" y="214"/>
                      <a:pt x="214" y="251"/>
                      <a:pt x="176" y="251"/>
                    </a:cubicBezTo>
                    <a:cubicBezTo>
                      <a:pt x="139" y="251"/>
                      <a:pt x="111" y="214"/>
                      <a:pt x="111" y="177"/>
                    </a:cubicBezTo>
                    <a:cubicBezTo>
                      <a:pt x="111" y="149"/>
                      <a:pt x="139" y="112"/>
                      <a:pt x="176" y="112"/>
                    </a:cubicBezTo>
                    <a:close/>
                    <a:moveTo>
                      <a:pt x="176" y="0"/>
                    </a:moveTo>
                    <a:cubicBezTo>
                      <a:pt x="84" y="0"/>
                      <a:pt x="0" y="84"/>
                      <a:pt x="0" y="177"/>
                    </a:cubicBezTo>
                    <a:cubicBezTo>
                      <a:pt x="0" y="279"/>
                      <a:pt x="84" y="362"/>
                      <a:pt x="176" y="362"/>
                    </a:cubicBezTo>
                    <a:cubicBezTo>
                      <a:pt x="278" y="362"/>
                      <a:pt x="362" y="279"/>
                      <a:pt x="362" y="177"/>
                    </a:cubicBezTo>
                    <a:cubicBezTo>
                      <a:pt x="362" y="84"/>
                      <a:pt x="278" y="0"/>
                      <a:pt x="1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9"/>
              <p:cNvSpPr/>
              <p:nvPr/>
            </p:nvSpPr>
            <p:spPr>
              <a:xfrm>
                <a:off x="7006425" y="2875275"/>
                <a:ext cx="539250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21570" h="1458" extrusionOk="0">
                    <a:moveTo>
                      <a:pt x="1" y="1"/>
                    </a:moveTo>
                    <a:lnTo>
                      <a:pt x="1" y="882"/>
                    </a:lnTo>
                    <a:cubicBezTo>
                      <a:pt x="1" y="1197"/>
                      <a:pt x="251" y="1457"/>
                      <a:pt x="567" y="1457"/>
                    </a:cubicBezTo>
                    <a:lnTo>
                      <a:pt x="21003" y="1457"/>
                    </a:lnTo>
                    <a:cubicBezTo>
                      <a:pt x="21309" y="1457"/>
                      <a:pt x="21569" y="1197"/>
                      <a:pt x="21569" y="882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9"/>
              <p:cNvSpPr/>
              <p:nvPr/>
            </p:nvSpPr>
            <p:spPr>
              <a:xfrm>
                <a:off x="7005050" y="2873900"/>
                <a:ext cx="542000" cy="39200"/>
              </a:xfrm>
              <a:custGeom>
                <a:avLst/>
                <a:gdLst/>
                <a:ahLst/>
                <a:cxnLst/>
                <a:rect l="l" t="t" r="r" b="b"/>
                <a:pathLst>
                  <a:path w="21680" h="1568" extrusionOk="0">
                    <a:moveTo>
                      <a:pt x="21569" y="111"/>
                    </a:moveTo>
                    <a:lnTo>
                      <a:pt x="21569" y="937"/>
                    </a:lnTo>
                    <a:cubicBezTo>
                      <a:pt x="21569" y="1225"/>
                      <a:pt x="21337" y="1447"/>
                      <a:pt x="21058" y="1447"/>
                    </a:cubicBezTo>
                    <a:lnTo>
                      <a:pt x="622" y="1447"/>
                    </a:lnTo>
                    <a:cubicBezTo>
                      <a:pt x="343" y="1447"/>
                      <a:pt x="112" y="1225"/>
                      <a:pt x="112" y="937"/>
                    </a:cubicBezTo>
                    <a:lnTo>
                      <a:pt x="112" y="111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19"/>
                      <a:pt x="0" y="56"/>
                    </a:cubicBezTo>
                    <a:lnTo>
                      <a:pt x="0" y="937"/>
                    </a:lnTo>
                    <a:cubicBezTo>
                      <a:pt x="0" y="1290"/>
                      <a:pt x="279" y="1568"/>
                      <a:pt x="622" y="1568"/>
                    </a:cubicBezTo>
                    <a:lnTo>
                      <a:pt x="21058" y="1568"/>
                    </a:lnTo>
                    <a:cubicBezTo>
                      <a:pt x="21402" y="1568"/>
                      <a:pt x="21680" y="1290"/>
                      <a:pt x="21680" y="937"/>
                    </a:cubicBezTo>
                    <a:lnTo>
                      <a:pt x="21680" y="56"/>
                    </a:lnTo>
                    <a:cubicBezTo>
                      <a:pt x="21680" y="19"/>
                      <a:pt x="21652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>
                <a:off x="7010150" y="2901725"/>
                <a:ext cx="5318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1272" h="112" extrusionOk="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21216" y="112"/>
                    </a:lnTo>
                    <a:cubicBezTo>
                      <a:pt x="21244" y="112"/>
                      <a:pt x="21272" y="84"/>
                      <a:pt x="21272" y="56"/>
                    </a:cubicBezTo>
                    <a:cubicBezTo>
                      <a:pt x="21272" y="19"/>
                      <a:pt x="21244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19"/>
              <p:cNvSpPr/>
              <p:nvPr/>
            </p:nvSpPr>
            <p:spPr>
              <a:xfrm>
                <a:off x="7224425" y="2877600"/>
                <a:ext cx="1030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120" h="456" extrusionOk="0">
                    <a:moveTo>
                      <a:pt x="1" y="0"/>
                    </a:moveTo>
                    <a:lnTo>
                      <a:pt x="1" y="455"/>
                    </a:lnTo>
                    <a:lnTo>
                      <a:pt x="4120" y="455"/>
                    </a:lnTo>
                    <a:lnTo>
                      <a:pt x="41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9"/>
              <p:cNvSpPr/>
              <p:nvPr/>
            </p:nvSpPr>
            <p:spPr>
              <a:xfrm>
                <a:off x="7223050" y="2875975"/>
                <a:ext cx="1060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4240" h="576" extrusionOk="0">
                    <a:moveTo>
                      <a:pt x="4119" y="121"/>
                    </a:moveTo>
                    <a:lnTo>
                      <a:pt x="4119" y="455"/>
                    </a:lnTo>
                    <a:lnTo>
                      <a:pt x="121" y="455"/>
                    </a:lnTo>
                    <a:lnTo>
                      <a:pt x="121" y="121"/>
                    </a:lnTo>
                    <a:close/>
                    <a:moveTo>
                      <a:pt x="65" y="1"/>
                    </a:moveTo>
                    <a:cubicBezTo>
                      <a:pt x="28" y="1"/>
                      <a:pt x="0" y="28"/>
                      <a:pt x="0" y="65"/>
                    </a:cubicBezTo>
                    <a:lnTo>
                      <a:pt x="0" y="520"/>
                    </a:lnTo>
                    <a:cubicBezTo>
                      <a:pt x="0" y="548"/>
                      <a:pt x="28" y="576"/>
                      <a:pt x="65" y="576"/>
                    </a:cubicBezTo>
                    <a:lnTo>
                      <a:pt x="4175" y="576"/>
                    </a:lnTo>
                    <a:cubicBezTo>
                      <a:pt x="4212" y="576"/>
                      <a:pt x="4240" y="548"/>
                      <a:pt x="4240" y="520"/>
                    </a:cubicBezTo>
                    <a:lnTo>
                      <a:pt x="4240" y="65"/>
                    </a:lnTo>
                    <a:cubicBezTo>
                      <a:pt x="4240" y="28"/>
                      <a:pt x="4212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9"/>
              <p:cNvSpPr/>
              <p:nvPr/>
            </p:nvSpPr>
            <p:spPr>
              <a:xfrm>
                <a:off x="7171800" y="2666550"/>
                <a:ext cx="186025" cy="158900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6356" extrusionOk="0">
                    <a:moveTo>
                      <a:pt x="297" y="1"/>
                    </a:moveTo>
                    <a:cubicBezTo>
                      <a:pt x="139" y="1"/>
                      <a:pt x="0" y="131"/>
                      <a:pt x="0" y="298"/>
                    </a:cubicBezTo>
                    <a:lnTo>
                      <a:pt x="0" y="6058"/>
                    </a:lnTo>
                    <a:cubicBezTo>
                      <a:pt x="0" y="6225"/>
                      <a:pt x="139" y="6355"/>
                      <a:pt x="297" y="6355"/>
                    </a:cubicBezTo>
                    <a:lnTo>
                      <a:pt x="7143" y="6355"/>
                    </a:lnTo>
                    <a:cubicBezTo>
                      <a:pt x="7301" y="6355"/>
                      <a:pt x="7440" y="6225"/>
                      <a:pt x="7431" y="6058"/>
                    </a:cubicBezTo>
                    <a:lnTo>
                      <a:pt x="7431" y="298"/>
                    </a:lnTo>
                    <a:cubicBezTo>
                      <a:pt x="7431" y="131"/>
                      <a:pt x="7301" y="1"/>
                      <a:pt x="71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7184075" y="2654025"/>
                <a:ext cx="186025" cy="158900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6356" extrusionOk="0">
                    <a:moveTo>
                      <a:pt x="353" y="1"/>
                    </a:moveTo>
                    <a:cubicBezTo>
                      <a:pt x="159" y="1"/>
                      <a:pt x="1" y="159"/>
                      <a:pt x="1" y="344"/>
                    </a:cubicBezTo>
                    <a:lnTo>
                      <a:pt x="1" y="6012"/>
                    </a:lnTo>
                    <a:cubicBezTo>
                      <a:pt x="1" y="6198"/>
                      <a:pt x="159" y="6355"/>
                      <a:pt x="353" y="6355"/>
                    </a:cubicBezTo>
                    <a:lnTo>
                      <a:pt x="7088" y="6355"/>
                    </a:lnTo>
                    <a:cubicBezTo>
                      <a:pt x="7283" y="6355"/>
                      <a:pt x="7441" y="6198"/>
                      <a:pt x="7441" y="6012"/>
                    </a:cubicBezTo>
                    <a:lnTo>
                      <a:pt x="7441" y="344"/>
                    </a:lnTo>
                    <a:cubicBezTo>
                      <a:pt x="7441" y="159"/>
                      <a:pt x="7283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>
                <a:off x="7182700" y="2652400"/>
                <a:ext cx="188800" cy="16215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6486" extrusionOk="0">
                    <a:moveTo>
                      <a:pt x="7143" y="121"/>
                    </a:moveTo>
                    <a:cubicBezTo>
                      <a:pt x="7301" y="121"/>
                      <a:pt x="7431" y="251"/>
                      <a:pt x="7431" y="409"/>
                    </a:cubicBezTo>
                    <a:lnTo>
                      <a:pt x="7431" y="6077"/>
                    </a:lnTo>
                    <a:cubicBezTo>
                      <a:pt x="7431" y="6235"/>
                      <a:pt x="7301" y="6365"/>
                      <a:pt x="7143" y="6365"/>
                    </a:cubicBezTo>
                    <a:lnTo>
                      <a:pt x="408" y="6365"/>
                    </a:lnTo>
                    <a:cubicBezTo>
                      <a:pt x="251" y="6365"/>
                      <a:pt x="121" y="6235"/>
                      <a:pt x="121" y="6077"/>
                    </a:cubicBezTo>
                    <a:lnTo>
                      <a:pt x="121" y="409"/>
                    </a:lnTo>
                    <a:cubicBezTo>
                      <a:pt x="121" y="251"/>
                      <a:pt x="251" y="121"/>
                      <a:pt x="408" y="121"/>
                    </a:cubicBezTo>
                    <a:close/>
                    <a:moveTo>
                      <a:pt x="408" y="1"/>
                    </a:moveTo>
                    <a:cubicBezTo>
                      <a:pt x="186" y="1"/>
                      <a:pt x="0" y="186"/>
                      <a:pt x="0" y="409"/>
                    </a:cubicBezTo>
                    <a:lnTo>
                      <a:pt x="0" y="6077"/>
                    </a:lnTo>
                    <a:cubicBezTo>
                      <a:pt x="0" y="6300"/>
                      <a:pt x="186" y="6485"/>
                      <a:pt x="408" y="6485"/>
                    </a:cubicBezTo>
                    <a:lnTo>
                      <a:pt x="7143" y="6485"/>
                    </a:lnTo>
                    <a:cubicBezTo>
                      <a:pt x="7366" y="6485"/>
                      <a:pt x="7551" y="6300"/>
                      <a:pt x="7551" y="6077"/>
                    </a:cubicBezTo>
                    <a:lnTo>
                      <a:pt x="7551" y="409"/>
                    </a:lnTo>
                    <a:cubicBezTo>
                      <a:pt x="7551" y="186"/>
                      <a:pt x="7366" y="1"/>
                      <a:pt x="7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9"/>
              <p:cNvSpPr/>
              <p:nvPr/>
            </p:nvSpPr>
            <p:spPr>
              <a:xfrm>
                <a:off x="7212850" y="2737750"/>
                <a:ext cx="128275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688" extrusionOk="0">
                    <a:moveTo>
                      <a:pt x="316" y="1"/>
                    </a:moveTo>
                    <a:cubicBezTo>
                      <a:pt x="139" y="1"/>
                      <a:pt x="0" y="140"/>
                      <a:pt x="0" y="325"/>
                    </a:cubicBezTo>
                    <a:lnTo>
                      <a:pt x="0" y="362"/>
                    </a:lnTo>
                    <a:cubicBezTo>
                      <a:pt x="0" y="539"/>
                      <a:pt x="139" y="687"/>
                      <a:pt x="316" y="687"/>
                    </a:cubicBezTo>
                    <a:lnTo>
                      <a:pt x="4805" y="687"/>
                    </a:lnTo>
                    <a:cubicBezTo>
                      <a:pt x="4982" y="687"/>
                      <a:pt x="5130" y="539"/>
                      <a:pt x="5130" y="362"/>
                    </a:cubicBezTo>
                    <a:lnTo>
                      <a:pt x="5130" y="325"/>
                    </a:lnTo>
                    <a:cubicBezTo>
                      <a:pt x="5130" y="140"/>
                      <a:pt x="4982" y="1"/>
                      <a:pt x="48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9"/>
              <p:cNvSpPr/>
              <p:nvPr/>
            </p:nvSpPr>
            <p:spPr>
              <a:xfrm>
                <a:off x="7211225" y="2736375"/>
                <a:ext cx="1312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798" extrusionOk="0">
                    <a:moveTo>
                      <a:pt x="4870" y="111"/>
                    </a:moveTo>
                    <a:cubicBezTo>
                      <a:pt x="5019" y="111"/>
                      <a:pt x="5130" y="232"/>
                      <a:pt x="5130" y="380"/>
                    </a:cubicBezTo>
                    <a:lnTo>
                      <a:pt x="5130" y="417"/>
                    </a:lnTo>
                    <a:cubicBezTo>
                      <a:pt x="5130" y="566"/>
                      <a:pt x="5019" y="677"/>
                      <a:pt x="4870" y="677"/>
                    </a:cubicBezTo>
                    <a:lnTo>
                      <a:pt x="381" y="677"/>
                    </a:lnTo>
                    <a:cubicBezTo>
                      <a:pt x="241" y="677"/>
                      <a:pt x="121" y="566"/>
                      <a:pt x="121" y="417"/>
                    </a:cubicBezTo>
                    <a:lnTo>
                      <a:pt x="121" y="380"/>
                    </a:lnTo>
                    <a:cubicBezTo>
                      <a:pt x="121" y="232"/>
                      <a:pt x="241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76" y="0"/>
                      <a:pt x="0" y="167"/>
                      <a:pt x="0" y="380"/>
                    </a:cubicBezTo>
                    <a:lnTo>
                      <a:pt x="0" y="417"/>
                    </a:lnTo>
                    <a:cubicBezTo>
                      <a:pt x="0" y="631"/>
                      <a:pt x="176" y="798"/>
                      <a:pt x="381" y="798"/>
                    </a:cubicBezTo>
                    <a:lnTo>
                      <a:pt x="4870" y="798"/>
                    </a:lnTo>
                    <a:cubicBezTo>
                      <a:pt x="5084" y="798"/>
                      <a:pt x="5251" y="631"/>
                      <a:pt x="5251" y="417"/>
                    </a:cubicBezTo>
                    <a:lnTo>
                      <a:pt x="5251" y="380"/>
                    </a:lnTo>
                    <a:cubicBezTo>
                      <a:pt x="5251" y="167"/>
                      <a:pt x="5084" y="0"/>
                      <a:pt x="48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>
                <a:off x="7226750" y="2742400"/>
                <a:ext cx="99525" cy="7200"/>
              </a:xfrm>
              <a:custGeom>
                <a:avLst/>
                <a:gdLst/>
                <a:ahLst/>
                <a:cxnLst/>
                <a:rect l="l" t="t" r="r" b="b"/>
                <a:pathLst>
                  <a:path w="3981" h="288" extrusionOk="0">
                    <a:moveTo>
                      <a:pt x="3851" y="56"/>
                    </a:moveTo>
                    <a:cubicBezTo>
                      <a:pt x="3888" y="56"/>
                      <a:pt x="3925" y="93"/>
                      <a:pt x="3925" y="130"/>
                    </a:cubicBezTo>
                    <a:lnTo>
                      <a:pt x="3925" y="149"/>
                    </a:lnTo>
                    <a:cubicBezTo>
                      <a:pt x="3925" y="195"/>
                      <a:pt x="3888" y="223"/>
                      <a:pt x="3851" y="223"/>
                    </a:cubicBezTo>
                    <a:lnTo>
                      <a:pt x="140" y="223"/>
                    </a:lnTo>
                    <a:cubicBezTo>
                      <a:pt x="94" y="223"/>
                      <a:pt x="56" y="195"/>
                      <a:pt x="56" y="149"/>
                    </a:cubicBezTo>
                    <a:lnTo>
                      <a:pt x="56" y="130"/>
                    </a:lnTo>
                    <a:cubicBezTo>
                      <a:pt x="56" y="93"/>
                      <a:pt x="94" y="56"/>
                      <a:pt x="140" y="56"/>
                    </a:cubicBezTo>
                    <a:close/>
                    <a:moveTo>
                      <a:pt x="131" y="0"/>
                    </a:moveTo>
                    <a:cubicBezTo>
                      <a:pt x="56" y="0"/>
                      <a:pt x="1" y="56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56" y="288"/>
                      <a:pt x="131" y="288"/>
                    </a:cubicBezTo>
                    <a:lnTo>
                      <a:pt x="3841" y="288"/>
                    </a:lnTo>
                    <a:cubicBezTo>
                      <a:pt x="3925" y="288"/>
                      <a:pt x="3980" y="223"/>
                      <a:pt x="3980" y="149"/>
                    </a:cubicBezTo>
                    <a:lnTo>
                      <a:pt x="3980" y="139"/>
                    </a:lnTo>
                    <a:cubicBezTo>
                      <a:pt x="3980" y="56"/>
                      <a:pt x="3925" y="0"/>
                      <a:pt x="38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19"/>
              <p:cNvSpPr/>
              <p:nvPr/>
            </p:nvSpPr>
            <p:spPr>
              <a:xfrm>
                <a:off x="7234875" y="2764425"/>
                <a:ext cx="8397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400" extrusionOk="0">
                    <a:moveTo>
                      <a:pt x="205" y="0"/>
                    </a:moveTo>
                    <a:cubicBezTo>
                      <a:pt x="93" y="0"/>
                      <a:pt x="0" y="93"/>
                      <a:pt x="0" y="205"/>
                    </a:cubicBezTo>
                    <a:cubicBezTo>
                      <a:pt x="0" y="316"/>
                      <a:pt x="93" y="399"/>
                      <a:pt x="205" y="399"/>
                    </a:cubicBezTo>
                    <a:lnTo>
                      <a:pt x="3164" y="399"/>
                    </a:lnTo>
                    <a:cubicBezTo>
                      <a:pt x="3266" y="399"/>
                      <a:pt x="3359" y="316"/>
                      <a:pt x="3359" y="205"/>
                    </a:cubicBezTo>
                    <a:cubicBezTo>
                      <a:pt x="3359" y="93"/>
                      <a:pt x="3266" y="0"/>
                      <a:pt x="31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19"/>
              <p:cNvSpPr/>
              <p:nvPr/>
            </p:nvSpPr>
            <p:spPr>
              <a:xfrm>
                <a:off x="7233475" y="2763025"/>
                <a:ext cx="86775" cy="13025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521" extrusionOk="0">
                    <a:moveTo>
                      <a:pt x="3211" y="121"/>
                    </a:moveTo>
                    <a:cubicBezTo>
                      <a:pt x="3294" y="121"/>
                      <a:pt x="3359" y="177"/>
                      <a:pt x="3359" y="261"/>
                    </a:cubicBezTo>
                    <a:cubicBezTo>
                      <a:pt x="3359" y="335"/>
                      <a:pt x="3294" y="400"/>
                      <a:pt x="3211" y="400"/>
                    </a:cubicBezTo>
                    <a:lnTo>
                      <a:pt x="261" y="400"/>
                    </a:lnTo>
                    <a:cubicBezTo>
                      <a:pt x="177" y="400"/>
                      <a:pt x="121" y="335"/>
                      <a:pt x="121" y="261"/>
                    </a:cubicBezTo>
                    <a:cubicBezTo>
                      <a:pt x="121" y="177"/>
                      <a:pt x="177" y="121"/>
                      <a:pt x="261" y="121"/>
                    </a:cubicBezTo>
                    <a:close/>
                    <a:moveTo>
                      <a:pt x="261" y="1"/>
                    </a:moveTo>
                    <a:cubicBezTo>
                      <a:pt x="121" y="1"/>
                      <a:pt x="1" y="112"/>
                      <a:pt x="1" y="261"/>
                    </a:cubicBezTo>
                    <a:cubicBezTo>
                      <a:pt x="1" y="400"/>
                      <a:pt x="112" y="520"/>
                      <a:pt x="261" y="520"/>
                    </a:cubicBezTo>
                    <a:lnTo>
                      <a:pt x="3220" y="520"/>
                    </a:lnTo>
                    <a:cubicBezTo>
                      <a:pt x="3359" y="520"/>
                      <a:pt x="3470" y="400"/>
                      <a:pt x="3470" y="261"/>
                    </a:cubicBezTo>
                    <a:cubicBezTo>
                      <a:pt x="3470" y="112"/>
                      <a:pt x="3359" y="1"/>
                      <a:pt x="3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19"/>
              <p:cNvSpPr/>
              <p:nvPr/>
            </p:nvSpPr>
            <p:spPr>
              <a:xfrm>
                <a:off x="7251800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5" y="158"/>
                      <a:pt x="195" y="103"/>
                    </a:cubicBezTo>
                    <a:cubicBezTo>
                      <a:pt x="195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19"/>
              <p:cNvSpPr/>
              <p:nvPr/>
            </p:nvSpPr>
            <p:spPr>
              <a:xfrm>
                <a:off x="7261075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6" y="158"/>
                      <a:pt x="196" y="103"/>
                    </a:cubicBezTo>
                    <a:cubicBezTo>
                      <a:pt x="196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9"/>
              <p:cNvSpPr/>
              <p:nvPr/>
            </p:nvSpPr>
            <p:spPr>
              <a:xfrm>
                <a:off x="7269900" y="2766975"/>
                <a:ext cx="465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96" extrusionOk="0">
                    <a:moveTo>
                      <a:pt x="93" y="65"/>
                    </a:moveTo>
                    <a:cubicBezTo>
                      <a:pt x="112" y="65"/>
                      <a:pt x="130" y="84"/>
                      <a:pt x="130" y="103"/>
                    </a:cubicBezTo>
                    <a:cubicBezTo>
                      <a:pt x="130" y="121"/>
                      <a:pt x="112" y="140"/>
                      <a:pt x="93" y="140"/>
                    </a:cubicBezTo>
                    <a:cubicBezTo>
                      <a:pt x="74" y="140"/>
                      <a:pt x="56" y="121"/>
                      <a:pt x="56" y="103"/>
                    </a:cubicBezTo>
                    <a:cubicBezTo>
                      <a:pt x="56" y="84"/>
                      <a:pt x="74" y="65"/>
                      <a:pt x="93" y="65"/>
                    </a:cubicBezTo>
                    <a:close/>
                    <a:moveTo>
                      <a:pt x="93" y="1"/>
                    </a:moveTo>
                    <a:cubicBezTo>
                      <a:pt x="37" y="1"/>
                      <a:pt x="0" y="47"/>
                      <a:pt x="0" y="103"/>
                    </a:cubicBezTo>
                    <a:cubicBezTo>
                      <a:pt x="0" y="158"/>
                      <a:pt x="37" y="195"/>
                      <a:pt x="93" y="195"/>
                    </a:cubicBezTo>
                    <a:cubicBezTo>
                      <a:pt x="149" y="195"/>
                      <a:pt x="186" y="158"/>
                      <a:pt x="186" y="103"/>
                    </a:cubicBezTo>
                    <a:cubicBezTo>
                      <a:pt x="186" y="47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9"/>
              <p:cNvSpPr/>
              <p:nvPr/>
            </p:nvSpPr>
            <p:spPr>
              <a:xfrm>
                <a:off x="7278950" y="27669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102" y="65"/>
                    </a:moveTo>
                    <a:cubicBezTo>
                      <a:pt x="121" y="65"/>
                      <a:pt x="139" y="84"/>
                      <a:pt x="139" y="103"/>
                    </a:cubicBezTo>
                    <a:cubicBezTo>
                      <a:pt x="139" y="121"/>
                      <a:pt x="121" y="140"/>
                      <a:pt x="102" y="140"/>
                    </a:cubicBezTo>
                    <a:cubicBezTo>
                      <a:pt x="84" y="140"/>
                      <a:pt x="65" y="121"/>
                      <a:pt x="65" y="103"/>
                    </a:cubicBezTo>
                    <a:cubicBezTo>
                      <a:pt x="65" y="84"/>
                      <a:pt x="84" y="65"/>
                      <a:pt x="102" y="65"/>
                    </a:cubicBezTo>
                    <a:close/>
                    <a:moveTo>
                      <a:pt x="102" y="1"/>
                    </a:moveTo>
                    <a:cubicBezTo>
                      <a:pt x="46" y="1"/>
                      <a:pt x="0" y="47"/>
                      <a:pt x="0" y="103"/>
                    </a:cubicBezTo>
                    <a:cubicBezTo>
                      <a:pt x="0" y="158"/>
                      <a:pt x="46" y="195"/>
                      <a:pt x="102" y="195"/>
                    </a:cubicBezTo>
                    <a:cubicBezTo>
                      <a:pt x="158" y="195"/>
                      <a:pt x="195" y="158"/>
                      <a:pt x="195" y="103"/>
                    </a:cubicBezTo>
                    <a:cubicBezTo>
                      <a:pt x="195" y="47"/>
                      <a:pt x="158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9"/>
              <p:cNvSpPr/>
              <p:nvPr/>
            </p:nvSpPr>
            <p:spPr>
              <a:xfrm>
                <a:off x="7287975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>
                <a:off x="7297250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84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9"/>
              <p:cNvSpPr/>
              <p:nvPr/>
            </p:nvSpPr>
            <p:spPr>
              <a:xfrm>
                <a:off x="7249950" y="2672575"/>
                <a:ext cx="53825" cy="538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2154" extrusionOk="0">
                    <a:moveTo>
                      <a:pt x="1077" y="1"/>
                    </a:moveTo>
                    <a:cubicBezTo>
                      <a:pt x="483" y="1"/>
                      <a:pt x="0" y="483"/>
                      <a:pt x="0" y="1077"/>
                    </a:cubicBezTo>
                    <a:cubicBezTo>
                      <a:pt x="0" y="1671"/>
                      <a:pt x="483" y="2153"/>
                      <a:pt x="1077" y="2153"/>
                    </a:cubicBezTo>
                    <a:cubicBezTo>
                      <a:pt x="1670" y="2153"/>
                      <a:pt x="2153" y="1671"/>
                      <a:pt x="2153" y="1077"/>
                    </a:cubicBezTo>
                    <a:cubicBezTo>
                      <a:pt x="2153" y="483"/>
                      <a:pt x="1670" y="1"/>
                      <a:pt x="10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9"/>
              <p:cNvSpPr/>
              <p:nvPr/>
            </p:nvSpPr>
            <p:spPr>
              <a:xfrm>
                <a:off x="7248550" y="2671200"/>
                <a:ext cx="56625" cy="56600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2264" extrusionOk="0">
                    <a:moveTo>
                      <a:pt x="1133" y="112"/>
                    </a:moveTo>
                    <a:cubicBezTo>
                      <a:pt x="1698" y="112"/>
                      <a:pt x="2153" y="575"/>
                      <a:pt x="2153" y="1132"/>
                    </a:cubicBezTo>
                    <a:cubicBezTo>
                      <a:pt x="2153" y="1689"/>
                      <a:pt x="1698" y="2152"/>
                      <a:pt x="1133" y="2152"/>
                    </a:cubicBezTo>
                    <a:cubicBezTo>
                      <a:pt x="576" y="2152"/>
                      <a:pt x="121" y="1689"/>
                      <a:pt x="121" y="1132"/>
                    </a:cubicBezTo>
                    <a:cubicBezTo>
                      <a:pt x="121" y="575"/>
                      <a:pt x="576" y="112"/>
                      <a:pt x="1133" y="112"/>
                    </a:cubicBezTo>
                    <a:close/>
                    <a:moveTo>
                      <a:pt x="1133" y="0"/>
                    </a:moveTo>
                    <a:cubicBezTo>
                      <a:pt x="511" y="0"/>
                      <a:pt x="1" y="510"/>
                      <a:pt x="1" y="1132"/>
                    </a:cubicBezTo>
                    <a:cubicBezTo>
                      <a:pt x="1" y="1754"/>
                      <a:pt x="511" y="2264"/>
                      <a:pt x="1133" y="2264"/>
                    </a:cubicBezTo>
                    <a:cubicBezTo>
                      <a:pt x="1754" y="2264"/>
                      <a:pt x="2264" y="1754"/>
                      <a:pt x="2264" y="1132"/>
                    </a:cubicBezTo>
                    <a:cubicBezTo>
                      <a:pt x="2264" y="510"/>
                      <a:pt x="1763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9"/>
              <p:cNvSpPr/>
              <p:nvPr/>
            </p:nvSpPr>
            <p:spPr>
              <a:xfrm>
                <a:off x="7265025" y="2701100"/>
                <a:ext cx="23900" cy="12100"/>
              </a:xfrm>
              <a:custGeom>
                <a:avLst/>
                <a:gdLst/>
                <a:ahLst/>
                <a:cxnLst/>
                <a:rect l="l" t="t" r="r" b="b"/>
                <a:pathLst>
                  <a:path w="956" h="484" extrusionOk="0">
                    <a:moveTo>
                      <a:pt x="474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956" y="483"/>
                    </a:lnTo>
                    <a:cubicBezTo>
                      <a:pt x="956" y="214"/>
                      <a:pt x="743" y="1"/>
                      <a:pt x="4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9"/>
              <p:cNvSpPr/>
              <p:nvPr/>
            </p:nvSpPr>
            <p:spPr>
              <a:xfrm>
                <a:off x="7263400" y="2699725"/>
                <a:ext cx="2692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595" extrusionOk="0">
                    <a:moveTo>
                      <a:pt x="539" y="112"/>
                    </a:moveTo>
                    <a:cubicBezTo>
                      <a:pt x="752" y="112"/>
                      <a:pt x="928" y="269"/>
                      <a:pt x="956" y="473"/>
                    </a:cubicBezTo>
                    <a:lnTo>
                      <a:pt x="121" y="473"/>
                    </a:lnTo>
                    <a:cubicBezTo>
                      <a:pt x="149" y="269"/>
                      <a:pt x="325" y="112"/>
                      <a:pt x="539" y="112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0" y="241"/>
                      <a:pt x="0" y="538"/>
                    </a:cubicBezTo>
                    <a:cubicBezTo>
                      <a:pt x="0" y="594"/>
                      <a:pt x="0" y="594"/>
                      <a:pt x="232" y="594"/>
                    </a:cubicBezTo>
                    <a:lnTo>
                      <a:pt x="585" y="594"/>
                    </a:lnTo>
                    <a:cubicBezTo>
                      <a:pt x="1077" y="594"/>
                      <a:pt x="1077" y="594"/>
                      <a:pt x="1077" y="538"/>
                    </a:cubicBezTo>
                    <a:cubicBezTo>
                      <a:pt x="1077" y="241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9"/>
              <p:cNvSpPr/>
              <p:nvPr/>
            </p:nvSpPr>
            <p:spPr>
              <a:xfrm>
                <a:off x="7270125" y="2685800"/>
                <a:ext cx="13700" cy="1372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549" extrusionOk="0">
                    <a:moveTo>
                      <a:pt x="279" y="1"/>
                    </a:moveTo>
                    <a:cubicBezTo>
                      <a:pt x="121" y="1"/>
                      <a:pt x="1" y="131"/>
                      <a:pt x="1" y="279"/>
                    </a:cubicBezTo>
                    <a:cubicBezTo>
                      <a:pt x="1" y="427"/>
                      <a:pt x="121" y="548"/>
                      <a:pt x="279" y="548"/>
                    </a:cubicBezTo>
                    <a:cubicBezTo>
                      <a:pt x="427" y="548"/>
                      <a:pt x="548" y="427"/>
                      <a:pt x="548" y="279"/>
                    </a:cubicBezTo>
                    <a:cubicBezTo>
                      <a:pt x="548" y="131"/>
                      <a:pt x="427" y="1"/>
                      <a:pt x="2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9"/>
              <p:cNvSpPr/>
              <p:nvPr/>
            </p:nvSpPr>
            <p:spPr>
              <a:xfrm>
                <a:off x="7268725" y="2684425"/>
                <a:ext cx="165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59" extrusionOk="0">
                    <a:moveTo>
                      <a:pt x="335" y="121"/>
                    </a:moveTo>
                    <a:cubicBezTo>
                      <a:pt x="446" y="121"/>
                      <a:pt x="539" y="213"/>
                      <a:pt x="548" y="334"/>
                    </a:cubicBezTo>
                    <a:cubicBezTo>
                      <a:pt x="548" y="445"/>
                      <a:pt x="446" y="547"/>
                      <a:pt x="335" y="547"/>
                    </a:cubicBezTo>
                    <a:cubicBezTo>
                      <a:pt x="214" y="547"/>
                      <a:pt x="121" y="445"/>
                      <a:pt x="121" y="334"/>
                    </a:cubicBezTo>
                    <a:cubicBezTo>
                      <a:pt x="121" y="213"/>
                      <a:pt x="214" y="121"/>
                      <a:pt x="335" y="121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8"/>
                      <a:pt x="1" y="334"/>
                    </a:cubicBezTo>
                    <a:cubicBezTo>
                      <a:pt x="1" y="510"/>
                      <a:pt x="149" y="659"/>
                      <a:pt x="335" y="659"/>
                    </a:cubicBezTo>
                    <a:cubicBezTo>
                      <a:pt x="511" y="659"/>
                      <a:pt x="659" y="510"/>
                      <a:pt x="659" y="334"/>
                    </a:cubicBezTo>
                    <a:cubicBezTo>
                      <a:pt x="659" y="148"/>
                      <a:pt x="511" y="0"/>
                      <a:pt x="3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9"/>
              <p:cNvSpPr/>
              <p:nvPr/>
            </p:nvSpPr>
            <p:spPr>
              <a:xfrm>
                <a:off x="7257150" y="2782525"/>
                <a:ext cx="396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1587" h="492" extrusionOk="0">
                    <a:moveTo>
                      <a:pt x="241" y="0"/>
                    </a:moveTo>
                    <a:cubicBezTo>
                      <a:pt x="111" y="0"/>
                      <a:pt x="0" y="111"/>
                      <a:pt x="0" y="251"/>
                    </a:cubicBezTo>
                    <a:cubicBezTo>
                      <a:pt x="0" y="380"/>
                      <a:pt x="111" y="492"/>
                      <a:pt x="241" y="492"/>
                    </a:cubicBezTo>
                    <a:lnTo>
                      <a:pt x="1336" y="492"/>
                    </a:lnTo>
                    <a:cubicBezTo>
                      <a:pt x="1475" y="492"/>
                      <a:pt x="1586" y="380"/>
                      <a:pt x="1586" y="251"/>
                    </a:cubicBezTo>
                    <a:cubicBezTo>
                      <a:pt x="1586" y="111"/>
                      <a:pt x="1475" y="0"/>
                      <a:pt x="13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9"/>
              <p:cNvSpPr/>
              <p:nvPr/>
            </p:nvSpPr>
            <p:spPr>
              <a:xfrm>
                <a:off x="7255525" y="2781125"/>
                <a:ext cx="426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707" h="604" extrusionOk="0">
                    <a:moveTo>
                      <a:pt x="1401" y="112"/>
                    </a:moveTo>
                    <a:cubicBezTo>
                      <a:pt x="1503" y="112"/>
                      <a:pt x="1586" y="19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21" y="409"/>
                      <a:pt x="121" y="307"/>
                    </a:cubicBezTo>
                    <a:cubicBezTo>
                      <a:pt x="121" y="195"/>
                      <a:pt x="204" y="112"/>
                      <a:pt x="306" y="112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30"/>
                      <a:pt x="0" y="307"/>
                    </a:cubicBezTo>
                    <a:cubicBezTo>
                      <a:pt x="0" y="474"/>
                      <a:pt x="139" y="603"/>
                      <a:pt x="306" y="603"/>
                    </a:cubicBezTo>
                    <a:lnTo>
                      <a:pt x="1401" y="603"/>
                    </a:lnTo>
                    <a:cubicBezTo>
                      <a:pt x="1568" y="603"/>
                      <a:pt x="1707" y="474"/>
                      <a:pt x="1707" y="307"/>
                    </a:cubicBezTo>
                    <a:cubicBezTo>
                      <a:pt x="1707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9"/>
              <p:cNvSpPr/>
              <p:nvPr/>
            </p:nvSpPr>
            <p:spPr>
              <a:xfrm>
                <a:off x="7359875" y="1832850"/>
                <a:ext cx="241000" cy="240000"/>
              </a:xfrm>
              <a:custGeom>
                <a:avLst/>
                <a:gdLst/>
                <a:ahLst/>
                <a:cxnLst/>
                <a:rect l="l" t="t" r="r" b="b"/>
                <a:pathLst>
                  <a:path w="9640" h="9600" extrusionOk="0">
                    <a:moveTo>
                      <a:pt x="4833" y="2576"/>
                    </a:moveTo>
                    <a:cubicBezTo>
                      <a:pt x="5983" y="2576"/>
                      <a:pt x="6996" y="3477"/>
                      <a:pt x="7042" y="4721"/>
                    </a:cubicBezTo>
                    <a:cubicBezTo>
                      <a:pt x="7069" y="5565"/>
                      <a:pt x="6420" y="6558"/>
                      <a:pt x="5632" y="6855"/>
                    </a:cubicBezTo>
                    <a:cubicBezTo>
                      <a:pt x="5362" y="6957"/>
                      <a:pt x="5090" y="7005"/>
                      <a:pt x="4825" y="7005"/>
                    </a:cubicBezTo>
                    <a:cubicBezTo>
                      <a:pt x="3675" y="7005"/>
                      <a:pt x="2662" y="6104"/>
                      <a:pt x="2617" y="4860"/>
                    </a:cubicBezTo>
                    <a:cubicBezTo>
                      <a:pt x="2580" y="4016"/>
                      <a:pt x="3238" y="3023"/>
                      <a:pt x="4027" y="2727"/>
                    </a:cubicBezTo>
                    <a:cubicBezTo>
                      <a:pt x="4296" y="2624"/>
                      <a:pt x="4568" y="2576"/>
                      <a:pt x="4833" y="2576"/>
                    </a:cubicBezTo>
                    <a:close/>
                    <a:moveTo>
                      <a:pt x="4067" y="0"/>
                    </a:moveTo>
                    <a:cubicBezTo>
                      <a:pt x="4051" y="0"/>
                      <a:pt x="4034" y="3"/>
                      <a:pt x="4017" y="8"/>
                    </a:cubicBezTo>
                    <a:lnTo>
                      <a:pt x="2709" y="426"/>
                    </a:lnTo>
                    <a:cubicBezTo>
                      <a:pt x="2635" y="444"/>
                      <a:pt x="2589" y="537"/>
                      <a:pt x="2617" y="611"/>
                    </a:cubicBezTo>
                    <a:lnTo>
                      <a:pt x="2886" y="1483"/>
                    </a:lnTo>
                    <a:cubicBezTo>
                      <a:pt x="2904" y="1548"/>
                      <a:pt x="2876" y="1613"/>
                      <a:pt x="2821" y="1650"/>
                    </a:cubicBezTo>
                    <a:cubicBezTo>
                      <a:pt x="2533" y="1836"/>
                      <a:pt x="2283" y="2049"/>
                      <a:pt x="2060" y="2291"/>
                    </a:cubicBezTo>
                    <a:cubicBezTo>
                      <a:pt x="2030" y="2326"/>
                      <a:pt x="1989" y="2343"/>
                      <a:pt x="1946" y="2343"/>
                    </a:cubicBezTo>
                    <a:cubicBezTo>
                      <a:pt x="1922" y="2343"/>
                      <a:pt x="1898" y="2338"/>
                      <a:pt x="1874" y="2328"/>
                    </a:cubicBezTo>
                    <a:lnTo>
                      <a:pt x="1077" y="1910"/>
                    </a:lnTo>
                    <a:cubicBezTo>
                      <a:pt x="1052" y="1899"/>
                      <a:pt x="1026" y="1894"/>
                      <a:pt x="1001" y="1894"/>
                    </a:cubicBezTo>
                    <a:cubicBezTo>
                      <a:pt x="943" y="1894"/>
                      <a:pt x="889" y="1923"/>
                      <a:pt x="863" y="1975"/>
                    </a:cubicBezTo>
                    <a:lnTo>
                      <a:pt x="233" y="3190"/>
                    </a:lnTo>
                    <a:cubicBezTo>
                      <a:pt x="195" y="3265"/>
                      <a:pt x="223" y="3357"/>
                      <a:pt x="297" y="3404"/>
                    </a:cubicBezTo>
                    <a:lnTo>
                      <a:pt x="1105" y="3821"/>
                    </a:lnTo>
                    <a:cubicBezTo>
                      <a:pt x="1160" y="3849"/>
                      <a:pt x="1197" y="3923"/>
                      <a:pt x="1179" y="3988"/>
                    </a:cubicBezTo>
                    <a:cubicBezTo>
                      <a:pt x="1105" y="4304"/>
                      <a:pt x="1077" y="4638"/>
                      <a:pt x="1095" y="4971"/>
                    </a:cubicBezTo>
                    <a:cubicBezTo>
                      <a:pt x="1095" y="5046"/>
                      <a:pt x="1058" y="5111"/>
                      <a:pt x="984" y="5129"/>
                    </a:cubicBezTo>
                    <a:lnTo>
                      <a:pt x="121" y="5398"/>
                    </a:lnTo>
                    <a:cubicBezTo>
                      <a:pt x="47" y="5426"/>
                      <a:pt x="1" y="5519"/>
                      <a:pt x="19" y="5593"/>
                    </a:cubicBezTo>
                    <a:lnTo>
                      <a:pt x="437" y="6901"/>
                    </a:lnTo>
                    <a:cubicBezTo>
                      <a:pt x="459" y="6968"/>
                      <a:pt x="517" y="7011"/>
                      <a:pt x="582" y="7011"/>
                    </a:cubicBezTo>
                    <a:cubicBezTo>
                      <a:pt x="598" y="7011"/>
                      <a:pt x="615" y="7009"/>
                      <a:pt x="631" y="7003"/>
                    </a:cubicBezTo>
                    <a:lnTo>
                      <a:pt x="1494" y="6734"/>
                    </a:lnTo>
                    <a:cubicBezTo>
                      <a:pt x="1508" y="6730"/>
                      <a:pt x="1522" y="6728"/>
                      <a:pt x="1536" y="6728"/>
                    </a:cubicBezTo>
                    <a:cubicBezTo>
                      <a:pt x="1588" y="6728"/>
                      <a:pt x="1641" y="6755"/>
                      <a:pt x="1670" y="6799"/>
                    </a:cubicBezTo>
                    <a:cubicBezTo>
                      <a:pt x="1847" y="7087"/>
                      <a:pt x="2069" y="7337"/>
                      <a:pt x="2310" y="7560"/>
                    </a:cubicBezTo>
                    <a:cubicBezTo>
                      <a:pt x="2357" y="7606"/>
                      <a:pt x="2375" y="7680"/>
                      <a:pt x="2338" y="7745"/>
                    </a:cubicBezTo>
                    <a:lnTo>
                      <a:pt x="1921" y="8543"/>
                    </a:lnTo>
                    <a:cubicBezTo>
                      <a:pt x="1884" y="8617"/>
                      <a:pt x="1912" y="8710"/>
                      <a:pt x="1995" y="8756"/>
                    </a:cubicBezTo>
                    <a:lnTo>
                      <a:pt x="3210" y="9387"/>
                    </a:lnTo>
                    <a:cubicBezTo>
                      <a:pt x="3232" y="9398"/>
                      <a:pt x="3256" y="9404"/>
                      <a:pt x="3280" y="9404"/>
                    </a:cubicBezTo>
                    <a:cubicBezTo>
                      <a:pt x="3335" y="9404"/>
                      <a:pt x="3388" y="9374"/>
                      <a:pt x="3414" y="9322"/>
                    </a:cubicBezTo>
                    <a:lnTo>
                      <a:pt x="3832" y="8515"/>
                    </a:lnTo>
                    <a:cubicBezTo>
                      <a:pt x="3861" y="8463"/>
                      <a:pt x="3909" y="8435"/>
                      <a:pt x="3964" y="8435"/>
                    </a:cubicBezTo>
                    <a:cubicBezTo>
                      <a:pt x="3978" y="8435"/>
                      <a:pt x="3993" y="8437"/>
                      <a:pt x="4008" y="8441"/>
                    </a:cubicBezTo>
                    <a:cubicBezTo>
                      <a:pt x="4260" y="8500"/>
                      <a:pt x="4525" y="8530"/>
                      <a:pt x="4791" y="8530"/>
                    </a:cubicBezTo>
                    <a:cubicBezTo>
                      <a:pt x="4858" y="8530"/>
                      <a:pt x="4925" y="8528"/>
                      <a:pt x="4991" y="8524"/>
                    </a:cubicBezTo>
                    <a:cubicBezTo>
                      <a:pt x="5056" y="8524"/>
                      <a:pt x="5121" y="8562"/>
                      <a:pt x="5149" y="8626"/>
                    </a:cubicBezTo>
                    <a:lnTo>
                      <a:pt x="5418" y="9498"/>
                    </a:lnTo>
                    <a:cubicBezTo>
                      <a:pt x="5440" y="9558"/>
                      <a:pt x="5498" y="9599"/>
                      <a:pt x="5563" y="9599"/>
                    </a:cubicBezTo>
                    <a:cubicBezTo>
                      <a:pt x="5580" y="9599"/>
                      <a:pt x="5596" y="9597"/>
                      <a:pt x="5613" y="9591"/>
                    </a:cubicBezTo>
                    <a:lnTo>
                      <a:pt x="6921" y="9183"/>
                    </a:lnTo>
                    <a:cubicBezTo>
                      <a:pt x="7004" y="9155"/>
                      <a:pt x="7042" y="9072"/>
                      <a:pt x="7023" y="8988"/>
                    </a:cubicBezTo>
                    <a:lnTo>
                      <a:pt x="6745" y="8126"/>
                    </a:lnTo>
                    <a:cubicBezTo>
                      <a:pt x="6726" y="8061"/>
                      <a:pt x="6754" y="7986"/>
                      <a:pt x="6810" y="7949"/>
                    </a:cubicBezTo>
                    <a:cubicBezTo>
                      <a:pt x="7097" y="7764"/>
                      <a:pt x="7348" y="7550"/>
                      <a:pt x="7570" y="7309"/>
                    </a:cubicBezTo>
                    <a:cubicBezTo>
                      <a:pt x="7602" y="7278"/>
                      <a:pt x="7646" y="7259"/>
                      <a:pt x="7692" y="7259"/>
                    </a:cubicBezTo>
                    <a:cubicBezTo>
                      <a:pt x="7713" y="7259"/>
                      <a:pt x="7735" y="7263"/>
                      <a:pt x="7756" y="7272"/>
                    </a:cubicBezTo>
                    <a:lnTo>
                      <a:pt x="8563" y="7690"/>
                    </a:lnTo>
                    <a:cubicBezTo>
                      <a:pt x="8585" y="7704"/>
                      <a:pt x="8610" y="7710"/>
                      <a:pt x="8634" y="7710"/>
                    </a:cubicBezTo>
                    <a:cubicBezTo>
                      <a:pt x="8688" y="7710"/>
                      <a:pt x="8741" y="7676"/>
                      <a:pt x="8767" y="7625"/>
                    </a:cubicBezTo>
                    <a:lnTo>
                      <a:pt x="9398" y="6409"/>
                    </a:lnTo>
                    <a:cubicBezTo>
                      <a:pt x="9444" y="6335"/>
                      <a:pt x="9407" y="6242"/>
                      <a:pt x="9333" y="6205"/>
                    </a:cubicBezTo>
                    <a:lnTo>
                      <a:pt x="8535" y="5788"/>
                    </a:lnTo>
                    <a:cubicBezTo>
                      <a:pt x="8470" y="5751"/>
                      <a:pt x="8442" y="5686"/>
                      <a:pt x="8452" y="5612"/>
                    </a:cubicBezTo>
                    <a:cubicBezTo>
                      <a:pt x="8526" y="5296"/>
                      <a:pt x="8554" y="4962"/>
                      <a:pt x="8535" y="4628"/>
                    </a:cubicBezTo>
                    <a:cubicBezTo>
                      <a:pt x="8535" y="4554"/>
                      <a:pt x="8582" y="4498"/>
                      <a:pt x="8646" y="4471"/>
                    </a:cubicBezTo>
                    <a:lnTo>
                      <a:pt x="9509" y="4202"/>
                    </a:lnTo>
                    <a:cubicBezTo>
                      <a:pt x="9593" y="4174"/>
                      <a:pt x="9639" y="4090"/>
                      <a:pt x="9611" y="4007"/>
                    </a:cubicBezTo>
                    <a:lnTo>
                      <a:pt x="9194" y="2699"/>
                    </a:lnTo>
                    <a:cubicBezTo>
                      <a:pt x="9179" y="2632"/>
                      <a:pt x="9116" y="2589"/>
                      <a:pt x="9049" y="2589"/>
                    </a:cubicBezTo>
                    <a:cubicBezTo>
                      <a:pt x="9032" y="2589"/>
                      <a:pt x="9015" y="2591"/>
                      <a:pt x="8999" y="2597"/>
                    </a:cubicBezTo>
                    <a:lnTo>
                      <a:pt x="8136" y="2875"/>
                    </a:lnTo>
                    <a:cubicBezTo>
                      <a:pt x="8123" y="2879"/>
                      <a:pt x="8109" y="2881"/>
                      <a:pt x="8096" y="2881"/>
                    </a:cubicBezTo>
                    <a:cubicBezTo>
                      <a:pt x="8043" y="2881"/>
                      <a:pt x="7990" y="2852"/>
                      <a:pt x="7960" y="2801"/>
                    </a:cubicBezTo>
                    <a:cubicBezTo>
                      <a:pt x="7784" y="2522"/>
                      <a:pt x="7570" y="2263"/>
                      <a:pt x="7329" y="2049"/>
                    </a:cubicBezTo>
                    <a:cubicBezTo>
                      <a:pt x="7274" y="2003"/>
                      <a:pt x="7255" y="1929"/>
                      <a:pt x="7292" y="1864"/>
                    </a:cubicBezTo>
                    <a:lnTo>
                      <a:pt x="7710" y="1057"/>
                    </a:lnTo>
                    <a:cubicBezTo>
                      <a:pt x="7747" y="983"/>
                      <a:pt x="7719" y="890"/>
                      <a:pt x="7645" y="853"/>
                    </a:cubicBezTo>
                    <a:lnTo>
                      <a:pt x="6420" y="222"/>
                    </a:lnTo>
                    <a:cubicBezTo>
                      <a:pt x="6398" y="208"/>
                      <a:pt x="6373" y="201"/>
                      <a:pt x="6349" y="201"/>
                    </a:cubicBezTo>
                    <a:cubicBezTo>
                      <a:pt x="6295" y="201"/>
                      <a:pt x="6242" y="235"/>
                      <a:pt x="6216" y="287"/>
                    </a:cubicBezTo>
                    <a:lnTo>
                      <a:pt x="5799" y="1085"/>
                    </a:lnTo>
                    <a:cubicBezTo>
                      <a:pt x="5774" y="1141"/>
                      <a:pt x="5714" y="1170"/>
                      <a:pt x="5656" y="1170"/>
                    </a:cubicBezTo>
                    <a:cubicBezTo>
                      <a:pt x="5648" y="1170"/>
                      <a:pt x="5640" y="1169"/>
                      <a:pt x="5632" y="1168"/>
                    </a:cubicBezTo>
                    <a:cubicBezTo>
                      <a:pt x="5347" y="1103"/>
                      <a:pt x="5062" y="1074"/>
                      <a:pt x="4765" y="1074"/>
                    </a:cubicBezTo>
                    <a:cubicBezTo>
                      <a:pt x="4723" y="1074"/>
                      <a:pt x="4681" y="1074"/>
                      <a:pt x="4639" y="1075"/>
                    </a:cubicBezTo>
                    <a:cubicBezTo>
                      <a:pt x="4633" y="1076"/>
                      <a:pt x="4628" y="1076"/>
                      <a:pt x="4622" y="1076"/>
                    </a:cubicBezTo>
                    <a:cubicBezTo>
                      <a:pt x="4563" y="1076"/>
                      <a:pt x="4507" y="1033"/>
                      <a:pt x="4491" y="973"/>
                    </a:cubicBezTo>
                    <a:lnTo>
                      <a:pt x="4212" y="111"/>
                    </a:lnTo>
                    <a:cubicBezTo>
                      <a:pt x="4197" y="44"/>
                      <a:pt x="4135" y="0"/>
                      <a:pt x="40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>
                <a:off x="7358250" y="1831425"/>
                <a:ext cx="243775" cy="242850"/>
              </a:xfrm>
              <a:custGeom>
                <a:avLst/>
                <a:gdLst/>
                <a:ahLst/>
                <a:cxnLst/>
                <a:rect l="l" t="t" r="r" b="b"/>
                <a:pathLst>
                  <a:path w="9751" h="9714" extrusionOk="0">
                    <a:moveTo>
                      <a:pt x="4899" y="2691"/>
                    </a:moveTo>
                    <a:cubicBezTo>
                      <a:pt x="5316" y="2691"/>
                      <a:pt x="5724" y="2811"/>
                      <a:pt x="6077" y="3053"/>
                    </a:cubicBezTo>
                    <a:cubicBezTo>
                      <a:pt x="6671" y="3433"/>
                      <a:pt x="7023" y="4073"/>
                      <a:pt x="7042" y="4778"/>
                    </a:cubicBezTo>
                    <a:cubicBezTo>
                      <a:pt x="7079" y="5594"/>
                      <a:pt x="6439" y="6568"/>
                      <a:pt x="5669" y="6856"/>
                    </a:cubicBezTo>
                    <a:cubicBezTo>
                      <a:pt x="5413" y="6953"/>
                      <a:pt x="5148" y="7001"/>
                      <a:pt x="4885" y="7001"/>
                    </a:cubicBezTo>
                    <a:cubicBezTo>
                      <a:pt x="4470" y="7001"/>
                      <a:pt x="4060" y="6881"/>
                      <a:pt x="3702" y="6643"/>
                    </a:cubicBezTo>
                    <a:cubicBezTo>
                      <a:pt x="3118" y="6253"/>
                      <a:pt x="2765" y="5622"/>
                      <a:pt x="2737" y="4908"/>
                    </a:cubicBezTo>
                    <a:cubicBezTo>
                      <a:pt x="2709" y="4092"/>
                      <a:pt x="3350" y="3127"/>
                      <a:pt x="4110" y="2839"/>
                    </a:cubicBezTo>
                    <a:cubicBezTo>
                      <a:pt x="4370" y="2737"/>
                      <a:pt x="4630" y="2691"/>
                      <a:pt x="4899" y="2691"/>
                    </a:cubicBezTo>
                    <a:close/>
                    <a:moveTo>
                      <a:pt x="4899" y="2572"/>
                    </a:moveTo>
                    <a:cubicBezTo>
                      <a:pt x="4622" y="2572"/>
                      <a:pt x="4343" y="2624"/>
                      <a:pt x="4073" y="2728"/>
                    </a:cubicBezTo>
                    <a:cubicBezTo>
                      <a:pt x="3247" y="3034"/>
                      <a:pt x="2589" y="4036"/>
                      <a:pt x="2617" y="4917"/>
                    </a:cubicBezTo>
                    <a:cubicBezTo>
                      <a:pt x="2645" y="5669"/>
                      <a:pt x="3016" y="6327"/>
                      <a:pt x="3637" y="6745"/>
                    </a:cubicBezTo>
                    <a:cubicBezTo>
                      <a:pt x="4017" y="6995"/>
                      <a:pt x="4444" y="7116"/>
                      <a:pt x="4889" y="7116"/>
                    </a:cubicBezTo>
                    <a:cubicBezTo>
                      <a:pt x="5158" y="7116"/>
                      <a:pt x="5437" y="7069"/>
                      <a:pt x="5715" y="6967"/>
                    </a:cubicBezTo>
                    <a:cubicBezTo>
                      <a:pt x="6531" y="6652"/>
                      <a:pt x="7199" y="5650"/>
                      <a:pt x="7162" y="4778"/>
                    </a:cubicBezTo>
                    <a:cubicBezTo>
                      <a:pt x="7134" y="4027"/>
                      <a:pt x="6763" y="3359"/>
                      <a:pt x="6142" y="2951"/>
                    </a:cubicBezTo>
                    <a:cubicBezTo>
                      <a:pt x="5767" y="2701"/>
                      <a:pt x="5336" y="2572"/>
                      <a:pt x="4899" y="2572"/>
                    </a:cubicBezTo>
                    <a:close/>
                    <a:moveTo>
                      <a:pt x="4144" y="114"/>
                    </a:moveTo>
                    <a:cubicBezTo>
                      <a:pt x="4157" y="114"/>
                      <a:pt x="4171" y="117"/>
                      <a:pt x="4184" y="121"/>
                    </a:cubicBezTo>
                    <a:cubicBezTo>
                      <a:pt x="4203" y="140"/>
                      <a:pt x="4222" y="158"/>
                      <a:pt x="4231" y="186"/>
                    </a:cubicBezTo>
                    <a:lnTo>
                      <a:pt x="4500" y="1049"/>
                    </a:lnTo>
                    <a:cubicBezTo>
                      <a:pt x="4526" y="1127"/>
                      <a:pt x="4609" y="1189"/>
                      <a:pt x="4695" y="1189"/>
                    </a:cubicBezTo>
                    <a:cubicBezTo>
                      <a:pt x="4701" y="1189"/>
                      <a:pt x="4707" y="1189"/>
                      <a:pt x="4713" y="1188"/>
                    </a:cubicBezTo>
                    <a:cubicBezTo>
                      <a:pt x="4753" y="1187"/>
                      <a:pt x="4793" y="1186"/>
                      <a:pt x="4833" y="1186"/>
                    </a:cubicBezTo>
                    <a:cubicBezTo>
                      <a:pt x="5118" y="1186"/>
                      <a:pt x="5403" y="1216"/>
                      <a:pt x="5687" y="1281"/>
                    </a:cubicBezTo>
                    <a:cubicBezTo>
                      <a:pt x="5701" y="1283"/>
                      <a:pt x="5715" y="1285"/>
                      <a:pt x="5728" y="1285"/>
                    </a:cubicBezTo>
                    <a:cubicBezTo>
                      <a:pt x="5806" y="1285"/>
                      <a:pt x="5880" y="1241"/>
                      <a:pt x="5919" y="1169"/>
                    </a:cubicBezTo>
                    <a:lnTo>
                      <a:pt x="6337" y="362"/>
                    </a:lnTo>
                    <a:cubicBezTo>
                      <a:pt x="6346" y="344"/>
                      <a:pt x="6364" y="325"/>
                      <a:pt x="6392" y="316"/>
                    </a:cubicBezTo>
                    <a:cubicBezTo>
                      <a:pt x="6400" y="313"/>
                      <a:pt x="6408" y="312"/>
                      <a:pt x="6415" y="312"/>
                    </a:cubicBezTo>
                    <a:cubicBezTo>
                      <a:pt x="6432" y="312"/>
                      <a:pt x="6447" y="319"/>
                      <a:pt x="6467" y="325"/>
                    </a:cubicBezTo>
                    <a:lnTo>
                      <a:pt x="7682" y="956"/>
                    </a:lnTo>
                    <a:cubicBezTo>
                      <a:pt x="7710" y="965"/>
                      <a:pt x="7719" y="984"/>
                      <a:pt x="7728" y="1012"/>
                    </a:cubicBezTo>
                    <a:cubicBezTo>
                      <a:pt x="7737" y="1040"/>
                      <a:pt x="7737" y="1058"/>
                      <a:pt x="7719" y="1086"/>
                    </a:cubicBezTo>
                    <a:lnTo>
                      <a:pt x="7301" y="1893"/>
                    </a:lnTo>
                    <a:cubicBezTo>
                      <a:pt x="7264" y="1976"/>
                      <a:pt x="7283" y="2079"/>
                      <a:pt x="7357" y="2143"/>
                    </a:cubicBezTo>
                    <a:cubicBezTo>
                      <a:pt x="7598" y="2366"/>
                      <a:pt x="7802" y="2617"/>
                      <a:pt x="7979" y="2886"/>
                    </a:cubicBezTo>
                    <a:cubicBezTo>
                      <a:pt x="8022" y="2951"/>
                      <a:pt x="8093" y="2987"/>
                      <a:pt x="8162" y="2987"/>
                    </a:cubicBezTo>
                    <a:cubicBezTo>
                      <a:pt x="8182" y="2987"/>
                      <a:pt x="8201" y="2985"/>
                      <a:pt x="8220" y="2978"/>
                    </a:cubicBezTo>
                    <a:lnTo>
                      <a:pt x="9083" y="2709"/>
                    </a:lnTo>
                    <a:cubicBezTo>
                      <a:pt x="9094" y="2705"/>
                      <a:pt x="9106" y="2703"/>
                      <a:pt x="9116" y="2703"/>
                    </a:cubicBezTo>
                    <a:cubicBezTo>
                      <a:pt x="9132" y="2703"/>
                      <a:pt x="9146" y="2708"/>
                      <a:pt x="9157" y="2719"/>
                    </a:cubicBezTo>
                    <a:cubicBezTo>
                      <a:pt x="9185" y="2728"/>
                      <a:pt x="9203" y="2746"/>
                      <a:pt x="9203" y="2774"/>
                    </a:cubicBezTo>
                    <a:lnTo>
                      <a:pt x="9621" y="4082"/>
                    </a:lnTo>
                    <a:cubicBezTo>
                      <a:pt x="9630" y="4101"/>
                      <a:pt x="9630" y="4129"/>
                      <a:pt x="9611" y="4156"/>
                    </a:cubicBezTo>
                    <a:cubicBezTo>
                      <a:pt x="9602" y="4175"/>
                      <a:pt x="9583" y="4194"/>
                      <a:pt x="9556" y="4203"/>
                    </a:cubicBezTo>
                    <a:lnTo>
                      <a:pt x="8693" y="4472"/>
                    </a:lnTo>
                    <a:cubicBezTo>
                      <a:pt x="8600" y="4500"/>
                      <a:pt x="8544" y="4592"/>
                      <a:pt x="8544" y="4685"/>
                    </a:cubicBezTo>
                    <a:cubicBezTo>
                      <a:pt x="8563" y="5010"/>
                      <a:pt x="8535" y="5335"/>
                      <a:pt x="8461" y="5659"/>
                    </a:cubicBezTo>
                    <a:cubicBezTo>
                      <a:pt x="8442" y="5752"/>
                      <a:pt x="8489" y="5845"/>
                      <a:pt x="8572" y="5891"/>
                    </a:cubicBezTo>
                    <a:lnTo>
                      <a:pt x="9379" y="6309"/>
                    </a:lnTo>
                    <a:cubicBezTo>
                      <a:pt x="9426" y="6337"/>
                      <a:pt x="9444" y="6392"/>
                      <a:pt x="9416" y="6439"/>
                    </a:cubicBezTo>
                    <a:lnTo>
                      <a:pt x="8786" y="7654"/>
                    </a:lnTo>
                    <a:cubicBezTo>
                      <a:pt x="8767" y="7682"/>
                      <a:pt x="8749" y="7700"/>
                      <a:pt x="8730" y="7709"/>
                    </a:cubicBezTo>
                    <a:cubicBezTo>
                      <a:pt x="8702" y="7709"/>
                      <a:pt x="8674" y="7709"/>
                      <a:pt x="8656" y="7700"/>
                    </a:cubicBezTo>
                    <a:lnTo>
                      <a:pt x="7849" y="7283"/>
                    </a:lnTo>
                    <a:cubicBezTo>
                      <a:pt x="7818" y="7266"/>
                      <a:pt x="7785" y="7257"/>
                      <a:pt x="7752" y="7257"/>
                    </a:cubicBezTo>
                    <a:cubicBezTo>
                      <a:pt x="7695" y="7257"/>
                      <a:pt x="7639" y="7282"/>
                      <a:pt x="7598" y="7329"/>
                    </a:cubicBezTo>
                    <a:cubicBezTo>
                      <a:pt x="7376" y="7570"/>
                      <a:pt x="7125" y="7784"/>
                      <a:pt x="6847" y="7951"/>
                    </a:cubicBezTo>
                    <a:cubicBezTo>
                      <a:pt x="6763" y="8006"/>
                      <a:pt x="6726" y="8108"/>
                      <a:pt x="6754" y="8201"/>
                    </a:cubicBezTo>
                    <a:lnTo>
                      <a:pt x="7032" y="9064"/>
                    </a:lnTo>
                    <a:cubicBezTo>
                      <a:pt x="7051" y="9110"/>
                      <a:pt x="7023" y="9166"/>
                      <a:pt x="6967" y="9184"/>
                    </a:cubicBezTo>
                    <a:lnTo>
                      <a:pt x="5659" y="9593"/>
                    </a:lnTo>
                    <a:cubicBezTo>
                      <a:pt x="5650" y="9596"/>
                      <a:pt x="5640" y="9598"/>
                      <a:pt x="5630" y="9598"/>
                    </a:cubicBezTo>
                    <a:cubicBezTo>
                      <a:pt x="5591" y="9598"/>
                      <a:pt x="5554" y="9572"/>
                      <a:pt x="5539" y="9528"/>
                    </a:cubicBezTo>
                    <a:lnTo>
                      <a:pt x="5270" y="8665"/>
                    </a:lnTo>
                    <a:cubicBezTo>
                      <a:pt x="5242" y="8581"/>
                      <a:pt x="5158" y="8526"/>
                      <a:pt x="5066" y="8526"/>
                    </a:cubicBezTo>
                    <a:cubicBezTo>
                      <a:pt x="5066" y="8526"/>
                      <a:pt x="5056" y="8526"/>
                      <a:pt x="5056" y="8517"/>
                    </a:cubicBezTo>
                    <a:cubicBezTo>
                      <a:pt x="4992" y="8520"/>
                      <a:pt x="4926" y="8522"/>
                      <a:pt x="4861" y="8522"/>
                    </a:cubicBezTo>
                    <a:cubicBezTo>
                      <a:pt x="4599" y="8522"/>
                      <a:pt x="4335" y="8492"/>
                      <a:pt x="4082" y="8433"/>
                    </a:cubicBezTo>
                    <a:cubicBezTo>
                      <a:pt x="4069" y="8430"/>
                      <a:pt x="4055" y="8429"/>
                      <a:pt x="4041" y="8429"/>
                    </a:cubicBezTo>
                    <a:cubicBezTo>
                      <a:pt x="3963" y="8429"/>
                      <a:pt x="3890" y="8473"/>
                      <a:pt x="3850" y="8544"/>
                    </a:cubicBezTo>
                    <a:lnTo>
                      <a:pt x="3433" y="9351"/>
                    </a:lnTo>
                    <a:cubicBezTo>
                      <a:pt x="3424" y="9370"/>
                      <a:pt x="3396" y="9389"/>
                      <a:pt x="3377" y="9398"/>
                    </a:cubicBezTo>
                    <a:cubicBezTo>
                      <a:pt x="3350" y="9398"/>
                      <a:pt x="3322" y="9398"/>
                      <a:pt x="3303" y="9389"/>
                    </a:cubicBezTo>
                    <a:lnTo>
                      <a:pt x="2088" y="8758"/>
                    </a:lnTo>
                    <a:cubicBezTo>
                      <a:pt x="2042" y="8730"/>
                      <a:pt x="2023" y="8674"/>
                      <a:pt x="2042" y="8628"/>
                    </a:cubicBezTo>
                    <a:lnTo>
                      <a:pt x="2459" y="7821"/>
                    </a:lnTo>
                    <a:cubicBezTo>
                      <a:pt x="2505" y="7737"/>
                      <a:pt x="2487" y="7635"/>
                      <a:pt x="2413" y="7570"/>
                    </a:cubicBezTo>
                    <a:cubicBezTo>
                      <a:pt x="2171" y="7348"/>
                      <a:pt x="1967" y="7097"/>
                      <a:pt x="1791" y="6819"/>
                    </a:cubicBezTo>
                    <a:cubicBezTo>
                      <a:pt x="1748" y="6754"/>
                      <a:pt x="1676" y="6717"/>
                      <a:pt x="1607" y="6717"/>
                    </a:cubicBezTo>
                    <a:cubicBezTo>
                      <a:pt x="1588" y="6717"/>
                      <a:pt x="1568" y="6720"/>
                      <a:pt x="1550" y="6726"/>
                    </a:cubicBezTo>
                    <a:lnTo>
                      <a:pt x="678" y="7004"/>
                    </a:lnTo>
                    <a:cubicBezTo>
                      <a:pt x="668" y="7008"/>
                      <a:pt x="658" y="7010"/>
                      <a:pt x="648" y="7010"/>
                    </a:cubicBezTo>
                    <a:cubicBezTo>
                      <a:pt x="610" y="7010"/>
                      <a:pt x="572" y="6984"/>
                      <a:pt x="557" y="6939"/>
                    </a:cubicBezTo>
                    <a:lnTo>
                      <a:pt x="149" y="5631"/>
                    </a:lnTo>
                    <a:cubicBezTo>
                      <a:pt x="131" y="5585"/>
                      <a:pt x="158" y="5529"/>
                      <a:pt x="214" y="5511"/>
                    </a:cubicBezTo>
                    <a:lnTo>
                      <a:pt x="1077" y="5242"/>
                    </a:lnTo>
                    <a:cubicBezTo>
                      <a:pt x="1160" y="5214"/>
                      <a:pt x="1225" y="5121"/>
                      <a:pt x="1216" y="5028"/>
                    </a:cubicBezTo>
                    <a:cubicBezTo>
                      <a:pt x="1207" y="4704"/>
                      <a:pt x="1234" y="4370"/>
                      <a:pt x="1309" y="4054"/>
                    </a:cubicBezTo>
                    <a:cubicBezTo>
                      <a:pt x="1327" y="3962"/>
                      <a:pt x="1281" y="3860"/>
                      <a:pt x="1197" y="3823"/>
                    </a:cubicBezTo>
                    <a:lnTo>
                      <a:pt x="390" y="3405"/>
                    </a:lnTo>
                    <a:cubicBezTo>
                      <a:pt x="372" y="3387"/>
                      <a:pt x="353" y="3368"/>
                      <a:pt x="344" y="3349"/>
                    </a:cubicBezTo>
                    <a:cubicBezTo>
                      <a:pt x="335" y="3322"/>
                      <a:pt x="344" y="3294"/>
                      <a:pt x="353" y="3275"/>
                    </a:cubicBezTo>
                    <a:lnTo>
                      <a:pt x="984" y="2060"/>
                    </a:lnTo>
                    <a:cubicBezTo>
                      <a:pt x="1005" y="2026"/>
                      <a:pt x="1041" y="2006"/>
                      <a:pt x="1077" y="2006"/>
                    </a:cubicBezTo>
                    <a:cubicBezTo>
                      <a:pt x="1089" y="2006"/>
                      <a:pt x="1102" y="2009"/>
                      <a:pt x="1114" y="2014"/>
                    </a:cubicBezTo>
                    <a:lnTo>
                      <a:pt x="1921" y="2431"/>
                    </a:lnTo>
                    <a:cubicBezTo>
                      <a:pt x="1952" y="2448"/>
                      <a:pt x="1985" y="2456"/>
                      <a:pt x="2018" y="2456"/>
                    </a:cubicBezTo>
                    <a:cubicBezTo>
                      <a:pt x="2074" y="2456"/>
                      <a:pt x="2130" y="2432"/>
                      <a:pt x="2171" y="2385"/>
                    </a:cubicBezTo>
                    <a:cubicBezTo>
                      <a:pt x="2394" y="2143"/>
                      <a:pt x="2645" y="1930"/>
                      <a:pt x="2923" y="1763"/>
                    </a:cubicBezTo>
                    <a:cubicBezTo>
                      <a:pt x="2997" y="1707"/>
                      <a:pt x="3034" y="1605"/>
                      <a:pt x="3006" y="1513"/>
                    </a:cubicBezTo>
                    <a:lnTo>
                      <a:pt x="2737" y="650"/>
                    </a:lnTo>
                    <a:cubicBezTo>
                      <a:pt x="2728" y="631"/>
                      <a:pt x="2728" y="604"/>
                      <a:pt x="2747" y="585"/>
                    </a:cubicBezTo>
                    <a:cubicBezTo>
                      <a:pt x="2756" y="557"/>
                      <a:pt x="2774" y="539"/>
                      <a:pt x="2802" y="529"/>
                    </a:cubicBezTo>
                    <a:lnTo>
                      <a:pt x="4110" y="121"/>
                    </a:lnTo>
                    <a:cubicBezTo>
                      <a:pt x="4120" y="117"/>
                      <a:pt x="4131" y="114"/>
                      <a:pt x="4144" y="114"/>
                    </a:cubicBezTo>
                    <a:close/>
                    <a:moveTo>
                      <a:pt x="4132" y="0"/>
                    </a:moveTo>
                    <a:cubicBezTo>
                      <a:pt x="4113" y="0"/>
                      <a:pt x="4093" y="3"/>
                      <a:pt x="4073" y="10"/>
                    </a:cubicBezTo>
                    <a:lnTo>
                      <a:pt x="2765" y="427"/>
                    </a:lnTo>
                    <a:cubicBezTo>
                      <a:pt x="2709" y="446"/>
                      <a:pt x="2663" y="483"/>
                      <a:pt x="2645" y="529"/>
                    </a:cubicBezTo>
                    <a:cubicBezTo>
                      <a:pt x="2617" y="585"/>
                      <a:pt x="2607" y="641"/>
                      <a:pt x="2626" y="696"/>
                    </a:cubicBezTo>
                    <a:lnTo>
                      <a:pt x="2895" y="1559"/>
                    </a:lnTo>
                    <a:cubicBezTo>
                      <a:pt x="2914" y="1596"/>
                      <a:pt x="2895" y="1643"/>
                      <a:pt x="2858" y="1661"/>
                    </a:cubicBezTo>
                    <a:cubicBezTo>
                      <a:pt x="2570" y="1847"/>
                      <a:pt x="2311" y="2060"/>
                      <a:pt x="2088" y="2310"/>
                    </a:cubicBezTo>
                    <a:cubicBezTo>
                      <a:pt x="2069" y="2335"/>
                      <a:pt x="2043" y="2348"/>
                      <a:pt x="2016" y="2348"/>
                    </a:cubicBezTo>
                    <a:cubicBezTo>
                      <a:pt x="2002" y="2348"/>
                      <a:pt x="1989" y="2344"/>
                      <a:pt x="1977" y="2338"/>
                    </a:cubicBezTo>
                    <a:lnTo>
                      <a:pt x="1170" y="1921"/>
                    </a:lnTo>
                    <a:cubicBezTo>
                      <a:pt x="1137" y="1903"/>
                      <a:pt x="1102" y="1895"/>
                      <a:pt x="1068" y="1895"/>
                    </a:cubicBezTo>
                    <a:cubicBezTo>
                      <a:pt x="993" y="1895"/>
                      <a:pt x="920" y="1934"/>
                      <a:pt x="882" y="2004"/>
                    </a:cubicBezTo>
                    <a:lnTo>
                      <a:pt x="251" y="3229"/>
                    </a:lnTo>
                    <a:cubicBezTo>
                      <a:pt x="223" y="3275"/>
                      <a:pt x="223" y="3331"/>
                      <a:pt x="233" y="3387"/>
                    </a:cubicBezTo>
                    <a:cubicBezTo>
                      <a:pt x="251" y="3442"/>
                      <a:pt x="288" y="3479"/>
                      <a:pt x="344" y="3507"/>
                    </a:cubicBezTo>
                    <a:lnTo>
                      <a:pt x="1142" y="3925"/>
                    </a:lnTo>
                    <a:cubicBezTo>
                      <a:pt x="1179" y="3943"/>
                      <a:pt x="1197" y="3990"/>
                      <a:pt x="1188" y="4036"/>
                    </a:cubicBezTo>
                    <a:cubicBezTo>
                      <a:pt x="1114" y="4361"/>
                      <a:pt x="1086" y="4695"/>
                      <a:pt x="1105" y="5038"/>
                    </a:cubicBezTo>
                    <a:cubicBezTo>
                      <a:pt x="1105" y="5084"/>
                      <a:pt x="1086" y="5121"/>
                      <a:pt x="1040" y="5131"/>
                    </a:cubicBezTo>
                    <a:lnTo>
                      <a:pt x="177" y="5409"/>
                    </a:lnTo>
                    <a:cubicBezTo>
                      <a:pt x="66" y="5437"/>
                      <a:pt x="1" y="5557"/>
                      <a:pt x="38" y="5669"/>
                    </a:cubicBezTo>
                    <a:lnTo>
                      <a:pt x="455" y="6977"/>
                    </a:lnTo>
                    <a:cubicBezTo>
                      <a:pt x="478" y="7067"/>
                      <a:pt x="561" y="7126"/>
                      <a:pt x="651" y="7126"/>
                    </a:cubicBezTo>
                    <a:cubicBezTo>
                      <a:pt x="672" y="7126"/>
                      <a:pt x="694" y="7123"/>
                      <a:pt x="715" y="7116"/>
                    </a:cubicBezTo>
                    <a:lnTo>
                      <a:pt x="1578" y="6847"/>
                    </a:lnTo>
                    <a:cubicBezTo>
                      <a:pt x="1590" y="6842"/>
                      <a:pt x="1603" y="6839"/>
                      <a:pt x="1614" y="6839"/>
                    </a:cubicBezTo>
                    <a:cubicBezTo>
                      <a:pt x="1647" y="6839"/>
                      <a:pt x="1675" y="6857"/>
                      <a:pt x="1689" y="6884"/>
                    </a:cubicBezTo>
                    <a:cubicBezTo>
                      <a:pt x="1875" y="7171"/>
                      <a:pt x="2088" y="7431"/>
                      <a:pt x="2338" y="7654"/>
                    </a:cubicBezTo>
                    <a:cubicBezTo>
                      <a:pt x="2375" y="7691"/>
                      <a:pt x="2375" y="7728"/>
                      <a:pt x="2357" y="7774"/>
                    </a:cubicBezTo>
                    <a:lnTo>
                      <a:pt x="1939" y="8572"/>
                    </a:lnTo>
                    <a:cubicBezTo>
                      <a:pt x="1893" y="8674"/>
                      <a:pt x="1930" y="8804"/>
                      <a:pt x="2032" y="8860"/>
                    </a:cubicBezTo>
                    <a:lnTo>
                      <a:pt x="3247" y="9491"/>
                    </a:lnTo>
                    <a:cubicBezTo>
                      <a:pt x="3283" y="9509"/>
                      <a:pt x="3319" y="9519"/>
                      <a:pt x="3355" y="9519"/>
                    </a:cubicBezTo>
                    <a:cubicBezTo>
                      <a:pt x="3375" y="9519"/>
                      <a:pt x="3395" y="9516"/>
                      <a:pt x="3414" y="9509"/>
                    </a:cubicBezTo>
                    <a:cubicBezTo>
                      <a:pt x="3461" y="9491"/>
                      <a:pt x="3507" y="9453"/>
                      <a:pt x="3535" y="9407"/>
                    </a:cubicBezTo>
                    <a:lnTo>
                      <a:pt x="3953" y="8600"/>
                    </a:lnTo>
                    <a:cubicBezTo>
                      <a:pt x="3968" y="8569"/>
                      <a:pt x="4002" y="8551"/>
                      <a:pt x="4040" y="8551"/>
                    </a:cubicBezTo>
                    <a:cubicBezTo>
                      <a:pt x="4048" y="8551"/>
                      <a:pt x="4056" y="8552"/>
                      <a:pt x="4064" y="8554"/>
                    </a:cubicBezTo>
                    <a:cubicBezTo>
                      <a:pt x="4324" y="8613"/>
                      <a:pt x="4589" y="8643"/>
                      <a:pt x="4861" y="8643"/>
                    </a:cubicBezTo>
                    <a:cubicBezTo>
                      <a:pt x="4929" y="8643"/>
                      <a:pt x="4997" y="8641"/>
                      <a:pt x="5066" y="8637"/>
                    </a:cubicBezTo>
                    <a:cubicBezTo>
                      <a:pt x="5112" y="8637"/>
                      <a:pt x="5149" y="8665"/>
                      <a:pt x="5158" y="8702"/>
                    </a:cubicBezTo>
                    <a:lnTo>
                      <a:pt x="5428" y="9565"/>
                    </a:lnTo>
                    <a:cubicBezTo>
                      <a:pt x="5455" y="9658"/>
                      <a:pt x="5539" y="9713"/>
                      <a:pt x="5632" y="9713"/>
                    </a:cubicBezTo>
                    <a:cubicBezTo>
                      <a:pt x="5650" y="9713"/>
                      <a:pt x="5678" y="9713"/>
                      <a:pt x="5697" y="9704"/>
                    </a:cubicBezTo>
                    <a:lnTo>
                      <a:pt x="7005" y="9296"/>
                    </a:lnTo>
                    <a:cubicBezTo>
                      <a:pt x="7116" y="9259"/>
                      <a:pt x="7172" y="9138"/>
                      <a:pt x="7144" y="9027"/>
                    </a:cubicBezTo>
                    <a:lnTo>
                      <a:pt x="6865" y="8164"/>
                    </a:lnTo>
                    <a:cubicBezTo>
                      <a:pt x="6856" y="8127"/>
                      <a:pt x="6875" y="8081"/>
                      <a:pt x="6912" y="8053"/>
                    </a:cubicBezTo>
                    <a:cubicBezTo>
                      <a:pt x="7190" y="7876"/>
                      <a:pt x="7450" y="7654"/>
                      <a:pt x="7682" y="7413"/>
                    </a:cubicBezTo>
                    <a:cubicBezTo>
                      <a:pt x="7700" y="7388"/>
                      <a:pt x="7727" y="7375"/>
                      <a:pt x="7754" y="7375"/>
                    </a:cubicBezTo>
                    <a:cubicBezTo>
                      <a:pt x="7767" y="7375"/>
                      <a:pt x="7781" y="7379"/>
                      <a:pt x="7793" y="7385"/>
                    </a:cubicBezTo>
                    <a:lnTo>
                      <a:pt x="8600" y="7802"/>
                    </a:lnTo>
                    <a:cubicBezTo>
                      <a:pt x="8630" y="7820"/>
                      <a:pt x="8664" y="7830"/>
                      <a:pt x="8699" y="7830"/>
                    </a:cubicBezTo>
                    <a:cubicBezTo>
                      <a:pt x="8718" y="7830"/>
                      <a:pt x="8738" y="7827"/>
                      <a:pt x="8758" y="7821"/>
                    </a:cubicBezTo>
                    <a:cubicBezTo>
                      <a:pt x="8814" y="7802"/>
                      <a:pt x="8860" y="7765"/>
                      <a:pt x="8888" y="7709"/>
                    </a:cubicBezTo>
                    <a:lnTo>
                      <a:pt x="9519" y="6494"/>
                    </a:lnTo>
                    <a:cubicBezTo>
                      <a:pt x="9574" y="6392"/>
                      <a:pt x="9528" y="6262"/>
                      <a:pt x="9426" y="6207"/>
                    </a:cubicBezTo>
                    <a:lnTo>
                      <a:pt x="8619" y="5789"/>
                    </a:lnTo>
                    <a:cubicBezTo>
                      <a:pt x="8582" y="5771"/>
                      <a:pt x="8563" y="5734"/>
                      <a:pt x="8572" y="5687"/>
                    </a:cubicBezTo>
                    <a:cubicBezTo>
                      <a:pt x="8647" y="5353"/>
                      <a:pt x="8674" y="5019"/>
                      <a:pt x="8665" y="4685"/>
                    </a:cubicBezTo>
                    <a:cubicBezTo>
                      <a:pt x="8665" y="4639"/>
                      <a:pt x="8684" y="4602"/>
                      <a:pt x="8730" y="4583"/>
                    </a:cubicBezTo>
                    <a:lnTo>
                      <a:pt x="9593" y="4314"/>
                    </a:lnTo>
                    <a:cubicBezTo>
                      <a:pt x="9648" y="4296"/>
                      <a:pt x="9686" y="4259"/>
                      <a:pt x="9713" y="4212"/>
                    </a:cubicBezTo>
                    <a:cubicBezTo>
                      <a:pt x="9741" y="4156"/>
                      <a:pt x="9750" y="4101"/>
                      <a:pt x="9732" y="4045"/>
                    </a:cubicBezTo>
                    <a:lnTo>
                      <a:pt x="9314" y="2737"/>
                    </a:lnTo>
                    <a:cubicBezTo>
                      <a:pt x="9296" y="2682"/>
                      <a:pt x="9259" y="2644"/>
                      <a:pt x="9212" y="2617"/>
                    </a:cubicBezTo>
                    <a:cubicBezTo>
                      <a:pt x="9182" y="2599"/>
                      <a:pt x="9145" y="2588"/>
                      <a:pt x="9109" y="2588"/>
                    </a:cubicBezTo>
                    <a:cubicBezTo>
                      <a:pt x="9090" y="2588"/>
                      <a:pt x="9071" y="2591"/>
                      <a:pt x="9055" y="2598"/>
                    </a:cubicBezTo>
                    <a:lnTo>
                      <a:pt x="8183" y="2876"/>
                    </a:lnTo>
                    <a:cubicBezTo>
                      <a:pt x="8176" y="2878"/>
                      <a:pt x="8170" y="2879"/>
                      <a:pt x="8163" y="2879"/>
                    </a:cubicBezTo>
                    <a:cubicBezTo>
                      <a:pt x="8130" y="2879"/>
                      <a:pt x="8096" y="2861"/>
                      <a:pt x="8081" y="2830"/>
                    </a:cubicBezTo>
                    <a:cubicBezTo>
                      <a:pt x="7895" y="2552"/>
                      <a:pt x="7682" y="2292"/>
                      <a:pt x="7431" y="2060"/>
                    </a:cubicBezTo>
                    <a:cubicBezTo>
                      <a:pt x="7394" y="2032"/>
                      <a:pt x="7385" y="1986"/>
                      <a:pt x="7413" y="1949"/>
                    </a:cubicBezTo>
                    <a:lnTo>
                      <a:pt x="7830" y="1142"/>
                    </a:lnTo>
                    <a:cubicBezTo>
                      <a:pt x="7849" y="1095"/>
                      <a:pt x="7858" y="1040"/>
                      <a:pt x="7839" y="984"/>
                    </a:cubicBezTo>
                    <a:cubicBezTo>
                      <a:pt x="7821" y="928"/>
                      <a:pt x="7784" y="882"/>
                      <a:pt x="7737" y="854"/>
                    </a:cubicBezTo>
                    <a:lnTo>
                      <a:pt x="6522" y="223"/>
                    </a:lnTo>
                    <a:cubicBezTo>
                      <a:pt x="6492" y="208"/>
                      <a:pt x="6461" y="201"/>
                      <a:pt x="6430" y="201"/>
                    </a:cubicBezTo>
                    <a:cubicBezTo>
                      <a:pt x="6405" y="201"/>
                      <a:pt x="6380" y="206"/>
                      <a:pt x="6355" y="214"/>
                    </a:cubicBezTo>
                    <a:cubicBezTo>
                      <a:pt x="6300" y="232"/>
                      <a:pt x="6262" y="270"/>
                      <a:pt x="6235" y="316"/>
                    </a:cubicBezTo>
                    <a:lnTo>
                      <a:pt x="5817" y="1123"/>
                    </a:lnTo>
                    <a:cubicBezTo>
                      <a:pt x="5802" y="1154"/>
                      <a:pt x="5767" y="1172"/>
                      <a:pt x="5730" y="1172"/>
                    </a:cubicBezTo>
                    <a:cubicBezTo>
                      <a:pt x="5722" y="1172"/>
                      <a:pt x="5714" y="1171"/>
                      <a:pt x="5706" y="1169"/>
                    </a:cubicBezTo>
                    <a:cubicBezTo>
                      <a:pt x="5421" y="1104"/>
                      <a:pt x="5129" y="1075"/>
                      <a:pt x="4830" y="1075"/>
                    </a:cubicBezTo>
                    <a:cubicBezTo>
                      <a:pt x="4788" y="1075"/>
                      <a:pt x="4746" y="1076"/>
                      <a:pt x="4704" y="1077"/>
                    </a:cubicBezTo>
                    <a:cubicBezTo>
                      <a:pt x="4699" y="1078"/>
                      <a:pt x="4694" y="1078"/>
                      <a:pt x="4689" y="1078"/>
                    </a:cubicBezTo>
                    <a:cubicBezTo>
                      <a:pt x="4655" y="1078"/>
                      <a:pt x="4619" y="1052"/>
                      <a:pt x="4611" y="1012"/>
                    </a:cubicBezTo>
                    <a:lnTo>
                      <a:pt x="4342" y="149"/>
                    </a:lnTo>
                    <a:cubicBezTo>
                      <a:pt x="4324" y="93"/>
                      <a:pt x="4286" y="56"/>
                      <a:pt x="4231" y="28"/>
                    </a:cubicBezTo>
                    <a:cubicBezTo>
                      <a:pt x="4201" y="10"/>
                      <a:pt x="4167" y="0"/>
                      <a:pt x="41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9"/>
              <p:cNvSpPr/>
              <p:nvPr/>
            </p:nvSpPr>
            <p:spPr>
              <a:xfrm>
                <a:off x="7084600" y="1809400"/>
                <a:ext cx="406325" cy="280875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11235" extrusionOk="0">
                    <a:moveTo>
                      <a:pt x="427" y="0"/>
                    </a:moveTo>
                    <a:cubicBezTo>
                      <a:pt x="195" y="0"/>
                      <a:pt x="0" y="195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104" y="11234"/>
                    </a:lnTo>
                    <a:cubicBezTo>
                      <a:pt x="16188" y="11234"/>
                      <a:pt x="16253" y="11169"/>
                      <a:pt x="16253" y="11086"/>
                    </a:cubicBezTo>
                    <a:lnTo>
                      <a:pt x="16253" y="427"/>
                    </a:lnTo>
                    <a:cubicBezTo>
                      <a:pt x="16253" y="195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9"/>
              <p:cNvSpPr/>
              <p:nvPr/>
            </p:nvSpPr>
            <p:spPr>
              <a:xfrm>
                <a:off x="7083200" y="1808000"/>
                <a:ext cx="409125" cy="283900"/>
              </a:xfrm>
              <a:custGeom>
                <a:avLst/>
                <a:gdLst/>
                <a:ahLst/>
                <a:cxnLst/>
                <a:rect l="l" t="t" r="r" b="b"/>
                <a:pathLst>
                  <a:path w="16365" h="11356" extrusionOk="0">
                    <a:moveTo>
                      <a:pt x="15882" y="121"/>
                    </a:moveTo>
                    <a:cubicBezTo>
                      <a:pt x="16086" y="121"/>
                      <a:pt x="16244" y="279"/>
                      <a:pt x="16244" y="483"/>
                    </a:cubicBezTo>
                    <a:lnTo>
                      <a:pt x="16244" y="11142"/>
                    </a:lnTo>
                    <a:cubicBezTo>
                      <a:pt x="16244" y="11198"/>
                      <a:pt x="16207" y="11235"/>
                      <a:pt x="16160" y="11235"/>
                    </a:cubicBezTo>
                    <a:lnTo>
                      <a:pt x="205" y="11235"/>
                    </a:lnTo>
                    <a:cubicBezTo>
                      <a:pt x="158" y="11235"/>
                      <a:pt x="112" y="11198"/>
                      <a:pt x="112" y="11142"/>
                    </a:cubicBezTo>
                    <a:lnTo>
                      <a:pt x="112" y="483"/>
                    </a:lnTo>
                    <a:cubicBezTo>
                      <a:pt x="112" y="279"/>
                      <a:pt x="279" y="121"/>
                      <a:pt x="483" y="121"/>
                    </a:cubicBezTo>
                    <a:close/>
                    <a:moveTo>
                      <a:pt x="483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62"/>
                      <a:pt x="93" y="11355"/>
                      <a:pt x="205" y="11355"/>
                    </a:cubicBezTo>
                    <a:lnTo>
                      <a:pt x="16160" y="11355"/>
                    </a:lnTo>
                    <a:cubicBezTo>
                      <a:pt x="16272" y="11355"/>
                      <a:pt x="16365" y="11262"/>
                      <a:pt x="16365" y="11142"/>
                    </a:cubicBezTo>
                    <a:lnTo>
                      <a:pt x="16365" y="483"/>
                    </a:lnTo>
                    <a:cubicBezTo>
                      <a:pt x="16365" y="214"/>
                      <a:pt x="16151" y="1"/>
                      <a:pt x="15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19"/>
              <p:cNvSpPr/>
              <p:nvPr/>
            </p:nvSpPr>
            <p:spPr>
              <a:xfrm>
                <a:off x="7114275" y="1836525"/>
                <a:ext cx="346975" cy="226850"/>
              </a:xfrm>
              <a:custGeom>
                <a:avLst/>
                <a:gdLst/>
                <a:ahLst/>
                <a:cxnLst/>
                <a:rect l="l" t="t" r="r" b="b"/>
                <a:pathLst>
                  <a:path w="13879" h="9074" extrusionOk="0">
                    <a:moveTo>
                      <a:pt x="1" y="1"/>
                    </a:moveTo>
                    <a:lnTo>
                      <a:pt x="1" y="9073"/>
                    </a:lnTo>
                    <a:lnTo>
                      <a:pt x="13879" y="9073"/>
                    </a:lnTo>
                    <a:lnTo>
                      <a:pt x="13879" y="7394"/>
                    </a:lnTo>
                    <a:lnTo>
                      <a:pt x="13879" y="2097"/>
                    </a:lnTo>
                    <a:lnTo>
                      <a:pt x="138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19"/>
              <p:cNvSpPr/>
              <p:nvPr/>
            </p:nvSpPr>
            <p:spPr>
              <a:xfrm>
                <a:off x="7112875" y="1834900"/>
                <a:ext cx="349775" cy="229850"/>
              </a:xfrm>
              <a:custGeom>
                <a:avLst/>
                <a:gdLst/>
                <a:ahLst/>
                <a:cxnLst/>
                <a:rect l="l" t="t" r="r" b="b"/>
                <a:pathLst>
                  <a:path w="13991" h="9194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lnTo>
                      <a:pt x="1" y="9138"/>
                    </a:lnTo>
                    <a:cubicBezTo>
                      <a:pt x="1" y="9175"/>
                      <a:pt x="29" y="9194"/>
                      <a:pt x="57" y="9194"/>
                    </a:cubicBezTo>
                    <a:lnTo>
                      <a:pt x="13935" y="9194"/>
                    </a:lnTo>
                    <a:cubicBezTo>
                      <a:pt x="13962" y="9194"/>
                      <a:pt x="13990" y="9175"/>
                      <a:pt x="13990" y="9138"/>
                    </a:cubicBezTo>
                    <a:lnTo>
                      <a:pt x="13990" y="7459"/>
                    </a:lnTo>
                    <a:cubicBezTo>
                      <a:pt x="13990" y="7431"/>
                      <a:pt x="13962" y="7403"/>
                      <a:pt x="13935" y="7403"/>
                    </a:cubicBezTo>
                    <a:cubicBezTo>
                      <a:pt x="13897" y="7403"/>
                      <a:pt x="13870" y="7431"/>
                      <a:pt x="13870" y="7459"/>
                    </a:cubicBezTo>
                    <a:lnTo>
                      <a:pt x="13870" y="9083"/>
                    </a:lnTo>
                    <a:lnTo>
                      <a:pt x="112" y="9083"/>
                    </a:lnTo>
                    <a:lnTo>
                      <a:pt x="112" y="121"/>
                    </a:lnTo>
                    <a:lnTo>
                      <a:pt x="13870" y="121"/>
                    </a:lnTo>
                    <a:lnTo>
                      <a:pt x="13870" y="2162"/>
                    </a:lnTo>
                    <a:cubicBezTo>
                      <a:pt x="13870" y="2190"/>
                      <a:pt x="13897" y="2218"/>
                      <a:pt x="13935" y="2218"/>
                    </a:cubicBezTo>
                    <a:cubicBezTo>
                      <a:pt x="13962" y="2218"/>
                      <a:pt x="13990" y="2190"/>
                      <a:pt x="13990" y="2162"/>
                    </a:cubicBezTo>
                    <a:lnTo>
                      <a:pt x="13990" y="66"/>
                    </a:lnTo>
                    <a:cubicBezTo>
                      <a:pt x="13990" y="29"/>
                      <a:pt x="13962" y="1"/>
                      <a:pt x="13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9"/>
              <p:cNvSpPr/>
              <p:nvPr/>
            </p:nvSpPr>
            <p:spPr>
              <a:xfrm>
                <a:off x="7459600" y="1907275"/>
                <a:ext cx="305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3043" extrusionOk="0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2987"/>
                    </a:lnTo>
                    <a:cubicBezTo>
                      <a:pt x="1" y="3015"/>
                      <a:pt x="28" y="3043"/>
                      <a:pt x="66" y="3043"/>
                    </a:cubicBezTo>
                    <a:cubicBezTo>
                      <a:pt x="93" y="3043"/>
                      <a:pt x="121" y="3015"/>
                      <a:pt x="121" y="2987"/>
                    </a:cubicBezTo>
                    <a:lnTo>
                      <a:pt x="121" y="56"/>
                    </a:lnTo>
                    <a:cubicBezTo>
                      <a:pt x="121" y="19"/>
                      <a:pt x="93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19"/>
              <p:cNvSpPr/>
              <p:nvPr/>
            </p:nvSpPr>
            <p:spPr>
              <a:xfrm>
                <a:off x="7283100" y="1818675"/>
                <a:ext cx="9325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373" h="363" extrusionOk="0">
                    <a:moveTo>
                      <a:pt x="187" y="121"/>
                    </a:moveTo>
                    <a:cubicBezTo>
                      <a:pt x="224" y="121"/>
                      <a:pt x="251" y="149"/>
                      <a:pt x="251" y="186"/>
                    </a:cubicBezTo>
                    <a:cubicBezTo>
                      <a:pt x="251" y="223"/>
                      <a:pt x="224" y="251"/>
                      <a:pt x="187" y="251"/>
                    </a:cubicBezTo>
                    <a:cubicBezTo>
                      <a:pt x="149" y="251"/>
                      <a:pt x="122" y="223"/>
                      <a:pt x="122" y="186"/>
                    </a:cubicBezTo>
                    <a:cubicBezTo>
                      <a:pt x="122" y="149"/>
                      <a:pt x="149" y="121"/>
                      <a:pt x="187" y="121"/>
                    </a:cubicBezTo>
                    <a:close/>
                    <a:moveTo>
                      <a:pt x="187" y="0"/>
                    </a:moveTo>
                    <a:cubicBezTo>
                      <a:pt x="84" y="0"/>
                      <a:pt x="1" y="84"/>
                      <a:pt x="1" y="186"/>
                    </a:cubicBezTo>
                    <a:cubicBezTo>
                      <a:pt x="1" y="279"/>
                      <a:pt x="84" y="362"/>
                      <a:pt x="187" y="362"/>
                    </a:cubicBezTo>
                    <a:cubicBezTo>
                      <a:pt x="289" y="362"/>
                      <a:pt x="372" y="288"/>
                      <a:pt x="372" y="186"/>
                    </a:cubicBezTo>
                    <a:cubicBezTo>
                      <a:pt x="372" y="84"/>
                      <a:pt x="289" y="0"/>
                      <a:pt x="1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19"/>
              <p:cNvSpPr/>
              <p:nvPr/>
            </p:nvSpPr>
            <p:spPr>
              <a:xfrm>
                <a:off x="7018025" y="2088150"/>
                <a:ext cx="539250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21570" h="1458" extrusionOk="0">
                    <a:moveTo>
                      <a:pt x="1" y="1"/>
                    </a:moveTo>
                    <a:lnTo>
                      <a:pt x="1" y="891"/>
                    </a:lnTo>
                    <a:cubicBezTo>
                      <a:pt x="1" y="1207"/>
                      <a:pt x="260" y="1457"/>
                      <a:pt x="576" y="1457"/>
                    </a:cubicBezTo>
                    <a:lnTo>
                      <a:pt x="21003" y="1457"/>
                    </a:lnTo>
                    <a:cubicBezTo>
                      <a:pt x="21319" y="1457"/>
                      <a:pt x="21569" y="1207"/>
                      <a:pt x="21569" y="891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7016650" y="2086775"/>
                <a:ext cx="542225" cy="39200"/>
              </a:xfrm>
              <a:custGeom>
                <a:avLst/>
                <a:gdLst/>
                <a:ahLst/>
                <a:cxnLst/>
                <a:rect l="l" t="t" r="r" b="b"/>
                <a:pathLst>
                  <a:path w="21689" h="1568" extrusionOk="0">
                    <a:moveTo>
                      <a:pt x="21568" y="111"/>
                    </a:moveTo>
                    <a:lnTo>
                      <a:pt x="21568" y="946"/>
                    </a:lnTo>
                    <a:cubicBezTo>
                      <a:pt x="21568" y="1225"/>
                      <a:pt x="21336" y="1457"/>
                      <a:pt x="21058" y="1457"/>
                    </a:cubicBezTo>
                    <a:lnTo>
                      <a:pt x="631" y="1457"/>
                    </a:lnTo>
                    <a:cubicBezTo>
                      <a:pt x="343" y="1457"/>
                      <a:pt x="121" y="1225"/>
                      <a:pt x="121" y="946"/>
                    </a:cubicBez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28"/>
                      <a:pt x="0" y="56"/>
                    </a:cubicBezTo>
                    <a:lnTo>
                      <a:pt x="0" y="946"/>
                    </a:lnTo>
                    <a:cubicBezTo>
                      <a:pt x="0" y="1290"/>
                      <a:pt x="278" y="1568"/>
                      <a:pt x="631" y="1568"/>
                    </a:cubicBezTo>
                    <a:lnTo>
                      <a:pt x="21058" y="1568"/>
                    </a:lnTo>
                    <a:cubicBezTo>
                      <a:pt x="21401" y="1568"/>
                      <a:pt x="21689" y="1290"/>
                      <a:pt x="21689" y="946"/>
                    </a:cubicBezTo>
                    <a:lnTo>
                      <a:pt x="21689" y="56"/>
                    </a:lnTo>
                    <a:cubicBezTo>
                      <a:pt x="21689" y="28"/>
                      <a:pt x="21661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7021750" y="2114600"/>
                <a:ext cx="5318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1272" h="112" extrusionOk="0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12"/>
                      <a:pt x="65" y="112"/>
                    </a:cubicBezTo>
                    <a:lnTo>
                      <a:pt x="21216" y="112"/>
                    </a:lnTo>
                    <a:cubicBezTo>
                      <a:pt x="21253" y="112"/>
                      <a:pt x="21272" y="93"/>
                      <a:pt x="21272" y="56"/>
                    </a:cubicBezTo>
                    <a:cubicBezTo>
                      <a:pt x="21272" y="28"/>
                      <a:pt x="21253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7236275" y="2090475"/>
                <a:ext cx="1029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119" h="456" extrusionOk="0">
                    <a:moveTo>
                      <a:pt x="0" y="1"/>
                    </a:moveTo>
                    <a:lnTo>
                      <a:pt x="0" y="455"/>
                    </a:lnTo>
                    <a:lnTo>
                      <a:pt x="4119" y="455"/>
                    </a:lnTo>
                    <a:lnTo>
                      <a:pt x="41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7234875" y="2089075"/>
                <a:ext cx="105775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567" extrusionOk="0">
                    <a:moveTo>
                      <a:pt x="4119" y="112"/>
                    </a:moveTo>
                    <a:lnTo>
                      <a:pt x="4119" y="455"/>
                    </a:lnTo>
                    <a:lnTo>
                      <a:pt x="112" y="455"/>
                    </a:lnTo>
                    <a:lnTo>
                      <a:pt x="112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511"/>
                    </a:lnTo>
                    <a:cubicBezTo>
                      <a:pt x="0" y="539"/>
                      <a:pt x="28" y="567"/>
                      <a:pt x="56" y="567"/>
                    </a:cubicBezTo>
                    <a:lnTo>
                      <a:pt x="4175" y="567"/>
                    </a:lnTo>
                    <a:cubicBezTo>
                      <a:pt x="4203" y="567"/>
                      <a:pt x="4231" y="539"/>
                      <a:pt x="4231" y="511"/>
                    </a:cubicBezTo>
                    <a:lnTo>
                      <a:pt x="4231" y="57"/>
                    </a:lnTo>
                    <a:cubicBezTo>
                      <a:pt x="4231" y="19"/>
                      <a:pt x="4203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7183625" y="1879425"/>
                <a:ext cx="185775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7431" h="6365" extrusionOk="0">
                    <a:moveTo>
                      <a:pt x="297" y="1"/>
                    </a:moveTo>
                    <a:cubicBezTo>
                      <a:pt x="130" y="1"/>
                      <a:pt x="0" y="140"/>
                      <a:pt x="0" y="298"/>
                    </a:cubicBezTo>
                    <a:lnTo>
                      <a:pt x="0" y="6068"/>
                    </a:lnTo>
                    <a:cubicBezTo>
                      <a:pt x="0" y="6235"/>
                      <a:pt x="130" y="6365"/>
                      <a:pt x="297" y="6365"/>
                    </a:cubicBezTo>
                    <a:lnTo>
                      <a:pt x="7134" y="6365"/>
                    </a:lnTo>
                    <a:cubicBezTo>
                      <a:pt x="7301" y="6365"/>
                      <a:pt x="7431" y="6235"/>
                      <a:pt x="7431" y="6068"/>
                    </a:cubicBezTo>
                    <a:lnTo>
                      <a:pt x="7431" y="298"/>
                    </a:lnTo>
                    <a:cubicBezTo>
                      <a:pt x="7431" y="140"/>
                      <a:pt x="7301" y="1"/>
                      <a:pt x="71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>
                <a:off x="7195900" y="1866900"/>
                <a:ext cx="185800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7432" h="6365" extrusionOk="0">
                    <a:moveTo>
                      <a:pt x="353" y="1"/>
                    </a:moveTo>
                    <a:cubicBezTo>
                      <a:pt x="159" y="1"/>
                      <a:pt x="1" y="159"/>
                      <a:pt x="1" y="353"/>
                    </a:cubicBezTo>
                    <a:lnTo>
                      <a:pt x="1" y="6012"/>
                    </a:lnTo>
                    <a:cubicBezTo>
                      <a:pt x="1" y="6207"/>
                      <a:pt x="159" y="6365"/>
                      <a:pt x="353" y="6365"/>
                    </a:cubicBezTo>
                    <a:lnTo>
                      <a:pt x="7088" y="6365"/>
                    </a:lnTo>
                    <a:cubicBezTo>
                      <a:pt x="7274" y="6365"/>
                      <a:pt x="7432" y="6207"/>
                      <a:pt x="7432" y="6012"/>
                    </a:cubicBezTo>
                    <a:lnTo>
                      <a:pt x="7432" y="353"/>
                    </a:lnTo>
                    <a:cubicBezTo>
                      <a:pt x="7432" y="159"/>
                      <a:pt x="7274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>
                <a:off x="7194525" y="1865525"/>
                <a:ext cx="188800" cy="16190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6476" extrusionOk="0">
                    <a:moveTo>
                      <a:pt x="7143" y="112"/>
                    </a:moveTo>
                    <a:cubicBezTo>
                      <a:pt x="7301" y="112"/>
                      <a:pt x="7431" y="241"/>
                      <a:pt x="7431" y="408"/>
                    </a:cubicBezTo>
                    <a:lnTo>
                      <a:pt x="7431" y="6067"/>
                    </a:lnTo>
                    <a:cubicBezTo>
                      <a:pt x="7431" y="6225"/>
                      <a:pt x="7301" y="6355"/>
                      <a:pt x="7143" y="6355"/>
                    </a:cubicBezTo>
                    <a:lnTo>
                      <a:pt x="408" y="6355"/>
                    </a:lnTo>
                    <a:cubicBezTo>
                      <a:pt x="241" y="6355"/>
                      <a:pt x="112" y="6225"/>
                      <a:pt x="112" y="6067"/>
                    </a:cubicBezTo>
                    <a:lnTo>
                      <a:pt x="112" y="408"/>
                    </a:lnTo>
                    <a:cubicBezTo>
                      <a:pt x="112" y="241"/>
                      <a:pt x="241" y="112"/>
                      <a:pt x="408" y="112"/>
                    </a:cubicBezTo>
                    <a:close/>
                    <a:moveTo>
                      <a:pt x="408" y="0"/>
                    </a:moveTo>
                    <a:cubicBezTo>
                      <a:pt x="177" y="0"/>
                      <a:pt x="0" y="176"/>
                      <a:pt x="0" y="408"/>
                    </a:cubicBezTo>
                    <a:lnTo>
                      <a:pt x="0" y="6067"/>
                    </a:lnTo>
                    <a:cubicBezTo>
                      <a:pt x="0" y="6290"/>
                      <a:pt x="177" y="6475"/>
                      <a:pt x="408" y="6475"/>
                    </a:cubicBezTo>
                    <a:lnTo>
                      <a:pt x="7143" y="6475"/>
                    </a:lnTo>
                    <a:cubicBezTo>
                      <a:pt x="7366" y="6475"/>
                      <a:pt x="7552" y="6290"/>
                      <a:pt x="7542" y="6067"/>
                    </a:cubicBezTo>
                    <a:lnTo>
                      <a:pt x="7542" y="408"/>
                    </a:lnTo>
                    <a:cubicBezTo>
                      <a:pt x="7542" y="186"/>
                      <a:pt x="7366" y="0"/>
                      <a:pt x="7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7224425" y="1950625"/>
                <a:ext cx="128275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688" extrusionOk="0">
                    <a:moveTo>
                      <a:pt x="326" y="1"/>
                    </a:moveTo>
                    <a:cubicBezTo>
                      <a:pt x="149" y="1"/>
                      <a:pt x="1" y="149"/>
                      <a:pt x="1" y="325"/>
                    </a:cubicBezTo>
                    <a:lnTo>
                      <a:pt x="1" y="363"/>
                    </a:lnTo>
                    <a:cubicBezTo>
                      <a:pt x="1" y="548"/>
                      <a:pt x="149" y="687"/>
                      <a:pt x="326" y="687"/>
                    </a:cubicBezTo>
                    <a:lnTo>
                      <a:pt x="4806" y="687"/>
                    </a:lnTo>
                    <a:cubicBezTo>
                      <a:pt x="4992" y="687"/>
                      <a:pt x="5131" y="548"/>
                      <a:pt x="5131" y="363"/>
                    </a:cubicBezTo>
                    <a:lnTo>
                      <a:pt x="5131" y="325"/>
                    </a:lnTo>
                    <a:cubicBezTo>
                      <a:pt x="5131" y="149"/>
                      <a:pt x="4992" y="1"/>
                      <a:pt x="48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9"/>
              <p:cNvSpPr/>
              <p:nvPr/>
            </p:nvSpPr>
            <p:spPr>
              <a:xfrm>
                <a:off x="7223050" y="1949250"/>
                <a:ext cx="1312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798" extrusionOk="0">
                    <a:moveTo>
                      <a:pt x="4861" y="111"/>
                    </a:moveTo>
                    <a:cubicBezTo>
                      <a:pt x="5010" y="111"/>
                      <a:pt x="5130" y="232"/>
                      <a:pt x="5130" y="380"/>
                    </a:cubicBezTo>
                    <a:lnTo>
                      <a:pt x="5130" y="418"/>
                    </a:lnTo>
                    <a:cubicBezTo>
                      <a:pt x="5130" y="566"/>
                      <a:pt x="5010" y="687"/>
                      <a:pt x="4861" y="687"/>
                    </a:cubicBezTo>
                    <a:lnTo>
                      <a:pt x="381" y="687"/>
                    </a:lnTo>
                    <a:cubicBezTo>
                      <a:pt x="232" y="687"/>
                      <a:pt x="112" y="566"/>
                      <a:pt x="112" y="418"/>
                    </a:cubicBezTo>
                    <a:lnTo>
                      <a:pt x="112" y="380"/>
                    </a:lnTo>
                    <a:cubicBezTo>
                      <a:pt x="112" y="232"/>
                      <a:pt x="232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67" y="0"/>
                      <a:pt x="0" y="167"/>
                      <a:pt x="0" y="380"/>
                    </a:cubicBezTo>
                    <a:lnTo>
                      <a:pt x="0" y="418"/>
                    </a:lnTo>
                    <a:cubicBezTo>
                      <a:pt x="0" y="631"/>
                      <a:pt x="167" y="798"/>
                      <a:pt x="381" y="798"/>
                    </a:cubicBezTo>
                    <a:lnTo>
                      <a:pt x="4861" y="798"/>
                    </a:lnTo>
                    <a:cubicBezTo>
                      <a:pt x="5075" y="798"/>
                      <a:pt x="5251" y="631"/>
                      <a:pt x="5251" y="418"/>
                    </a:cubicBezTo>
                    <a:lnTo>
                      <a:pt x="5251" y="380"/>
                    </a:lnTo>
                    <a:cubicBezTo>
                      <a:pt x="5251" y="167"/>
                      <a:pt x="5075" y="0"/>
                      <a:pt x="4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9"/>
              <p:cNvSpPr/>
              <p:nvPr/>
            </p:nvSpPr>
            <p:spPr>
              <a:xfrm>
                <a:off x="7238350" y="1955275"/>
                <a:ext cx="99750" cy="7200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288" extrusionOk="0">
                    <a:moveTo>
                      <a:pt x="3850" y="56"/>
                    </a:moveTo>
                    <a:cubicBezTo>
                      <a:pt x="3897" y="56"/>
                      <a:pt x="3934" y="93"/>
                      <a:pt x="3934" y="139"/>
                    </a:cubicBezTo>
                    <a:lnTo>
                      <a:pt x="3934" y="149"/>
                    </a:lnTo>
                    <a:cubicBezTo>
                      <a:pt x="3934" y="195"/>
                      <a:pt x="3897" y="232"/>
                      <a:pt x="3850" y="232"/>
                    </a:cubicBezTo>
                    <a:lnTo>
                      <a:pt x="140" y="232"/>
                    </a:lnTo>
                    <a:cubicBezTo>
                      <a:pt x="93" y="232"/>
                      <a:pt x="56" y="195"/>
                      <a:pt x="56" y="149"/>
                    </a:cubicBezTo>
                    <a:lnTo>
                      <a:pt x="56" y="139"/>
                    </a:lnTo>
                    <a:cubicBezTo>
                      <a:pt x="56" y="93"/>
                      <a:pt x="93" y="56"/>
                      <a:pt x="140" y="56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66" y="288"/>
                      <a:pt x="140" y="288"/>
                    </a:cubicBezTo>
                    <a:lnTo>
                      <a:pt x="3850" y="288"/>
                    </a:lnTo>
                    <a:cubicBezTo>
                      <a:pt x="3925" y="288"/>
                      <a:pt x="3990" y="232"/>
                      <a:pt x="3990" y="149"/>
                    </a:cubicBezTo>
                    <a:lnTo>
                      <a:pt x="3990" y="139"/>
                    </a:lnTo>
                    <a:cubicBezTo>
                      <a:pt x="3990" y="65"/>
                      <a:pt x="3925" y="0"/>
                      <a:pt x="38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9"/>
              <p:cNvSpPr/>
              <p:nvPr/>
            </p:nvSpPr>
            <p:spPr>
              <a:xfrm>
                <a:off x="7246700" y="1977525"/>
                <a:ext cx="8397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400" extrusionOk="0">
                    <a:moveTo>
                      <a:pt x="195" y="1"/>
                    </a:moveTo>
                    <a:cubicBezTo>
                      <a:pt x="93" y="1"/>
                      <a:pt x="1" y="84"/>
                      <a:pt x="1" y="196"/>
                    </a:cubicBezTo>
                    <a:cubicBezTo>
                      <a:pt x="1" y="307"/>
                      <a:pt x="93" y="400"/>
                      <a:pt x="195" y="400"/>
                    </a:cubicBezTo>
                    <a:lnTo>
                      <a:pt x="3155" y="400"/>
                    </a:lnTo>
                    <a:cubicBezTo>
                      <a:pt x="3266" y="400"/>
                      <a:pt x="3359" y="307"/>
                      <a:pt x="3359" y="196"/>
                    </a:cubicBezTo>
                    <a:cubicBezTo>
                      <a:pt x="3359" y="84"/>
                      <a:pt x="3266" y="1"/>
                      <a:pt x="31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9"/>
              <p:cNvSpPr/>
              <p:nvPr/>
            </p:nvSpPr>
            <p:spPr>
              <a:xfrm>
                <a:off x="7245300" y="1976150"/>
                <a:ext cx="8677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511" extrusionOk="0">
                    <a:moveTo>
                      <a:pt x="3211" y="112"/>
                    </a:moveTo>
                    <a:cubicBezTo>
                      <a:pt x="3285" y="112"/>
                      <a:pt x="3350" y="176"/>
                      <a:pt x="3350" y="251"/>
                    </a:cubicBezTo>
                    <a:cubicBezTo>
                      <a:pt x="3350" y="334"/>
                      <a:pt x="3285" y="390"/>
                      <a:pt x="3211" y="390"/>
                    </a:cubicBezTo>
                    <a:lnTo>
                      <a:pt x="251" y="390"/>
                    </a:lnTo>
                    <a:cubicBezTo>
                      <a:pt x="177" y="390"/>
                      <a:pt x="112" y="334"/>
                      <a:pt x="112" y="251"/>
                    </a:cubicBezTo>
                    <a:cubicBezTo>
                      <a:pt x="112" y="176"/>
                      <a:pt x="177" y="112"/>
                      <a:pt x="251" y="112"/>
                    </a:cubicBezTo>
                    <a:close/>
                    <a:moveTo>
                      <a:pt x="251" y="0"/>
                    </a:moveTo>
                    <a:cubicBezTo>
                      <a:pt x="112" y="0"/>
                      <a:pt x="1" y="112"/>
                      <a:pt x="1" y="251"/>
                    </a:cubicBezTo>
                    <a:cubicBezTo>
                      <a:pt x="1" y="399"/>
                      <a:pt x="112" y="510"/>
                      <a:pt x="251" y="510"/>
                    </a:cubicBezTo>
                    <a:lnTo>
                      <a:pt x="3211" y="510"/>
                    </a:lnTo>
                    <a:cubicBezTo>
                      <a:pt x="3350" y="510"/>
                      <a:pt x="3470" y="399"/>
                      <a:pt x="3470" y="251"/>
                    </a:cubicBezTo>
                    <a:cubicBezTo>
                      <a:pt x="3470" y="112"/>
                      <a:pt x="3350" y="0"/>
                      <a:pt x="3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9"/>
              <p:cNvSpPr/>
              <p:nvPr/>
            </p:nvSpPr>
            <p:spPr>
              <a:xfrm>
                <a:off x="7263625" y="1980075"/>
                <a:ext cx="46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96" extrusionOk="0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9"/>
              <p:cNvSpPr/>
              <p:nvPr/>
            </p:nvSpPr>
            <p:spPr>
              <a:xfrm>
                <a:off x="7272900" y="1980075"/>
                <a:ext cx="46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96" extrusionOk="0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9"/>
              <p:cNvSpPr/>
              <p:nvPr/>
            </p:nvSpPr>
            <p:spPr>
              <a:xfrm>
                <a:off x="7281500" y="19800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6" y="1"/>
                      <a:pt x="0" y="38"/>
                      <a:pt x="0" y="94"/>
                    </a:cubicBezTo>
                    <a:cubicBezTo>
                      <a:pt x="0" y="149"/>
                      <a:pt x="46" y="196"/>
                      <a:pt x="93" y="196"/>
                    </a:cubicBezTo>
                    <a:cubicBezTo>
                      <a:pt x="148" y="196"/>
                      <a:pt x="195" y="149"/>
                      <a:pt x="195" y="94"/>
                    </a:cubicBezTo>
                    <a:cubicBezTo>
                      <a:pt x="195" y="38"/>
                      <a:pt x="148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>
                <a:off x="7290775" y="19800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7" y="1"/>
                      <a:pt x="0" y="38"/>
                      <a:pt x="0" y="94"/>
                    </a:cubicBezTo>
                    <a:cubicBezTo>
                      <a:pt x="0" y="149"/>
                      <a:pt x="47" y="196"/>
                      <a:pt x="93" y="196"/>
                    </a:cubicBezTo>
                    <a:cubicBezTo>
                      <a:pt x="149" y="196"/>
                      <a:pt x="195" y="149"/>
                      <a:pt x="195" y="94"/>
                    </a:cubicBezTo>
                    <a:cubicBezTo>
                      <a:pt x="195" y="38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7299800" y="19800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2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7309075" y="19800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9"/>
              <p:cNvSpPr/>
              <p:nvPr/>
            </p:nvSpPr>
            <p:spPr>
              <a:xfrm>
                <a:off x="7261775" y="1885700"/>
                <a:ext cx="53825" cy="5360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2144" extrusionOk="0">
                    <a:moveTo>
                      <a:pt x="1077" y="0"/>
                    </a:moveTo>
                    <a:cubicBezTo>
                      <a:pt x="483" y="0"/>
                      <a:pt x="1" y="473"/>
                      <a:pt x="1" y="1067"/>
                    </a:cubicBezTo>
                    <a:cubicBezTo>
                      <a:pt x="1" y="1661"/>
                      <a:pt x="483" y="2143"/>
                      <a:pt x="1077" y="2143"/>
                    </a:cubicBezTo>
                    <a:cubicBezTo>
                      <a:pt x="1670" y="2143"/>
                      <a:pt x="2153" y="1661"/>
                      <a:pt x="2153" y="1067"/>
                    </a:cubicBezTo>
                    <a:cubicBezTo>
                      <a:pt x="2153" y="473"/>
                      <a:pt x="1670" y="0"/>
                      <a:pt x="10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9"/>
              <p:cNvSpPr/>
              <p:nvPr/>
            </p:nvSpPr>
            <p:spPr>
              <a:xfrm>
                <a:off x="7260375" y="1884075"/>
                <a:ext cx="56625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2274" extrusionOk="0">
                    <a:moveTo>
                      <a:pt x="1133" y="121"/>
                    </a:moveTo>
                    <a:cubicBezTo>
                      <a:pt x="1689" y="121"/>
                      <a:pt x="2144" y="576"/>
                      <a:pt x="2144" y="1132"/>
                    </a:cubicBezTo>
                    <a:cubicBezTo>
                      <a:pt x="2144" y="1698"/>
                      <a:pt x="1689" y="2153"/>
                      <a:pt x="1133" y="2153"/>
                    </a:cubicBezTo>
                    <a:cubicBezTo>
                      <a:pt x="567" y="2153"/>
                      <a:pt x="112" y="1698"/>
                      <a:pt x="112" y="1132"/>
                    </a:cubicBezTo>
                    <a:cubicBezTo>
                      <a:pt x="112" y="576"/>
                      <a:pt x="567" y="121"/>
                      <a:pt x="1133" y="121"/>
                    </a:cubicBezTo>
                    <a:close/>
                    <a:moveTo>
                      <a:pt x="1133" y="0"/>
                    </a:moveTo>
                    <a:cubicBezTo>
                      <a:pt x="502" y="0"/>
                      <a:pt x="1" y="511"/>
                      <a:pt x="1" y="1132"/>
                    </a:cubicBezTo>
                    <a:cubicBezTo>
                      <a:pt x="1" y="1763"/>
                      <a:pt x="502" y="2273"/>
                      <a:pt x="1133" y="2273"/>
                    </a:cubicBezTo>
                    <a:cubicBezTo>
                      <a:pt x="1754" y="2273"/>
                      <a:pt x="2264" y="1763"/>
                      <a:pt x="2264" y="1132"/>
                    </a:cubicBezTo>
                    <a:cubicBezTo>
                      <a:pt x="2264" y="511"/>
                      <a:pt x="1754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>
                <a:off x="7276625" y="1914000"/>
                <a:ext cx="23900" cy="12075"/>
              </a:xfrm>
              <a:custGeom>
                <a:avLst/>
                <a:gdLst/>
                <a:ahLst/>
                <a:cxnLst/>
                <a:rect l="l" t="t" r="r" b="b"/>
                <a:pathLst>
                  <a:path w="956" h="483" extrusionOk="0">
                    <a:moveTo>
                      <a:pt x="483" y="0"/>
                    </a:moveTo>
                    <a:cubicBezTo>
                      <a:pt x="214" y="0"/>
                      <a:pt x="0" y="213"/>
                      <a:pt x="0" y="482"/>
                    </a:cubicBezTo>
                    <a:lnTo>
                      <a:pt x="956" y="482"/>
                    </a:lnTo>
                    <a:cubicBezTo>
                      <a:pt x="956" y="213"/>
                      <a:pt x="742" y="0"/>
                      <a:pt x="4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>
                <a:off x="7275225" y="1912600"/>
                <a:ext cx="2692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595" extrusionOk="0">
                    <a:moveTo>
                      <a:pt x="539" y="121"/>
                    </a:moveTo>
                    <a:cubicBezTo>
                      <a:pt x="743" y="121"/>
                      <a:pt x="919" y="279"/>
                      <a:pt x="947" y="483"/>
                    </a:cubicBezTo>
                    <a:lnTo>
                      <a:pt x="121" y="483"/>
                    </a:lnTo>
                    <a:cubicBezTo>
                      <a:pt x="149" y="279"/>
                      <a:pt x="325" y="121"/>
                      <a:pt x="539" y="121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1" y="242"/>
                      <a:pt x="1" y="538"/>
                    </a:cubicBezTo>
                    <a:cubicBezTo>
                      <a:pt x="1" y="594"/>
                      <a:pt x="1" y="594"/>
                      <a:pt x="233" y="594"/>
                    </a:cubicBezTo>
                    <a:lnTo>
                      <a:pt x="585" y="594"/>
                    </a:lnTo>
                    <a:cubicBezTo>
                      <a:pt x="1067" y="594"/>
                      <a:pt x="1067" y="594"/>
                      <a:pt x="1077" y="538"/>
                    </a:cubicBezTo>
                    <a:cubicBezTo>
                      <a:pt x="1077" y="242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9"/>
              <p:cNvSpPr/>
              <p:nvPr/>
            </p:nvSpPr>
            <p:spPr>
              <a:xfrm>
                <a:off x="7281950" y="1898925"/>
                <a:ext cx="13475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39" extrusionOk="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cubicBezTo>
                      <a:pt x="1" y="418"/>
                      <a:pt x="121" y="538"/>
                      <a:pt x="270" y="538"/>
                    </a:cubicBezTo>
                    <a:cubicBezTo>
                      <a:pt x="418" y="538"/>
                      <a:pt x="539" y="418"/>
                      <a:pt x="539" y="269"/>
                    </a:cubicBezTo>
                    <a:cubicBezTo>
                      <a:pt x="539" y="121"/>
                      <a:pt x="418" y="0"/>
                      <a:pt x="2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>
                <a:off x="7280550" y="1897525"/>
                <a:ext cx="16500" cy="16500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60" extrusionOk="0">
                    <a:moveTo>
                      <a:pt x="326" y="112"/>
                    </a:moveTo>
                    <a:cubicBezTo>
                      <a:pt x="446" y="112"/>
                      <a:pt x="539" y="204"/>
                      <a:pt x="539" y="325"/>
                    </a:cubicBezTo>
                    <a:cubicBezTo>
                      <a:pt x="539" y="446"/>
                      <a:pt x="446" y="538"/>
                      <a:pt x="326" y="538"/>
                    </a:cubicBezTo>
                    <a:cubicBezTo>
                      <a:pt x="205" y="538"/>
                      <a:pt x="112" y="446"/>
                      <a:pt x="112" y="325"/>
                    </a:cubicBezTo>
                    <a:cubicBezTo>
                      <a:pt x="112" y="204"/>
                      <a:pt x="205" y="112"/>
                      <a:pt x="326" y="112"/>
                    </a:cubicBezTo>
                    <a:close/>
                    <a:moveTo>
                      <a:pt x="326" y="0"/>
                    </a:moveTo>
                    <a:cubicBezTo>
                      <a:pt x="140" y="0"/>
                      <a:pt x="1" y="140"/>
                      <a:pt x="1" y="325"/>
                    </a:cubicBezTo>
                    <a:cubicBezTo>
                      <a:pt x="1" y="511"/>
                      <a:pt x="140" y="659"/>
                      <a:pt x="326" y="659"/>
                    </a:cubicBezTo>
                    <a:cubicBezTo>
                      <a:pt x="511" y="659"/>
                      <a:pt x="660" y="511"/>
                      <a:pt x="660" y="325"/>
                    </a:cubicBezTo>
                    <a:cubicBezTo>
                      <a:pt x="660" y="140"/>
                      <a:pt x="511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9"/>
              <p:cNvSpPr/>
              <p:nvPr/>
            </p:nvSpPr>
            <p:spPr>
              <a:xfrm>
                <a:off x="7268725" y="1995400"/>
                <a:ext cx="39700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1588" h="492" extrusionOk="0">
                    <a:moveTo>
                      <a:pt x="251" y="0"/>
                    </a:moveTo>
                    <a:cubicBezTo>
                      <a:pt x="112" y="0"/>
                      <a:pt x="1" y="111"/>
                      <a:pt x="1" y="251"/>
                    </a:cubicBezTo>
                    <a:cubicBezTo>
                      <a:pt x="1" y="390"/>
                      <a:pt x="112" y="492"/>
                      <a:pt x="251" y="492"/>
                    </a:cubicBezTo>
                    <a:lnTo>
                      <a:pt x="1346" y="492"/>
                    </a:lnTo>
                    <a:cubicBezTo>
                      <a:pt x="1476" y="492"/>
                      <a:pt x="1587" y="390"/>
                      <a:pt x="1587" y="251"/>
                    </a:cubicBezTo>
                    <a:cubicBezTo>
                      <a:pt x="1587" y="111"/>
                      <a:pt x="1476" y="0"/>
                      <a:pt x="13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9"/>
              <p:cNvSpPr/>
              <p:nvPr/>
            </p:nvSpPr>
            <p:spPr>
              <a:xfrm>
                <a:off x="7267350" y="1994000"/>
                <a:ext cx="42450" cy="15325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613" extrusionOk="0">
                    <a:moveTo>
                      <a:pt x="1401" y="121"/>
                    </a:moveTo>
                    <a:cubicBezTo>
                      <a:pt x="1503" y="121"/>
                      <a:pt x="1586" y="20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12" y="409"/>
                      <a:pt x="112" y="307"/>
                    </a:cubicBezTo>
                    <a:cubicBezTo>
                      <a:pt x="112" y="205"/>
                      <a:pt x="195" y="121"/>
                      <a:pt x="306" y="121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40"/>
                      <a:pt x="0" y="307"/>
                    </a:cubicBezTo>
                    <a:cubicBezTo>
                      <a:pt x="0" y="474"/>
                      <a:pt x="130" y="613"/>
                      <a:pt x="306" y="613"/>
                    </a:cubicBezTo>
                    <a:lnTo>
                      <a:pt x="1401" y="613"/>
                    </a:lnTo>
                    <a:cubicBezTo>
                      <a:pt x="1568" y="613"/>
                      <a:pt x="1698" y="474"/>
                      <a:pt x="1698" y="307"/>
                    </a:cubicBezTo>
                    <a:cubicBezTo>
                      <a:pt x="1698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>
                <a:off x="7284275" y="2327500"/>
                <a:ext cx="305000" cy="22242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8897" extrusionOk="0">
                    <a:moveTo>
                      <a:pt x="232" y="0"/>
                    </a:moveTo>
                    <a:cubicBezTo>
                      <a:pt x="102" y="0"/>
                      <a:pt x="0" y="102"/>
                      <a:pt x="0" y="223"/>
                    </a:cubicBezTo>
                    <a:lnTo>
                      <a:pt x="0" y="8674"/>
                    </a:lnTo>
                    <a:cubicBezTo>
                      <a:pt x="0" y="8795"/>
                      <a:pt x="102" y="8897"/>
                      <a:pt x="232" y="8897"/>
                    </a:cubicBezTo>
                    <a:lnTo>
                      <a:pt x="11977" y="8897"/>
                    </a:lnTo>
                    <a:cubicBezTo>
                      <a:pt x="12097" y="8897"/>
                      <a:pt x="12199" y="8795"/>
                      <a:pt x="12199" y="8674"/>
                    </a:cubicBezTo>
                    <a:lnTo>
                      <a:pt x="12199" y="223"/>
                    </a:lnTo>
                    <a:cubicBezTo>
                      <a:pt x="12199" y="102"/>
                      <a:pt x="12097" y="0"/>
                      <a:pt x="119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9"/>
              <p:cNvSpPr/>
              <p:nvPr/>
            </p:nvSpPr>
            <p:spPr>
              <a:xfrm>
                <a:off x="7301425" y="2310575"/>
                <a:ext cx="305000" cy="3757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1503" extrusionOk="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lnTo>
                      <a:pt x="1" y="1503"/>
                    </a:lnTo>
                    <a:lnTo>
                      <a:pt x="12200" y="1503"/>
                    </a:lnTo>
                    <a:lnTo>
                      <a:pt x="12200" y="353"/>
                    </a:lnTo>
                    <a:cubicBezTo>
                      <a:pt x="12200" y="158"/>
                      <a:pt x="12042" y="0"/>
                      <a:pt x="118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9"/>
              <p:cNvSpPr/>
              <p:nvPr/>
            </p:nvSpPr>
            <p:spPr>
              <a:xfrm>
                <a:off x="7299800" y="2309175"/>
                <a:ext cx="308025" cy="40375"/>
              </a:xfrm>
              <a:custGeom>
                <a:avLst/>
                <a:gdLst/>
                <a:ahLst/>
                <a:cxnLst/>
                <a:rect l="l" t="t" r="r" b="b"/>
                <a:pathLst>
                  <a:path w="12321" h="1615" extrusionOk="0">
                    <a:moveTo>
                      <a:pt x="11912" y="112"/>
                    </a:moveTo>
                    <a:cubicBezTo>
                      <a:pt x="12070" y="112"/>
                      <a:pt x="12209" y="251"/>
                      <a:pt x="12209" y="409"/>
                    </a:cubicBezTo>
                    <a:lnTo>
                      <a:pt x="12209" y="1494"/>
                    </a:lnTo>
                    <a:lnTo>
                      <a:pt x="122" y="1494"/>
                    </a:lnTo>
                    <a:lnTo>
                      <a:pt x="122" y="325"/>
                    </a:lnTo>
                    <a:cubicBezTo>
                      <a:pt x="122" y="214"/>
                      <a:pt x="214" y="112"/>
                      <a:pt x="335" y="112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9"/>
                      <a:pt x="1" y="325"/>
                    </a:cubicBezTo>
                    <a:lnTo>
                      <a:pt x="1" y="1615"/>
                    </a:lnTo>
                    <a:lnTo>
                      <a:pt x="12320" y="1615"/>
                    </a:lnTo>
                    <a:lnTo>
                      <a:pt x="12320" y="409"/>
                    </a:lnTo>
                    <a:cubicBezTo>
                      <a:pt x="12320" y="186"/>
                      <a:pt x="12135" y="0"/>
                      <a:pt x="119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9"/>
              <p:cNvSpPr/>
              <p:nvPr/>
            </p:nvSpPr>
            <p:spPr>
              <a:xfrm>
                <a:off x="7553750" y="2321700"/>
                <a:ext cx="1465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6" extrusionOk="0">
                    <a:moveTo>
                      <a:pt x="298" y="112"/>
                    </a:moveTo>
                    <a:cubicBezTo>
                      <a:pt x="391" y="112"/>
                      <a:pt x="465" y="195"/>
                      <a:pt x="465" y="288"/>
                    </a:cubicBezTo>
                    <a:cubicBezTo>
                      <a:pt x="465" y="381"/>
                      <a:pt x="391" y="464"/>
                      <a:pt x="298" y="464"/>
                    </a:cubicBezTo>
                    <a:cubicBezTo>
                      <a:pt x="196" y="464"/>
                      <a:pt x="122" y="381"/>
                      <a:pt x="122" y="288"/>
                    </a:cubicBezTo>
                    <a:cubicBezTo>
                      <a:pt x="122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19"/>
              <p:cNvSpPr/>
              <p:nvPr/>
            </p:nvSpPr>
            <p:spPr>
              <a:xfrm>
                <a:off x="7576250" y="2321700"/>
                <a:ext cx="1465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6" extrusionOk="0">
                    <a:moveTo>
                      <a:pt x="298" y="112"/>
                    </a:moveTo>
                    <a:cubicBezTo>
                      <a:pt x="390" y="112"/>
                      <a:pt x="465" y="195"/>
                      <a:pt x="465" y="288"/>
                    </a:cubicBezTo>
                    <a:cubicBezTo>
                      <a:pt x="465" y="381"/>
                      <a:pt x="390" y="464"/>
                      <a:pt x="298" y="464"/>
                    </a:cubicBezTo>
                    <a:cubicBezTo>
                      <a:pt x="196" y="464"/>
                      <a:pt x="121" y="381"/>
                      <a:pt x="121" y="288"/>
                    </a:cubicBezTo>
                    <a:cubicBezTo>
                      <a:pt x="121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19"/>
              <p:cNvSpPr/>
              <p:nvPr/>
            </p:nvSpPr>
            <p:spPr>
              <a:xfrm>
                <a:off x="7531500" y="2321700"/>
                <a:ext cx="144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76" extrusionOk="0">
                    <a:moveTo>
                      <a:pt x="288" y="112"/>
                    </a:moveTo>
                    <a:cubicBezTo>
                      <a:pt x="381" y="112"/>
                      <a:pt x="464" y="195"/>
                      <a:pt x="464" y="288"/>
                    </a:cubicBezTo>
                    <a:cubicBezTo>
                      <a:pt x="464" y="381"/>
                      <a:pt x="381" y="464"/>
                      <a:pt x="288" y="464"/>
                    </a:cubicBezTo>
                    <a:cubicBezTo>
                      <a:pt x="195" y="464"/>
                      <a:pt x="121" y="381"/>
                      <a:pt x="121" y="288"/>
                    </a:cubicBezTo>
                    <a:cubicBezTo>
                      <a:pt x="121" y="195"/>
                      <a:pt x="195" y="112"/>
                      <a:pt x="288" y="112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0" y="130"/>
                      <a:pt x="0" y="288"/>
                    </a:cubicBezTo>
                    <a:cubicBezTo>
                      <a:pt x="0" y="446"/>
                      <a:pt x="130" y="576"/>
                      <a:pt x="288" y="576"/>
                    </a:cubicBezTo>
                    <a:cubicBezTo>
                      <a:pt x="446" y="576"/>
                      <a:pt x="575" y="446"/>
                      <a:pt x="575" y="288"/>
                    </a:cubicBezTo>
                    <a:cubicBezTo>
                      <a:pt x="575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19"/>
              <p:cNvSpPr/>
              <p:nvPr/>
            </p:nvSpPr>
            <p:spPr>
              <a:xfrm>
                <a:off x="7301200" y="2348125"/>
                <a:ext cx="305000" cy="18347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7339" extrusionOk="0">
                    <a:moveTo>
                      <a:pt x="38" y="1"/>
                    </a:moveTo>
                    <a:cubicBezTo>
                      <a:pt x="19" y="1"/>
                      <a:pt x="1" y="19"/>
                      <a:pt x="1" y="38"/>
                    </a:cubicBezTo>
                    <a:lnTo>
                      <a:pt x="1" y="7302"/>
                    </a:lnTo>
                    <a:cubicBezTo>
                      <a:pt x="1" y="7320"/>
                      <a:pt x="19" y="7339"/>
                      <a:pt x="38" y="7339"/>
                    </a:cubicBezTo>
                    <a:lnTo>
                      <a:pt x="12162" y="7339"/>
                    </a:lnTo>
                    <a:cubicBezTo>
                      <a:pt x="12181" y="7339"/>
                      <a:pt x="12199" y="7320"/>
                      <a:pt x="12199" y="7302"/>
                    </a:cubicBezTo>
                    <a:lnTo>
                      <a:pt x="12199" y="38"/>
                    </a:lnTo>
                    <a:cubicBezTo>
                      <a:pt x="12199" y="19"/>
                      <a:pt x="12181" y="1"/>
                      <a:pt x="121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19"/>
              <p:cNvSpPr/>
              <p:nvPr/>
            </p:nvSpPr>
            <p:spPr>
              <a:xfrm>
                <a:off x="7299800" y="2346750"/>
                <a:ext cx="308025" cy="186250"/>
              </a:xfrm>
              <a:custGeom>
                <a:avLst/>
                <a:gdLst/>
                <a:ahLst/>
                <a:cxnLst/>
                <a:rect l="l" t="t" r="r" b="b"/>
                <a:pathLst>
                  <a:path w="12321" h="7450" extrusionOk="0">
                    <a:moveTo>
                      <a:pt x="12200" y="112"/>
                    </a:moveTo>
                    <a:lnTo>
                      <a:pt x="12200" y="7338"/>
                    </a:lnTo>
                    <a:lnTo>
                      <a:pt x="112" y="7338"/>
                    </a:lnTo>
                    <a:lnTo>
                      <a:pt x="112" y="112"/>
                    </a:lnTo>
                    <a:close/>
                    <a:moveTo>
                      <a:pt x="94" y="0"/>
                    </a:moveTo>
                    <a:cubicBezTo>
                      <a:pt x="47" y="0"/>
                      <a:pt x="1" y="37"/>
                      <a:pt x="1" y="93"/>
                    </a:cubicBezTo>
                    <a:lnTo>
                      <a:pt x="1" y="7357"/>
                    </a:lnTo>
                    <a:cubicBezTo>
                      <a:pt x="1" y="7412"/>
                      <a:pt x="47" y="7449"/>
                      <a:pt x="94" y="7449"/>
                    </a:cubicBezTo>
                    <a:lnTo>
                      <a:pt x="12218" y="7449"/>
                    </a:lnTo>
                    <a:cubicBezTo>
                      <a:pt x="12274" y="7449"/>
                      <a:pt x="12320" y="7412"/>
                      <a:pt x="12320" y="7357"/>
                    </a:cubicBezTo>
                    <a:lnTo>
                      <a:pt x="12320" y="93"/>
                    </a:lnTo>
                    <a:cubicBezTo>
                      <a:pt x="12320" y="37"/>
                      <a:pt x="12274" y="0"/>
                      <a:pt x="122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19"/>
              <p:cNvSpPr/>
              <p:nvPr/>
            </p:nvSpPr>
            <p:spPr>
              <a:xfrm>
                <a:off x="7510150" y="2385250"/>
                <a:ext cx="67525" cy="103925"/>
              </a:xfrm>
              <a:custGeom>
                <a:avLst/>
                <a:gdLst/>
                <a:ahLst/>
                <a:cxnLst/>
                <a:rect l="l" t="t" r="r" b="b"/>
                <a:pathLst>
                  <a:path w="2701" h="4157" extrusionOk="0">
                    <a:moveTo>
                      <a:pt x="19" y="0"/>
                    </a:moveTo>
                    <a:cubicBezTo>
                      <a:pt x="10" y="0"/>
                      <a:pt x="1" y="9"/>
                      <a:pt x="1" y="19"/>
                    </a:cubicBezTo>
                    <a:lnTo>
                      <a:pt x="1" y="4138"/>
                    </a:lnTo>
                    <a:cubicBezTo>
                      <a:pt x="1" y="4147"/>
                      <a:pt x="10" y="4156"/>
                      <a:pt x="19" y="4156"/>
                    </a:cubicBezTo>
                    <a:lnTo>
                      <a:pt x="2682" y="4156"/>
                    </a:lnTo>
                    <a:cubicBezTo>
                      <a:pt x="2691" y="4156"/>
                      <a:pt x="2700" y="4147"/>
                      <a:pt x="2700" y="4138"/>
                    </a:cubicBezTo>
                    <a:lnTo>
                      <a:pt x="2700" y="19"/>
                    </a:lnTo>
                    <a:cubicBezTo>
                      <a:pt x="2700" y="0"/>
                      <a:pt x="2691" y="0"/>
                      <a:pt x="26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9"/>
              <p:cNvSpPr/>
              <p:nvPr/>
            </p:nvSpPr>
            <p:spPr>
              <a:xfrm>
                <a:off x="7508775" y="2383625"/>
                <a:ext cx="7030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287" extrusionOk="0">
                    <a:moveTo>
                      <a:pt x="2700" y="121"/>
                    </a:moveTo>
                    <a:lnTo>
                      <a:pt x="2700" y="4165"/>
                    </a:lnTo>
                    <a:lnTo>
                      <a:pt x="112" y="4165"/>
                    </a:lnTo>
                    <a:lnTo>
                      <a:pt x="112" y="121"/>
                    </a:lnTo>
                    <a:close/>
                    <a:moveTo>
                      <a:pt x="74" y="0"/>
                    </a:moveTo>
                    <a:cubicBezTo>
                      <a:pt x="37" y="0"/>
                      <a:pt x="0" y="37"/>
                      <a:pt x="0" y="84"/>
                    </a:cubicBezTo>
                    <a:lnTo>
                      <a:pt x="0" y="4203"/>
                    </a:lnTo>
                    <a:cubicBezTo>
                      <a:pt x="0" y="4249"/>
                      <a:pt x="37" y="4286"/>
                      <a:pt x="74" y="4286"/>
                    </a:cubicBezTo>
                    <a:lnTo>
                      <a:pt x="2737" y="4286"/>
                    </a:lnTo>
                    <a:cubicBezTo>
                      <a:pt x="2774" y="4286"/>
                      <a:pt x="2811" y="4249"/>
                      <a:pt x="2811" y="4203"/>
                    </a:cubicBezTo>
                    <a:lnTo>
                      <a:pt x="2811" y="84"/>
                    </a:lnTo>
                    <a:cubicBezTo>
                      <a:pt x="2811" y="37"/>
                      <a:pt x="2774" y="0"/>
                      <a:pt x="27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19"/>
              <p:cNvSpPr/>
              <p:nvPr/>
            </p:nvSpPr>
            <p:spPr>
              <a:xfrm>
                <a:off x="7511775" y="2387100"/>
                <a:ext cx="65200" cy="100900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4036" extrusionOk="0">
                    <a:moveTo>
                      <a:pt x="1" y="0"/>
                    </a:moveTo>
                    <a:lnTo>
                      <a:pt x="2608" y="4036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9"/>
              <p:cNvSpPr/>
              <p:nvPr/>
            </p:nvSpPr>
            <p:spPr>
              <a:xfrm>
                <a:off x="7510150" y="2385700"/>
                <a:ext cx="68450" cy="103700"/>
              </a:xfrm>
              <a:custGeom>
                <a:avLst/>
                <a:gdLst/>
                <a:ahLst/>
                <a:cxnLst/>
                <a:rect l="l" t="t" r="r" b="b"/>
                <a:pathLst>
                  <a:path w="2738" h="4148" extrusionOk="0">
                    <a:moveTo>
                      <a:pt x="70" y="0"/>
                    </a:moveTo>
                    <a:cubicBezTo>
                      <a:pt x="59" y="0"/>
                      <a:pt x="48" y="3"/>
                      <a:pt x="38" y="10"/>
                    </a:cubicBezTo>
                    <a:cubicBezTo>
                      <a:pt x="10" y="29"/>
                      <a:pt x="1" y="66"/>
                      <a:pt x="19" y="93"/>
                    </a:cubicBezTo>
                    <a:lnTo>
                      <a:pt x="2626" y="4120"/>
                    </a:lnTo>
                    <a:cubicBezTo>
                      <a:pt x="2635" y="4138"/>
                      <a:pt x="2654" y="4147"/>
                      <a:pt x="2673" y="4147"/>
                    </a:cubicBezTo>
                    <a:cubicBezTo>
                      <a:pt x="2682" y="4147"/>
                      <a:pt x="2691" y="4147"/>
                      <a:pt x="2700" y="4138"/>
                    </a:cubicBezTo>
                    <a:cubicBezTo>
                      <a:pt x="2728" y="4120"/>
                      <a:pt x="2738" y="4082"/>
                      <a:pt x="2719" y="4055"/>
                    </a:cubicBezTo>
                    <a:lnTo>
                      <a:pt x="121" y="29"/>
                    </a:lnTo>
                    <a:cubicBezTo>
                      <a:pt x="109" y="11"/>
                      <a:pt x="90" y="0"/>
                      <a:pt x="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9"/>
              <p:cNvSpPr/>
              <p:nvPr/>
            </p:nvSpPr>
            <p:spPr>
              <a:xfrm>
                <a:off x="7510625" y="2386875"/>
                <a:ext cx="64950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2598" h="4092" extrusionOk="0">
                    <a:moveTo>
                      <a:pt x="2598" y="0"/>
                    </a:moveTo>
                    <a:lnTo>
                      <a:pt x="0" y="409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19"/>
              <p:cNvSpPr/>
              <p:nvPr/>
            </p:nvSpPr>
            <p:spPr>
              <a:xfrm>
                <a:off x="7509000" y="2385325"/>
                <a:ext cx="68200" cy="105475"/>
              </a:xfrm>
              <a:custGeom>
                <a:avLst/>
                <a:gdLst/>
                <a:ahLst/>
                <a:cxnLst/>
                <a:rect l="l" t="t" r="r" b="b"/>
                <a:pathLst>
                  <a:path w="2728" h="4219" extrusionOk="0">
                    <a:moveTo>
                      <a:pt x="2667" y="1"/>
                    </a:moveTo>
                    <a:cubicBezTo>
                      <a:pt x="2648" y="1"/>
                      <a:pt x="2628" y="7"/>
                      <a:pt x="2617" y="25"/>
                    </a:cubicBezTo>
                    <a:lnTo>
                      <a:pt x="19" y="4125"/>
                    </a:lnTo>
                    <a:cubicBezTo>
                      <a:pt x="0" y="4153"/>
                      <a:pt x="10" y="4190"/>
                      <a:pt x="38" y="4209"/>
                    </a:cubicBezTo>
                    <a:cubicBezTo>
                      <a:pt x="47" y="4209"/>
                      <a:pt x="56" y="4218"/>
                      <a:pt x="65" y="4218"/>
                    </a:cubicBezTo>
                    <a:cubicBezTo>
                      <a:pt x="84" y="4218"/>
                      <a:pt x="103" y="4209"/>
                      <a:pt x="121" y="4190"/>
                    </a:cubicBezTo>
                    <a:lnTo>
                      <a:pt x="2719" y="90"/>
                    </a:lnTo>
                    <a:cubicBezTo>
                      <a:pt x="2728" y="62"/>
                      <a:pt x="2728" y="25"/>
                      <a:pt x="2700" y="6"/>
                    </a:cubicBezTo>
                    <a:cubicBezTo>
                      <a:pt x="2690" y="3"/>
                      <a:pt x="2678" y="1"/>
                      <a:pt x="266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19"/>
              <p:cNvSpPr/>
              <p:nvPr/>
            </p:nvSpPr>
            <p:spPr>
              <a:xfrm>
                <a:off x="7340175" y="2391050"/>
                <a:ext cx="14335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121" extrusionOk="0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5677" y="121"/>
                    </a:lnTo>
                    <a:cubicBezTo>
                      <a:pt x="5705" y="121"/>
                      <a:pt x="5733" y="93"/>
                      <a:pt x="5733" y="65"/>
                    </a:cubicBezTo>
                    <a:cubicBezTo>
                      <a:pt x="5733" y="28"/>
                      <a:pt x="5705" y="0"/>
                      <a:pt x="5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>
                <a:off x="7340175" y="2412375"/>
                <a:ext cx="522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2088" h="122" extrusionOk="0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032" y="121"/>
                    </a:lnTo>
                    <a:cubicBezTo>
                      <a:pt x="2069" y="121"/>
                      <a:pt x="2087" y="93"/>
                      <a:pt x="2087" y="56"/>
                    </a:cubicBezTo>
                    <a:cubicBezTo>
                      <a:pt x="2087" y="28"/>
                      <a:pt x="2069" y="1"/>
                      <a:pt x="20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9"/>
              <p:cNvSpPr/>
              <p:nvPr/>
            </p:nvSpPr>
            <p:spPr>
              <a:xfrm>
                <a:off x="7409750" y="2412375"/>
                <a:ext cx="62875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22" extrusionOk="0">
                    <a:moveTo>
                      <a:pt x="65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2458" y="121"/>
                    </a:lnTo>
                    <a:cubicBezTo>
                      <a:pt x="2486" y="121"/>
                      <a:pt x="2514" y="93"/>
                      <a:pt x="2514" y="56"/>
                    </a:cubicBezTo>
                    <a:cubicBezTo>
                      <a:pt x="2514" y="28"/>
                      <a:pt x="2486" y="1"/>
                      <a:pt x="24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9"/>
              <p:cNvSpPr/>
              <p:nvPr/>
            </p:nvSpPr>
            <p:spPr>
              <a:xfrm>
                <a:off x="7340175" y="2477075"/>
                <a:ext cx="9302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721" h="113" extrusionOk="0">
                    <a:moveTo>
                      <a:pt x="56" y="1"/>
                    </a:moveTo>
                    <a:cubicBezTo>
                      <a:pt x="28" y="1"/>
                      <a:pt x="0" y="29"/>
                      <a:pt x="0" y="56"/>
                    </a:cubicBezTo>
                    <a:cubicBezTo>
                      <a:pt x="0" y="93"/>
                      <a:pt x="28" y="112"/>
                      <a:pt x="56" y="112"/>
                    </a:cubicBezTo>
                    <a:lnTo>
                      <a:pt x="3655" y="112"/>
                    </a:lnTo>
                    <a:cubicBezTo>
                      <a:pt x="3692" y="112"/>
                      <a:pt x="3720" y="93"/>
                      <a:pt x="3720" y="56"/>
                    </a:cubicBezTo>
                    <a:cubicBezTo>
                      <a:pt x="3720" y="29"/>
                      <a:pt x="3692" y="1"/>
                      <a:pt x="36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19"/>
              <p:cNvSpPr/>
              <p:nvPr/>
            </p:nvSpPr>
            <p:spPr>
              <a:xfrm>
                <a:off x="7340175" y="2434875"/>
                <a:ext cx="1445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5780" h="112" extrusionOk="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5724" y="112"/>
                    </a:lnTo>
                    <a:cubicBezTo>
                      <a:pt x="5761" y="112"/>
                      <a:pt x="5779" y="84"/>
                      <a:pt x="5779" y="56"/>
                    </a:cubicBezTo>
                    <a:cubicBezTo>
                      <a:pt x="5779" y="19"/>
                      <a:pt x="5761" y="0"/>
                      <a:pt x="57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9"/>
              <p:cNvSpPr/>
              <p:nvPr/>
            </p:nvSpPr>
            <p:spPr>
              <a:xfrm>
                <a:off x="7340175" y="2456200"/>
                <a:ext cx="47800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1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1855" y="112"/>
                    </a:lnTo>
                    <a:cubicBezTo>
                      <a:pt x="1883" y="112"/>
                      <a:pt x="1911" y="84"/>
                      <a:pt x="1911" y="56"/>
                    </a:cubicBezTo>
                    <a:cubicBezTo>
                      <a:pt x="1911" y="19"/>
                      <a:pt x="1883" y="1"/>
                      <a:pt x="18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9"/>
              <p:cNvSpPr/>
              <p:nvPr/>
            </p:nvSpPr>
            <p:spPr>
              <a:xfrm>
                <a:off x="7398850" y="2456200"/>
                <a:ext cx="8467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387" h="11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3330" y="112"/>
                    </a:lnTo>
                    <a:cubicBezTo>
                      <a:pt x="3358" y="112"/>
                      <a:pt x="3386" y="84"/>
                      <a:pt x="3386" y="56"/>
                    </a:cubicBezTo>
                    <a:cubicBezTo>
                      <a:pt x="3386" y="19"/>
                      <a:pt x="3358" y="1"/>
                      <a:pt x="33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19"/>
              <p:cNvSpPr/>
              <p:nvPr/>
            </p:nvSpPr>
            <p:spPr>
              <a:xfrm>
                <a:off x="7414375" y="2425125"/>
                <a:ext cx="500" cy="8850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4" extrusionOk="0">
                    <a:moveTo>
                      <a:pt x="19" y="353"/>
                    </a:moveTo>
                    <a:cubicBezTo>
                      <a:pt x="19" y="233"/>
                      <a:pt x="19" y="121"/>
                      <a:pt x="1" y="1"/>
                    </a:cubicBezTo>
                    <a:lnTo>
                      <a:pt x="1" y="1"/>
                    </a:lnTo>
                    <a:lnTo>
                      <a:pt x="1" y="1"/>
                    </a:lnTo>
                    <a:cubicBezTo>
                      <a:pt x="19" y="121"/>
                      <a:pt x="19" y="233"/>
                      <a:pt x="19" y="35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9"/>
              <p:cNvSpPr/>
              <p:nvPr/>
            </p:nvSpPr>
            <p:spPr>
              <a:xfrm>
                <a:off x="7106150" y="2233800"/>
                <a:ext cx="232650" cy="165625"/>
              </a:xfrm>
              <a:custGeom>
                <a:avLst/>
                <a:gdLst/>
                <a:ahLst/>
                <a:cxnLst/>
                <a:rect l="l" t="t" r="r" b="b"/>
                <a:pathLst>
                  <a:path w="9306" h="6625" extrusionOk="0">
                    <a:moveTo>
                      <a:pt x="16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6457"/>
                    </a:lnTo>
                    <a:cubicBezTo>
                      <a:pt x="1" y="6550"/>
                      <a:pt x="75" y="6624"/>
                      <a:pt x="168" y="6624"/>
                    </a:cubicBezTo>
                    <a:lnTo>
                      <a:pt x="9129" y="6624"/>
                    </a:lnTo>
                    <a:cubicBezTo>
                      <a:pt x="9222" y="6624"/>
                      <a:pt x="9305" y="6550"/>
                      <a:pt x="9305" y="6457"/>
                    </a:cubicBezTo>
                    <a:lnTo>
                      <a:pt x="9305" y="168"/>
                    </a:lnTo>
                    <a:cubicBezTo>
                      <a:pt x="9305" y="75"/>
                      <a:pt x="9222" y="1"/>
                      <a:pt x="91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9"/>
              <p:cNvSpPr/>
              <p:nvPr/>
            </p:nvSpPr>
            <p:spPr>
              <a:xfrm>
                <a:off x="7104525" y="2232175"/>
                <a:ext cx="235675" cy="168850"/>
              </a:xfrm>
              <a:custGeom>
                <a:avLst/>
                <a:gdLst/>
                <a:ahLst/>
                <a:cxnLst/>
                <a:rect l="l" t="t" r="r" b="b"/>
                <a:pathLst>
                  <a:path w="9427" h="6754" extrusionOk="0">
                    <a:moveTo>
                      <a:pt x="9194" y="121"/>
                    </a:moveTo>
                    <a:cubicBezTo>
                      <a:pt x="9259" y="121"/>
                      <a:pt x="9305" y="177"/>
                      <a:pt x="9305" y="233"/>
                    </a:cubicBezTo>
                    <a:lnTo>
                      <a:pt x="9305" y="6522"/>
                    </a:lnTo>
                    <a:cubicBezTo>
                      <a:pt x="9305" y="6587"/>
                      <a:pt x="9259" y="6633"/>
                      <a:pt x="9194" y="6633"/>
                    </a:cubicBezTo>
                    <a:lnTo>
                      <a:pt x="233" y="6633"/>
                    </a:lnTo>
                    <a:cubicBezTo>
                      <a:pt x="168" y="6633"/>
                      <a:pt x="122" y="6587"/>
                      <a:pt x="122" y="6522"/>
                    </a:cubicBezTo>
                    <a:lnTo>
                      <a:pt x="122" y="233"/>
                    </a:lnTo>
                    <a:cubicBezTo>
                      <a:pt x="122" y="177"/>
                      <a:pt x="177" y="121"/>
                      <a:pt x="233" y="121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12"/>
                      <a:pt x="1" y="233"/>
                    </a:cubicBezTo>
                    <a:lnTo>
                      <a:pt x="1" y="6522"/>
                    </a:lnTo>
                    <a:cubicBezTo>
                      <a:pt x="1" y="6652"/>
                      <a:pt x="103" y="6754"/>
                      <a:pt x="233" y="6754"/>
                    </a:cubicBezTo>
                    <a:lnTo>
                      <a:pt x="9194" y="6754"/>
                    </a:lnTo>
                    <a:cubicBezTo>
                      <a:pt x="9324" y="6754"/>
                      <a:pt x="9426" y="6652"/>
                      <a:pt x="9426" y="6522"/>
                    </a:cubicBezTo>
                    <a:lnTo>
                      <a:pt x="9426" y="233"/>
                    </a:lnTo>
                    <a:cubicBezTo>
                      <a:pt x="9426" y="112"/>
                      <a:pt x="9324" y="1"/>
                      <a:pt x="91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9"/>
              <p:cNvSpPr/>
              <p:nvPr/>
            </p:nvSpPr>
            <p:spPr>
              <a:xfrm>
                <a:off x="7119150" y="2221275"/>
                <a:ext cx="232625" cy="27850"/>
              </a:xfrm>
              <a:custGeom>
                <a:avLst/>
                <a:gdLst/>
                <a:ahLst/>
                <a:cxnLst/>
                <a:rect l="l" t="t" r="r" b="b"/>
                <a:pathLst>
                  <a:path w="9305" h="1114" extrusionOk="0">
                    <a:moveTo>
                      <a:pt x="204" y="1"/>
                    </a:moveTo>
                    <a:cubicBezTo>
                      <a:pt x="93" y="1"/>
                      <a:pt x="0" y="93"/>
                      <a:pt x="0" y="205"/>
                    </a:cubicBezTo>
                    <a:lnTo>
                      <a:pt x="0" y="1114"/>
                    </a:lnTo>
                    <a:lnTo>
                      <a:pt x="9305" y="1114"/>
                    </a:lnTo>
                    <a:lnTo>
                      <a:pt x="9305" y="260"/>
                    </a:lnTo>
                    <a:cubicBezTo>
                      <a:pt x="9305" y="112"/>
                      <a:pt x="9184" y="1"/>
                      <a:pt x="90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9"/>
              <p:cNvSpPr/>
              <p:nvPr/>
            </p:nvSpPr>
            <p:spPr>
              <a:xfrm>
                <a:off x="7117750" y="2219650"/>
                <a:ext cx="235425" cy="30875"/>
              </a:xfrm>
              <a:custGeom>
                <a:avLst/>
                <a:gdLst/>
                <a:ahLst/>
                <a:cxnLst/>
                <a:rect l="l" t="t" r="r" b="b"/>
                <a:pathLst>
                  <a:path w="9417" h="1235" extrusionOk="0">
                    <a:moveTo>
                      <a:pt x="9092" y="121"/>
                    </a:moveTo>
                    <a:cubicBezTo>
                      <a:pt x="9203" y="121"/>
                      <a:pt x="9296" y="214"/>
                      <a:pt x="9296" y="325"/>
                    </a:cubicBezTo>
                    <a:lnTo>
                      <a:pt x="9296" y="1123"/>
                    </a:lnTo>
                    <a:lnTo>
                      <a:pt x="112" y="1123"/>
                    </a:lnTo>
                    <a:lnTo>
                      <a:pt x="112" y="270"/>
                    </a:lnTo>
                    <a:cubicBezTo>
                      <a:pt x="112" y="186"/>
                      <a:pt x="177" y="121"/>
                      <a:pt x="260" y="121"/>
                    </a:cubicBezTo>
                    <a:close/>
                    <a:moveTo>
                      <a:pt x="260" y="1"/>
                    </a:moveTo>
                    <a:cubicBezTo>
                      <a:pt x="112" y="1"/>
                      <a:pt x="1" y="121"/>
                      <a:pt x="1" y="270"/>
                    </a:cubicBezTo>
                    <a:lnTo>
                      <a:pt x="1" y="1234"/>
                    </a:lnTo>
                    <a:lnTo>
                      <a:pt x="9417" y="1234"/>
                    </a:lnTo>
                    <a:lnTo>
                      <a:pt x="9417" y="325"/>
                    </a:lnTo>
                    <a:cubicBezTo>
                      <a:pt x="9417" y="149"/>
                      <a:pt x="9268" y="1"/>
                      <a:pt x="90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19"/>
              <p:cNvSpPr/>
              <p:nvPr/>
            </p:nvSpPr>
            <p:spPr>
              <a:xfrm>
                <a:off x="7143950" y="2229150"/>
                <a:ext cx="114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6" extrusionOk="0">
                    <a:moveTo>
                      <a:pt x="233" y="112"/>
                    </a:moveTo>
                    <a:cubicBezTo>
                      <a:pt x="289" y="112"/>
                      <a:pt x="344" y="168"/>
                      <a:pt x="344" y="224"/>
                    </a:cubicBezTo>
                    <a:cubicBezTo>
                      <a:pt x="344" y="289"/>
                      <a:pt x="289" y="344"/>
                      <a:pt x="233" y="344"/>
                    </a:cubicBezTo>
                    <a:cubicBezTo>
                      <a:pt x="168" y="344"/>
                      <a:pt x="112" y="289"/>
                      <a:pt x="112" y="224"/>
                    </a:cubicBezTo>
                    <a:cubicBezTo>
                      <a:pt x="11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53" y="456"/>
                      <a:pt x="456" y="354"/>
                      <a:pt x="456" y="233"/>
                    </a:cubicBezTo>
                    <a:cubicBezTo>
                      <a:pt x="456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9"/>
              <p:cNvSpPr/>
              <p:nvPr/>
            </p:nvSpPr>
            <p:spPr>
              <a:xfrm>
                <a:off x="7160650" y="2229150"/>
                <a:ext cx="1162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56" extrusionOk="0">
                    <a:moveTo>
                      <a:pt x="233" y="112"/>
                    </a:moveTo>
                    <a:cubicBezTo>
                      <a:pt x="298" y="112"/>
                      <a:pt x="344" y="168"/>
                      <a:pt x="344" y="224"/>
                    </a:cubicBezTo>
                    <a:cubicBezTo>
                      <a:pt x="344" y="289"/>
                      <a:pt x="298" y="344"/>
                      <a:pt x="233" y="344"/>
                    </a:cubicBezTo>
                    <a:cubicBezTo>
                      <a:pt x="168" y="344"/>
                      <a:pt x="122" y="289"/>
                      <a:pt x="122" y="224"/>
                    </a:cubicBezTo>
                    <a:cubicBezTo>
                      <a:pt x="12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63" y="456"/>
                      <a:pt x="465" y="354"/>
                      <a:pt x="465" y="233"/>
                    </a:cubicBezTo>
                    <a:cubicBezTo>
                      <a:pt x="465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9"/>
              <p:cNvSpPr/>
              <p:nvPr/>
            </p:nvSpPr>
            <p:spPr>
              <a:xfrm>
                <a:off x="7127275" y="2229150"/>
                <a:ext cx="116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64" h="456" extrusionOk="0">
                    <a:moveTo>
                      <a:pt x="232" y="112"/>
                    </a:moveTo>
                    <a:cubicBezTo>
                      <a:pt x="297" y="112"/>
                      <a:pt x="343" y="168"/>
                      <a:pt x="343" y="224"/>
                    </a:cubicBezTo>
                    <a:cubicBezTo>
                      <a:pt x="343" y="289"/>
                      <a:pt x="297" y="344"/>
                      <a:pt x="232" y="344"/>
                    </a:cubicBezTo>
                    <a:cubicBezTo>
                      <a:pt x="167" y="344"/>
                      <a:pt x="121" y="289"/>
                      <a:pt x="121" y="224"/>
                    </a:cubicBezTo>
                    <a:cubicBezTo>
                      <a:pt x="121" y="168"/>
                      <a:pt x="167" y="112"/>
                      <a:pt x="232" y="112"/>
                    </a:cubicBezTo>
                    <a:close/>
                    <a:moveTo>
                      <a:pt x="232" y="1"/>
                    </a:moveTo>
                    <a:cubicBezTo>
                      <a:pt x="102" y="1"/>
                      <a:pt x="0" y="103"/>
                      <a:pt x="0" y="233"/>
                    </a:cubicBezTo>
                    <a:cubicBezTo>
                      <a:pt x="0" y="354"/>
                      <a:pt x="102" y="456"/>
                      <a:pt x="232" y="456"/>
                    </a:cubicBezTo>
                    <a:cubicBezTo>
                      <a:pt x="362" y="456"/>
                      <a:pt x="464" y="354"/>
                      <a:pt x="464" y="233"/>
                    </a:cubicBezTo>
                    <a:cubicBezTo>
                      <a:pt x="464" y="103"/>
                      <a:pt x="362" y="1"/>
                      <a:pt x="2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19"/>
              <p:cNvSpPr/>
              <p:nvPr/>
            </p:nvSpPr>
            <p:spPr>
              <a:xfrm>
                <a:off x="7118925" y="2249100"/>
                <a:ext cx="232625" cy="136625"/>
              </a:xfrm>
              <a:custGeom>
                <a:avLst/>
                <a:gdLst/>
                <a:ahLst/>
                <a:cxnLst/>
                <a:rect l="l" t="t" r="r" b="b"/>
                <a:pathLst>
                  <a:path w="9305" h="5465" extrusionOk="0">
                    <a:moveTo>
                      <a:pt x="37" y="1"/>
                    </a:moveTo>
                    <a:cubicBezTo>
                      <a:pt x="19" y="1"/>
                      <a:pt x="0" y="19"/>
                      <a:pt x="0" y="29"/>
                    </a:cubicBezTo>
                    <a:lnTo>
                      <a:pt x="0" y="5437"/>
                    </a:lnTo>
                    <a:cubicBezTo>
                      <a:pt x="0" y="5455"/>
                      <a:pt x="19" y="5465"/>
                      <a:pt x="37" y="5465"/>
                    </a:cubicBezTo>
                    <a:lnTo>
                      <a:pt x="9277" y="5465"/>
                    </a:lnTo>
                    <a:cubicBezTo>
                      <a:pt x="9295" y="5465"/>
                      <a:pt x="9305" y="5455"/>
                      <a:pt x="9305" y="5437"/>
                    </a:cubicBezTo>
                    <a:lnTo>
                      <a:pt x="9305" y="29"/>
                    </a:lnTo>
                    <a:cubicBezTo>
                      <a:pt x="9305" y="19"/>
                      <a:pt x="9295" y="1"/>
                      <a:pt x="92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19"/>
              <p:cNvSpPr/>
              <p:nvPr/>
            </p:nvSpPr>
            <p:spPr>
              <a:xfrm>
                <a:off x="7117525" y="2247725"/>
                <a:ext cx="235650" cy="139625"/>
              </a:xfrm>
              <a:custGeom>
                <a:avLst/>
                <a:gdLst/>
                <a:ahLst/>
                <a:cxnLst/>
                <a:rect l="l" t="t" r="r" b="b"/>
                <a:pathLst>
                  <a:path w="9426" h="5585" extrusionOk="0">
                    <a:moveTo>
                      <a:pt x="9305" y="111"/>
                    </a:moveTo>
                    <a:lnTo>
                      <a:pt x="9305" y="5464"/>
                    </a:lnTo>
                    <a:lnTo>
                      <a:pt x="121" y="5464"/>
                    </a:lnTo>
                    <a:lnTo>
                      <a:pt x="121" y="111"/>
                    </a:lnTo>
                    <a:close/>
                    <a:moveTo>
                      <a:pt x="93" y="0"/>
                    </a:moveTo>
                    <a:cubicBezTo>
                      <a:pt x="38" y="0"/>
                      <a:pt x="0" y="37"/>
                      <a:pt x="0" y="84"/>
                    </a:cubicBezTo>
                    <a:lnTo>
                      <a:pt x="0" y="5492"/>
                    </a:lnTo>
                    <a:cubicBezTo>
                      <a:pt x="0" y="5538"/>
                      <a:pt x="38" y="5585"/>
                      <a:pt x="93" y="5585"/>
                    </a:cubicBezTo>
                    <a:lnTo>
                      <a:pt x="9333" y="5585"/>
                    </a:lnTo>
                    <a:cubicBezTo>
                      <a:pt x="9379" y="5585"/>
                      <a:pt x="9426" y="5538"/>
                      <a:pt x="9426" y="5492"/>
                    </a:cubicBezTo>
                    <a:lnTo>
                      <a:pt x="9426" y="84"/>
                    </a:lnTo>
                    <a:cubicBezTo>
                      <a:pt x="9426" y="37"/>
                      <a:pt x="9379" y="0"/>
                      <a:pt x="93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19"/>
              <p:cNvSpPr/>
              <p:nvPr/>
            </p:nvSpPr>
            <p:spPr>
              <a:xfrm>
                <a:off x="7224200" y="2280875"/>
                <a:ext cx="98600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113" extrusionOk="0">
                    <a:moveTo>
                      <a:pt x="56" y="1"/>
                    </a:moveTo>
                    <a:cubicBezTo>
                      <a:pt x="19" y="1"/>
                      <a:pt x="1" y="19"/>
                      <a:pt x="1" y="56"/>
                    </a:cubicBezTo>
                    <a:cubicBezTo>
                      <a:pt x="1" y="84"/>
                      <a:pt x="19" y="112"/>
                      <a:pt x="56" y="112"/>
                    </a:cubicBezTo>
                    <a:lnTo>
                      <a:pt x="3888" y="112"/>
                    </a:lnTo>
                    <a:cubicBezTo>
                      <a:pt x="3915" y="112"/>
                      <a:pt x="3943" y="84"/>
                      <a:pt x="3943" y="56"/>
                    </a:cubicBezTo>
                    <a:cubicBezTo>
                      <a:pt x="3943" y="19"/>
                      <a:pt x="3915" y="1"/>
                      <a:pt x="38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19"/>
              <p:cNvSpPr/>
              <p:nvPr/>
            </p:nvSpPr>
            <p:spPr>
              <a:xfrm>
                <a:off x="7224200" y="2296650"/>
                <a:ext cx="364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122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401" y="121"/>
                    </a:lnTo>
                    <a:cubicBezTo>
                      <a:pt x="1429" y="121"/>
                      <a:pt x="1457" y="93"/>
                      <a:pt x="1457" y="56"/>
                    </a:cubicBezTo>
                    <a:cubicBezTo>
                      <a:pt x="1457" y="28"/>
                      <a:pt x="1429" y="0"/>
                      <a:pt x="14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19"/>
              <p:cNvSpPr/>
              <p:nvPr/>
            </p:nvSpPr>
            <p:spPr>
              <a:xfrm>
                <a:off x="7271525" y="2296650"/>
                <a:ext cx="438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754" h="122" extrusionOk="0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1698" y="121"/>
                    </a:lnTo>
                    <a:cubicBezTo>
                      <a:pt x="1726" y="121"/>
                      <a:pt x="1753" y="93"/>
                      <a:pt x="1753" y="56"/>
                    </a:cubicBezTo>
                    <a:cubicBezTo>
                      <a:pt x="1753" y="28"/>
                      <a:pt x="1726" y="0"/>
                      <a:pt x="16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19"/>
              <p:cNvSpPr/>
              <p:nvPr/>
            </p:nvSpPr>
            <p:spPr>
              <a:xfrm>
                <a:off x="7224200" y="2344900"/>
                <a:ext cx="64275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571" h="112" extrusionOk="0">
                    <a:moveTo>
                      <a:pt x="56" y="0"/>
                    </a:moveTo>
                    <a:cubicBezTo>
                      <a:pt x="19" y="0"/>
                      <a:pt x="1" y="19"/>
                      <a:pt x="1" y="56"/>
                    </a:cubicBezTo>
                    <a:cubicBezTo>
                      <a:pt x="1" y="84"/>
                      <a:pt x="19" y="111"/>
                      <a:pt x="56" y="111"/>
                    </a:cubicBezTo>
                    <a:lnTo>
                      <a:pt x="2515" y="111"/>
                    </a:lnTo>
                    <a:cubicBezTo>
                      <a:pt x="2543" y="111"/>
                      <a:pt x="2570" y="84"/>
                      <a:pt x="2570" y="56"/>
                    </a:cubicBezTo>
                    <a:cubicBezTo>
                      <a:pt x="2570" y="19"/>
                      <a:pt x="2543" y="0"/>
                      <a:pt x="25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19"/>
              <p:cNvSpPr/>
              <p:nvPr/>
            </p:nvSpPr>
            <p:spPr>
              <a:xfrm>
                <a:off x="7224200" y="2313350"/>
                <a:ext cx="99525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3981" h="112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12"/>
                      <a:pt x="56" y="112"/>
                    </a:cubicBezTo>
                    <a:lnTo>
                      <a:pt x="3925" y="112"/>
                    </a:lnTo>
                    <a:cubicBezTo>
                      <a:pt x="3953" y="112"/>
                      <a:pt x="3980" y="93"/>
                      <a:pt x="3980" y="56"/>
                    </a:cubicBezTo>
                    <a:cubicBezTo>
                      <a:pt x="3980" y="28"/>
                      <a:pt x="3953" y="0"/>
                      <a:pt x="39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19"/>
              <p:cNvSpPr/>
              <p:nvPr/>
            </p:nvSpPr>
            <p:spPr>
              <a:xfrm>
                <a:off x="7224200" y="2329125"/>
                <a:ext cx="33425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1337" h="121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65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281" y="121"/>
                    </a:lnTo>
                    <a:cubicBezTo>
                      <a:pt x="1309" y="121"/>
                      <a:pt x="1337" y="93"/>
                      <a:pt x="1337" y="65"/>
                    </a:cubicBezTo>
                    <a:cubicBezTo>
                      <a:pt x="1337" y="28"/>
                      <a:pt x="1309" y="0"/>
                      <a:pt x="12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19"/>
              <p:cNvSpPr/>
              <p:nvPr/>
            </p:nvSpPr>
            <p:spPr>
              <a:xfrm>
                <a:off x="7264100" y="2329125"/>
                <a:ext cx="5870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121" extrusionOk="0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292" y="121"/>
                    </a:lnTo>
                    <a:cubicBezTo>
                      <a:pt x="2319" y="121"/>
                      <a:pt x="2347" y="93"/>
                      <a:pt x="2347" y="65"/>
                    </a:cubicBezTo>
                    <a:cubicBezTo>
                      <a:pt x="2347" y="28"/>
                      <a:pt x="2319" y="0"/>
                      <a:pt x="22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19"/>
              <p:cNvSpPr/>
              <p:nvPr/>
            </p:nvSpPr>
            <p:spPr>
              <a:xfrm>
                <a:off x="7136550" y="2273925"/>
                <a:ext cx="70525" cy="70525"/>
              </a:xfrm>
              <a:custGeom>
                <a:avLst/>
                <a:gdLst/>
                <a:ahLst/>
                <a:cxnLst/>
                <a:rect l="l" t="t" r="r" b="b"/>
                <a:pathLst>
                  <a:path w="2821" h="2821" extrusionOk="0">
                    <a:moveTo>
                      <a:pt x="1410" y="0"/>
                    </a:moveTo>
                    <a:cubicBezTo>
                      <a:pt x="631" y="0"/>
                      <a:pt x="0" y="631"/>
                      <a:pt x="0" y="1410"/>
                    </a:cubicBezTo>
                    <a:cubicBezTo>
                      <a:pt x="0" y="2190"/>
                      <a:pt x="631" y="2820"/>
                      <a:pt x="1410" y="2820"/>
                    </a:cubicBezTo>
                    <a:cubicBezTo>
                      <a:pt x="2189" y="2820"/>
                      <a:pt x="2820" y="2190"/>
                      <a:pt x="2820" y="1410"/>
                    </a:cubicBezTo>
                    <a:lnTo>
                      <a:pt x="1410" y="1410"/>
                    </a:lnTo>
                    <a:lnTo>
                      <a:pt x="14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19"/>
              <p:cNvSpPr/>
              <p:nvPr/>
            </p:nvSpPr>
            <p:spPr>
              <a:xfrm>
                <a:off x="7135150" y="2272525"/>
                <a:ext cx="73300" cy="73550"/>
              </a:xfrm>
              <a:custGeom>
                <a:avLst/>
                <a:gdLst/>
                <a:ahLst/>
                <a:cxnLst/>
                <a:rect l="l" t="t" r="r" b="b"/>
                <a:pathLst>
                  <a:path w="2932" h="2942" extrusionOk="0">
                    <a:moveTo>
                      <a:pt x="1411" y="121"/>
                    </a:moveTo>
                    <a:lnTo>
                      <a:pt x="1411" y="1466"/>
                    </a:lnTo>
                    <a:cubicBezTo>
                      <a:pt x="1411" y="1504"/>
                      <a:pt x="1438" y="1531"/>
                      <a:pt x="1466" y="1531"/>
                    </a:cubicBezTo>
                    <a:lnTo>
                      <a:pt x="2821" y="1531"/>
                    </a:lnTo>
                    <a:cubicBezTo>
                      <a:pt x="2783" y="2246"/>
                      <a:pt x="2190" y="2821"/>
                      <a:pt x="1466" y="2821"/>
                    </a:cubicBezTo>
                    <a:cubicBezTo>
                      <a:pt x="724" y="2821"/>
                      <a:pt x="112" y="2218"/>
                      <a:pt x="112" y="1466"/>
                    </a:cubicBezTo>
                    <a:cubicBezTo>
                      <a:pt x="112" y="743"/>
                      <a:pt x="687" y="149"/>
                      <a:pt x="1411" y="121"/>
                    </a:cubicBezTo>
                    <a:close/>
                    <a:moveTo>
                      <a:pt x="1466" y="1"/>
                    </a:moveTo>
                    <a:cubicBezTo>
                      <a:pt x="659" y="1"/>
                      <a:pt x="0" y="659"/>
                      <a:pt x="0" y="1476"/>
                    </a:cubicBezTo>
                    <a:cubicBezTo>
                      <a:pt x="0" y="2283"/>
                      <a:pt x="659" y="2941"/>
                      <a:pt x="1466" y="2941"/>
                    </a:cubicBezTo>
                    <a:cubicBezTo>
                      <a:pt x="2273" y="2941"/>
                      <a:pt x="2932" y="2283"/>
                      <a:pt x="2932" y="1476"/>
                    </a:cubicBezTo>
                    <a:cubicBezTo>
                      <a:pt x="2932" y="1439"/>
                      <a:pt x="2913" y="1411"/>
                      <a:pt x="2876" y="1411"/>
                    </a:cubicBezTo>
                    <a:lnTo>
                      <a:pt x="1522" y="1411"/>
                    </a:lnTo>
                    <a:lnTo>
                      <a:pt x="1522" y="56"/>
                    </a:lnTo>
                    <a:cubicBezTo>
                      <a:pt x="1522" y="29"/>
                      <a:pt x="1503" y="1"/>
                      <a:pt x="14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19"/>
              <p:cNvSpPr/>
              <p:nvPr/>
            </p:nvSpPr>
            <p:spPr>
              <a:xfrm>
                <a:off x="7133525" y="2274375"/>
                <a:ext cx="70525" cy="70550"/>
              </a:xfrm>
              <a:custGeom>
                <a:avLst/>
                <a:gdLst/>
                <a:ahLst/>
                <a:cxnLst/>
                <a:rect l="l" t="t" r="r" b="b"/>
                <a:pathLst>
                  <a:path w="2821" h="2822" extrusionOk="0">
                    <a:moveTo>
                      <a:pt x="1411" y="1"/>
                    </a:moveTo>
                    <a:cubicBezTo>
                      <a:pt x="631" y="1"/>
                      <a:pt x="1" y="632"/>
                      <a:pt x="1" y="1411"/>
                    </a:cubicBezTo>
                    <a:cubicBezTo>
                      <a:pt x="1" y="2190"/>
                      <a:pt x="631" y="2821"/>
                      <a:pt x="1411" y="2821"/>
                    </a:cubicBezTo>
                    <a:cubicBezTo>
                      <a:pt x="2190" y="2821"/>
                      <a:pt x="2821" y="2190"/>
                      <a:pt x="2821" y="1411"/>
                    </a:cubicBez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19"/>
              <p:cNvSpPr/>
              <p:nvPr/>
            </p:nvSpPr>
            <p:spPr>
              <a:xfrm>
                <a:off x="7132125" y="2273000"/>
                <a:ext cx="73325" cy="73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941" extrusionOk="0">
                    <a:moveTo>
                      <a:pt x="1411" y="121"/>
                    </a:moveTo>
                    <a:lnTo>
                      <a:pt x="1411" y="1531"/>
                    </a:lnTo>
                    <a:lnTo>
                      <a:pt x="2812" y="1531"/>
                    </a:lnTo>
                    <a:cubicBezTo>
                      <a:pt x="2784" y="2245"/>
                      <a:pt x="2190" y="2820"/>
                      <a:pt x="1467" y="2820"/>
                    </a:cubicBezTo>
                    <a:cubicBezTo>
                      <a:pt x="715" y="2820"/>
                      <a:pt x="112" y="2217"/>
                      <a:pt x="112" y="1466"/>
                    </a:cubicBezTo>
                    <a:cubicBezTo>
                      <a:pt x="112" y="742"/>
                      <a:pt x="687" y="149"/>
                      <a:pt x="1411" y="121"/>
                    </a:cubicBezTo>
                    <a:close/>
                    <a:moveTo>
                      <a:pt x="1467" y="0"/>
                    </a:moveTo>
                    <a:cubicBezTo>
                      <a:pt x="660" y="0"/>
                      <a:pt x="1" y="659"/>
                      <a:pt x="1" y="1466"/>
                    </a:cubicBezTo>
                    <a:cubicBezTo>
                      <a:pt x="1" y="2282"/>
                      <a:pt x="660" y="2941"/>
                      <a:pt x="1467" y="2941"/>
                    </a:cubicBezTo>
                    <a:cubicBezTo>
                      <a:pt x="2274" y="2941"/>
                      <a:pt x="2932" y="2282"/>
                      <a:pt x="2932" y="1466"/>
                    </a:cubicBezTo>
                    <a:lnTo>
                      <a:pt x="2932" y="1410"/>
                    </a:lnTo>
                    <a:lnTo>
                      <a:pt x="1522" y="1410"/>
                    </a:lnTo>
                    <a:lnTo>
                      <a:pt x="15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19"/>
              <p:cNvSpPr/>
              <p:nvPr/>
            </p:nvSpPr>
            <p:spPr>
              <a:xfrm>
                <a:off x="7288225" y="2174500"/>
                <a:ext cx="117825" cy="104850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4194" extrusionOk="0">
                    <a:moveTo>
                      <a:pt x="2354" y="0"/>
                    </a:moveTo>
                    <a:cubicBezTo>
                      <a:pt x="1744" y="0"/>
                      <a:pt x="1140" y="266"/>
                      <a:pt x="724" y="777"/>
                    </a:cubicBezTo>
                    <a:cubicBezTo>
                      <a:pt x="0" y="1677"/>
                      <a:pt x="130" y="2994"/>
                      <a:pt x="1030" y="3727"/>
                    </a:cubicBezTo>
                    <a:cubicBezTo>
                      <a:pt x="1420" y="4040"/>
                      <a:pt x="1888" y="4194"/>
                      <a:pt x="2352" y="4194"/>
                    </a:cubicBezTo>
                    <a:cubicBezTo>
                      <a:pt x="2961" y="4194"/>
                      <a:pt x="3564" y="3931"/>
                      <a:pt x="3980" y="3421"/>
                    </a:cubicBezTo>
                    <a:cubicBezTo>
                      <a:pt x="4713" y="2521"/>
                      <a:pt x="4573" y="1204"/>
                      <a:pt x="3674" y="471"/>
                    </a:cubicBezTo>
                    <a:cubicBezTo>
                      <a:pt x="3285" y="154"/>
                      <a:pt x="2818" y="0"/>
                      <a:pt x="2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19"/>
              <p:cNvSpPr/>
              <p:nvPr/>
            </p:nvSpPr>
            <p:spPr>
              <a:xfrm>
                <a:off x="7293325" y="2173275"/>
                <a:ext cx="107625" cy="107625"/>
              </a:xfrm>
              <a:custGeom>
                <a:avLst/>
                <a:gdLst/>
                <a:ahLst/>
                <a:cxnLst/>
                <a:rect l="l" t="t" r="r" b="b"/>
                <a:pathLst>
                  <a:path w="4305" h="4305" extrusionOk="0">
                    <a:moveTo>
                      <a:pt x="2152" y="112"/>
                    </a:moveTo>
                    <a:cubicBezTo>
                      <a:pt x="3275" y="112"/>
                      <a:pt x="4193" y="1030"/>
                      <a:pt x="4193" y="2153"/>
                    </a:cubicBezTo>
                    <a:cubicBezTo>
                      <a:pt x="4193" y="3275"/>
                      <a:pt x="3275" y="4193"/>
                      <a:pt x="2152" y="4193"/>
                    </a:cubicBezTo>
                    <a:cubicBezTo>
                      <a:pt x="1030" y="4193"/>
                      <a:pt x="111" y="3275"/>
                      <a:pt x="111" y="2153"/>
                    </a:cubicBezTo>
                    <a:cubicBezTo>
                      <a:pt x="111" y="1030"/>
                      <a:pt x="1030" y="112"/>
                      <a:pt x="2152" y="112"/>
                    </a:cubicBezTo>
                    <a:close/>
                    <a:moveTo>
                      <a:pt x="2152" y="0"/>
                    </a:moveTo>
                    <a:cubicBezTo>
                      <a:pt x="965" y="0"/>
                      <a:pt x="0" y="965"/>
                      <a:pt x="0" y="2153"/>
                    </a:cubicBezTo>
                    <a:cubicBezTo>
                      <a:pt x="0" y="3340"/>
                      <a:pt x="965" y="4305"/>
                      <a:pt x="2152" y="4305"/>
                    </a:cubicBezTo>
                    <a:cubicBezTo>
                      <a:pt x="3340" y="4305"/>
                      <a:pt x="4305" y="3340"/>
                      <a:pt x="4305" y="2153"/>
                    </a:cubicBezTo>
                    <a:cubicBezTo>
                      <a:pt x="4305" y="965"/>
                      <a:pt x="3340" y="0"/>
                      <a:pt x="2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19"/>
              <p:cNvSpPr/>
              <p:nvPr/>
            </p:nvSpPr>
            <p:spPr>
              <a:xfrm>
                <a:off x="7296575" y="2169100"/>
                <a:ext cx="112725" cy="104825"/>
              </a:xfrm>
              <a:custGeom>
                <a:avLst/>
                <a:gdLst/>
                <a:ahLst/>
                <a:cxnLst/>
                <a:rect l="l" t="t" r="r" b="b"/>
                <a:pathLst>
                  <a:path w="4509" h="4193" extrusionOk="0">
                    <a:moveTo>
                      <a:pt x="2260" y="1"/>
                    </a:moveTo>
                    <a:cubicBezTo>
                      <a:pt x="2148" y="1"/>
                      <a:pt x="2035" y="10"/>
                      <a:pt x="1920" y="28"/>
                    </a:cubicBezTo>
                    <a:cubicBezTo>
                      <a:pt x="779" y="214"/>
                      <a:pt x="0" y="1290"/>
                      <a:pt x="186" y="2431"/>
                    </a:cubicBezTo>
                    <a:cubicBezTo>
                      <a:pt x="353" y="3459"/>
                      <a:pt x="1242" y="4193"/>
                      <a:pt x="2251" y="4193"/>
                    </a:cubicBezTo>
                    <a:cubicBezTo>
                      <a:pt x="2362" y="4193"/>
                      <a:pt x="2475" y="4184"/>
                      <a:pt x="2588" y="4166"/>
                    </a:cubicBezTo>
                    <a:cubicBezTo>
                      <a:pt x="3739" y="3980"/>
                      <a:pt x="4509" y="2904"/>
                      <a:pt x="4323" y="1763"/>
                    </a:cubicBezTo>
                    <a:cubicBezTo>
                      <a:pt x="4156" y="728"/>
                      <a:pt x="3268" y="1"/>
                      <a:pt x="22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19"/>
              <p:cNvSpPr/>
              <p:nvPr/>
            </p:nvSpPr>
            <p:spPr>
              <a:xfrm>
                <a:off x="7299125" y="2167700"/>
                <a:ext cx="107850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4314" h="4306" extrusionOk="0">
                    <a:moveTo>
                      <a:pt x="2162" y="121"/>
                    </a:moveTo>
                    <a:cubicBezTo>
                      <a:pt x="3284" y="121"/>
                      <a:pt x="4193" y="1030"/>
                      <a:pt x="4193" y="2153"/>
                    </a:cubicBezTo>
                    <a:cubicBezTo>
                      <a:pt x="4193" y="3275"/>
                      <a:pt x="3284" y="4194"/>
                      <a:pt x="2162" y="4194"/>
                    </a:cubicBezTo>
                    <a:cubicBezTo>
                      <a:pt x="1030" y="4194"/>
                      <a:pt x="121" y="3275"/>
                      <a:pt x="121" y="2153"/>
                    </a:cubicBezTo>
                    <a:cubicBezTo>
                      <a:pt x="121" y="1030"/>
                      <a:pt x="1030" y="121"/>
                      <a:pt x="2162" y="121"/>
                    </a:cubicBezTo>
                    <a:close/>
                    <a:moveTo>
                      <a:pt x="2162" y="1"/>
                    </a:moveTo>
                    <a:cubicBezTo>
                      <a:pt x="974" y="1"/>
                      <a:pt x="0" y="965"/>
                      <a:pt x="0" y="2153"/>
                    </a:cubicBezTo>
                    <a:cubicBezTo>
                      <a:pt x="0" y="3340"/>
                      <a:pt x="974" y="4305"/>
                      <a:pt x="2162" y="4305"/>
                    </a:cubicBezTo>
                    <a:cubicBezTo>
                      <a:pt x="3349" y="4305"/>
                      <a:pt x="4314" y="3340"/>
                      <a:pt x="4314" y="2153"/>
                    </a:cubicBezTo>
                    <a:cubicBezTo>
                      <a:pt x="4314" y="965"/>
                      <a:pt x="3349" y="1"/>
                      <a:pt x="21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19"/>
              <p:cNvSpPr/>
              <p:nvPr/>
            </p:nvSpPr>
            <p:spPr>
              <a:xfrm>
                <a:off x="7335750" y="2167700"/>
                <a:ext cx="34125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4306" extrusionOk="0">
                    <a:moveTo>
                      <a:pt x="678" y="121"/>
                    </a:moveTo>
                    <a:cubicBezTo>
                      <a:pt x="947" y="121"/>
                      <a:pt x="1244" y="956"/>
                      <a:pt x="1244" y="2153"/>
                    </a:cubicBezTo>
                    <a:cubicBezTo>
                      <a:pt x="1244" y="3359"/>
                      <a:pt x="947" y="4194"/>
                      <a:pt x="678" y="4194"/>
                    </a:cubicBezTo>
                    <a:cubicBezTo>
                      <a:pt x="409" y="4194"/>
                      <a:pt x="112" y="3359"/>
                      <a:pt x="112" y="2153"/>
                    </a:cubicBezTo>
                    <a:cubicBezTo>
                      <a:pt x="112" y="956"/>
                      <a:pt x="409" y="121"/>
                      <a:pt x="678" y="121"/>
                    </a:cubicBezTo>
                    <a:close/>
                    <a:moveTo>
                      <a:pt x="678" y="1"/>
                    </a:moveTo>
                    <a:cubicBezTo>
                      <a:pt x="233" y="1"/>
                      <a:pt x="1" y="1114"/>
                      <a:pt x="1" y="2153"/>
                    </a:cubicBezTo>
                    <a:cubicBezTo>
                      <a:pt x="1" y="3201"/>
                      <a:pt x="233" y="4305"/>
                      <a:pt x="678" y="4305"/>
                    </a:cubicBezTo>
                    <a:cubicBezTo>
                      <a:pt x="1123" y="4305"/>
                      <a:pt x="1364" y="3201"/>
                      <a:pt x="1364" y="2153"/>
                    </a:cubicBezTo>
                    <a:cubicBezTo>
                      <a:pt x="1364" y="1114"/>
                      <a:pt x="1123" y="1"/>
                      <a:pt x="6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19"/>
              <p:cNvSpPr/>
              <p:nvPr/>
            </p:nvSpPr>
            <p:spPr>
              <a:xfrm>
                <a:off x="7303050" y="2203425"/>
                <a:ext cx="9905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12" extrusionOk="0">
                    <a:moveTo>
                      <a:pt x="1" y="0"/>
                    </a:moveTo>
                    <a:lnTo>
                      <a:pt x="1" y="112"/>
                    </a:lnTo>
                    <a:lnTo>
                      <a:pt x="3962" y="112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19"/>
              <p:cNvSpPr/>
              <p:nvPr/>
            </p:nvSpPr>
            <p:spPr>
              <a:xfrm>
                <a:off x="7303050" y="2238675"/>
                <a:ext cx="9905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21" extrusionOk="0">
                    <a:moveTo>
                      <a:pt x="1" y="0"/>
                    </a:moveTo>
                    <a:lnTo>
                      <a:pt x="1" y="121"/>
                    </a:lnTo>
                    <a:lnTo>
                      <a:pt x="3962" y="121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8" name="Google Shape;368;p19"/>
            <p:cNvSpPr/>
            <p:nvPr/>
          </p:nvSpPr>
          <p:spPr>
            <a:xfrm>
              <a:off x="1925692" y="2196479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9" name="Google Shape;369;p19"/>
            <p:cNvGrpSpPr/>
            <p:nvPr/>
          </p:nvGrpSpPr>
          <p:grpSpPr>
            <a:xfrm>
              <a:off x="3729110" y="795775"/>
              <a:ext cx="1239906" cy="584116"/>
              <a:chOff x="6947135" y="2460525"/>
              <a:chExt cx="1239906" cy="584116"/>
            </a:xfrm>
          </p:grpSpPr>
          <p:sp>
            <p:nvSpPr>
              <p:cNvPr id="370" name="Google Shape;370;p19"/>
              <p:cNvSpPr/>
              <p:nvPr/>
            </p:nvSpPr>
            <p:spPr>
              <a:xfrm>
                <a:off x="7878097" y="2638928"/>
                <a:ext cx="304483" cy="39265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93" extrusionOk="0">
                    <a:moveTo>
                      <a:pt x="1" y="1"/>
                    </a:moveTo>
                    <a:lnTo>
                      <a:pt x="1" y="492"/>
                    </a:lnTo>
                    <a:lnTo>
                      <a:pt x="3823" y="492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19"/>
              <p:cNvSpPr/>
              <p:nvPr/>
            </p:nvSpPr>
            <p:spPr>
              <a:xfrm>
                <a:off x="7872920" y="2634468"/>
                <a:ext cx="314120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604" extrusionOk="0">
                    <a:moveTo>
                      <a:pt x="3823" y="112"/>
                    </a:moveTo>
                    <a:lnTo>
                      <a:pt x="3823" y="483"/>
                    </a:lnTo>
                    <a:lnTo>
                      <a:pt x="121" y="483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"/>
                      <a:pt x="19" y="10"/>
                    </a:cubicBezTo>
                    <a:cubicBezTo>
                      <a:pt x="10" y="29"/>
                      <a:pt x="1" y="38"/>
                      <a:pt x="1" y="57"/>
                    </a:cubicBezTo>
                    <a:lnTo>
                      <a:pt x="1" y="548"/>
                    </a:lnTo>
                    <a:cubicBezTo>
                      <a:pt x="1" y="576"/>
                      <a:pt x="28" y="604"/>
                      <a:pt x="56" y="604"/>
                    </a:cubicBezTo>
                    <a:lnTo>
                      <a:pt x="3878" y="604"/>
                    </a:lnTo>
                    <a:cubicBezTo>
                      <a:pt x="3897" y="604"/>
                      <a:pt x="3915" y="595"/>
                      <a:pt x="3925" y="585"/>
                    </a:cubicBezTo>
                    <a:cubicBezTo>
                      <a:pt x="3934" y="576"/>
                      <a:pt x="3943" y="558"/>
                      <a:pt x="3943" y="548"/>
                    </a:cubicBezTo>
                    <a:lnTo>
                      <a:pt x="3943" y="57"/>
                    </a:lnTo>
                    <a:cubicBezTo>
                      <a:pt x="3943" y="19"/>
                      <a:pt x="3915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7878097" y="2725342"/>
                <a:ext cx="174423" cy="25247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17" extrusionOk="0">
                    <a:moveTo>
                      <a:pt x="1" y="1"/>
                    </a:moveTo>
                    <a:lnTo>
                      <a:pt x="1" y="316"/>
                    </a:lnTo>
                    <a:lnTo>
                      <a:pt x="2190" y="316"/>
                    </a:lnTo>
                    <a:lnTo>
                      <a:pt x="21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7872920" y="2720165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2"/>
                    </a:moveTo>
                    <a:lnTo>
                      <a:pt x="2199" y="326"/>
                    </a:lnTo>
                    <a:lnTo>
                      <a:pt x="121" y="326"/>
                    </a:lnTo>
                    <a:lnTo>
                      <a:pt x="121" y="122"/>
                    </a:lnTo>
                    <a:close/>
                    <a:moveTo>
                      <a:pt x="66" y="1"/>
                    </a:moveTo>
                    <a:cubicBezTo>
                      <a:pt x="28" y="1"/>
                      <a:pt x="1" y="29"/>
                      <a:pt x="1" y="66"/>
                    </a:cubicBezTo>
                    <a:lnTo>
                      <a:pt x="1" y="381"/>
                    </a:lnTo>
                    <a:cubicBezTo>
                      <a:pt x="1" y="400"/>
                      <a:pt x="10" y="409"/>
                      <a:pt x="19" y="418"/>
                    </a:cubicBezTo>
                    <a:cubicBezTo>
                      <a:pt x="28" y="437"/>
                      <a:pt x="47" y="437"/>
                      <a:pt x="66" y="437"/>
                    </a:cubicBezTo>
                    <a:lnTo>
                      <a:pt x="2255" y="437"/>
                    </a:lnTo>
                    <a:cubicBezTo>
                      <a:pt x="2292" y="437"/>
                      <a:pt x="2311" y="409"/>
                      <a:pt x="2311" y="381"/>
                    </a:cubicBezTo>
                    <a:lnTo>
                      <a:pt x="2311" y="66"/>
                    </a:lnTo>
                    <a:cubicBezTo>
                      <a:pt x="2311" y="47"/>
                      <a:pt x="2311" y="29"/>
                      <a:pt x="2301" y="20"/>
                    </a:cubicBezTo>
                    <a:cubicBezTo>
                      <a:pt x="2283" y="10"/>
                      <a:pt x="2273" y="1"/>
                      <a:pt x="22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7878097" y="2797818"/>
                <a:ext cx="174423" cy="25168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16" extrusionOk="0">
                    <a:moveTo>
                      <a:pt x="1" y="0"/>
                    </a:moveTo>
                    <a:lnTo>
                      <a:pt x="1" y="315"/>
                    </a:lnTo>
                    <a:lnTo>
                      <a:pt x="2190" y="315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7872920" y="2793358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66" y="0"/>
                    </a:moveTo>
                    <a:cubicBezTo>
                      <a:pt x="28" y="0"/>
                      <a:pt x="1" y="28"/>
                      <a:pt x="1" y="56"/>
                    </a:cubicBezTo>
                    <a:lnTo>
                      <a:pt x="1" y="371"/>
                    </a:lnTo>
                    <a:cubicBezTo>
                      <a:pt x="1" y="390"/>
                      <a:pt x="10" y="409"/>
                      <a:pt x="19" y="418"/>
                    </a:cubicBezTo>
                    <a:cubicBezTo>
                      <a:pt x="28" y="427"/>
                      <a:pt x="47" y="436"/>
                      <a:pt x="66" y="436"/>
                    </a:cubicBezTo>
                    <a:lnTo>
                      <a:pt x="2255" y="436"/>
                    </a:lnTo>
                    <a:cubicBezTo>
                      <a:pt x="2273" y="436"/>
                      <a:pt x="2283" y="427"/>
                      <a:pt x="2301" y="418"/>
                    </a:cubicBezTo>
                    <a:cubicBezTo>
                      <a:pt x="2311" y="409"/>
                      <a:pt x="2311" y="390"/>
                      <a:pt x="2311" y="371"/>
                    </a:cubicBezTo>
                    <a:lnTo>
                      <a:pt x="2311" y="56"/>
                    </a:lnTo>
                    <a:cubicBezTo>
                      <a:pt x="2311" y="28"/>
                      <a:pt x="2292" y="0"/>
                      <a:pt x="2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985603" y="2857631"/>
                <a:ext cx="295563" cy="127910"/>
              </a:xfrm>
              <a:custGeom>
                <a:avLst/>
                <a:gdLst/>
                <a:ahLst/>
                <a:cxnLst/>
                <a:rect l="l" t="t" r="r" b="b"/>
                <a:pathLst>
                  <a:path w="3711" h="1606" extrusionOk="0">
                    <a:moveTo>
                      <a:pt x="3711" y="0"/>
                    </a:moveTo>
                    <a:lnTo>
                      <a:pt x="0" y="1605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980426" y="2853330"/>
                <a:ext cx="305916" cy="136591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1715" extrusionOk="0">
                    <a:moveTo>
                      <a:pt x="3773" y="1"/>
                    </a:moveTo>
                    <a:cubicBezTo>
                      <a:pt x="3764" y="1"/>
                      <a:pt x="3756" y="3"/>
                      <a:pt x="3748" y="8"/>
                    </a:cubicBezTo>
                    <a:lnTo>
                      <a:pt x="47" y="1604"/>
                    </a:lnTo>
                    <a:cubicBezTo>
                      <a:pt x="10" y="1613"/>
                      <a:pt x="0" y="1650"/>
                      <a:pt x="10" y="1678"/>
                    </a:cubicBezTo>
                    <a:cubicBezTo>
                      <a:pt x="19" y="1696"/>
                      <a:pt x="47" y="1715"/>
                      <a:pt x="65" y="1715"/>
                    </a:cubicBezTo>
                    <a:cubicBezTo>
                      <a:pt x="75" y="1715"/>
                      <a:pt x="84" y="1715"/>
                      <a:pt x="84" y="1706"/>
                    </a:cubicBezTo>
                    <a:lnTo>
                      <a:pt x="3795" y="110"/>
                    </a:lnTo>
                    <a:cubicBezTo>
                      <a:pt x="3822" y="101"/>
                      <a:pt x="3841" y="64"/>
                      <a:pt x="3832" y="36"/>
                    </a:cubicBezTo>
                    <a:cubicBezTo>
                      <a:pt x="3818" y="16"/>
                      <a:pt x="3795" y="1"/>
                      <a:pt x="37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951595" y="2965470"/>
                <a:ext cx="48822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04" extrusionOk="0">
                    <a:moveTo>
                      <a:pt x="168" y="1"/>
                    </a:moveTo>
                    <a:lnTo>
                      <a:pt x="1" y="446"/>
                    </a:lnTo>
                    <a:lnTo>
                      <a:pt x="446" y="604"/>
                    </a:lnTo>
                    <a:lnTo>
                      <a:pt x="613" y="15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947135" y="2961487"/>
                <a:ext cx="57743" cy="57265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9" extrusionOk="0">
                    <a:moveTo>
                      <a:pt x="251" y="134"/>
                    </a:moveTo>
                    <a:lnTo>
                      <a:pt x="595" y="255"/>
                    </a:lnTo>
                    <a:lnTo>
                      <a:pt x="465" y="589"/>
                    </a:lnTo>
                    <a:lnTo>
                      <a:pt x="131" y="468"/>
                    </a:lnTo>
                    <a:lnTo>
                      <a:pt x="251" y="134"/>
                    </a:lnTo>
                    <a:close/>
                    <a:moveTo>
                      <a:pt x="216" y="1"/>
                    </a:moveTo>
                    <a:cubicBezTo>
                      <a:pt x="192" y="1"/>
                      <a:pt x="175" y="11"/>
                      <a:pt x="168" y="32"/>
                    </a:cubicBezTo>
                    <a:lnTo>
                      <a:pt x="1" y="478"/>
                    </a:lnTo>
                    <a:cubicBezTo>
                      <a:pt x="1" y="496"/>
                      <a:pt x="1" y="515"/>
                      <a:pt x="10" y="524"/>
                    </a:cubicBezTo>
                    <a:cubicBezTo>
                      <a:pt x="10" y="543"/>
                      <a:pt x="29" y="552"/>
                      <a:pt x="38" y="552"/>
                    </a:cubicBezTo>
                    <a:lnTo>
                      <a:pt x="483" y="719"/>
                    </a:lnTo>
                    <a:lnTo>
                      <a:pt x="502" y="719"/>
                    </a:lnTo>
                    <a:cubicBezTo>
                      <a:pt x="530" y="719"/>
                      <a:pt x="548" y="700"/>
                      <a:pt x="558" y="682"/>
                    </a:cubicBezTo>
                    <a:lnTo>
                      <a:pt x="715" y="236"/>
                    </a:lnTo>
                    <a:cubicBezTo>
                      <a:pt x="724" y="209"/>
                      <a:pt x="715" y="171"/>
                      <a:pt x="678" y="162"/>
                    </a:cubicBezTo>
                    <a:lnTo>
                      <a:pt x="242" y="4"/>
                    </a:lnTo>
                    <a:cubicBezTo>
                      <a:pt x="233" y="2"/>
                      <a:pt x="224" y="1"/>
                      <a:pt x="2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7264836" y="2488002"/>
                <a:ext cx="591922" cy="551701"/>
              </a:xfrm>
              <a:custGeom>
                <a:avLst/>
                <a:gdLst/>
                <a:ahLst/>
                <a:cxnLst/>
                <a:rect l="l" t="t" r="r" b="b"/>
                <a:pathLst>
                  <a:path w="7432" h="6927" extrusionOk="0">
                    <a:moveTo>
                      <a:pt x="3715" y="0"/>
                    </a:moveTo>
                    <a:cubicBezTo>
                      <a:pt x="2032" y="0"/>
                      <a:pt x="558" y="1228"/>
                      <a:pt x="288" y="2944"/>
                    </a:cubicBezTo>
                    <a:cubicBezTo>
                      <a:pt x="1" y="4827"/>
                      <a:pt x="1300" y="6599"/>
                      <a:pt x="3192" y="6886"/>
                    </a:cubicBezTo>
                    <a:cubicBezTo>
                      <a:pt x="3369" y="6913"/>
                      <a:pt x="3545" y="6927"/>
                      <a:pt x="3718" y="6927"/>
                    </a:cubicBezTo>
                    <a:cubicBezTo>
                      <a:pt x="5395" y="6927"/>
                      <a:pt x="6874" y="5707"/>
                      <a:pt x="7135" y="3992"/>
                    </a:cubicBezTo>
                    <a:cubicBezTo>
                      <a:pt x="7432" y="2100"/>
                      <a:pt x="6133" y="328"/>
                      <a:pt x="4240" y="40"/>
                    </a:cubicBezTo>
                    <a:cubicBezTo>
                      <a:pt x="4064" y="13"/>
                      <a:pt x="3888" y="0"/>
                      <a:pt x="37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7259659" y="2483223"/>
                <a:ext cx="589692" cy="561418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9" extrusionOk="0">
                    <a:moveTo>
                      <a:pt x="3777" y="119"/>
                    </a:moveTo>
                    <a:cubicBezTo>
                      <a:pt x="3944" y="119"/>
                      <a:pt x="4120" y="128"/>
                      <a:pt x="4296" y="156"/>
                    </a:cubicBezTo>
                    <a:cubicBezTo>
                      <a:pt x="5196" y="295"/>
                      <a:pt x="5984" y="777"/>
                      <a:pt x="6522" y="1510"/>
                    </a:cubicBezTo>
                    <a:cubicBezTo>
                      <a:pt x="7061" y="2243"/>
                      <a:pt x="7283" y="3143"/>
                      <a:pt x="7144" y="4043"/>
                    </a:cubicBezTo>
                    <a:cubicBezTo>
                      <a:pt x="7005" y="4943"/>
                      <a:pt x="6532" y="5731"/>
                      <a:pt x="5799" y="6269"/>
                    </a:cubicBezTo>
                    <a:cubicBezTo>
                      <a:pt x="5209" y="6702"/>
                      <a:pt x="4510" y="6931"/>
                      <a:pt x="3791" y="6931"/>
                    </a:cubicBezTo>
                    <a:cubicBezTo>
                      <a:pt x="3617" y="6931"/>
                      <a:pt x="3442" y="6918"/>
                      <a:pt x="3266" y="6891"/>
                    </a:cubicBezTo>
                    <a:cubicBezTo>
                      <a:pt x="1411" y="6603"/>
                      <a:pt x="131" y="4868"/>
                      <a:pt x="418" y="3013"/>
                    </a:cubicBezTo>
                    <a:cubicBezTo>
                      <a:pt x="558" y="2113"/>
                      <a:pt x="1031" y="1315"/>
                      <a:pt x="1764" y="777"/>
                    </a:cubicBezTo>
                    <a:cubicBezTo>
                      <a:pt x="2357" y="351"/>
                      <a:pt x="3053" y="119"/>
                      <a:pt x="3777" y="119"/>
                    </a:cubicBezTo>
                    <a:close/>
                    <a:moveTo>
                      <a:pt x="3765" y="1"/>
                    </a:moveTo>
                    <a:cubicBezTo>
                      <a:pt x="3026" y="1"/>
                      <a:pt x="2309" y="238"/>
                      <a:pt x="1699" y="685"/>
                    </a:cubicBezTo>
                    <a:cubicBezTo>
                      <a:pt x="938" y="1241"/>
                      <a:pt x="446" y="2058"/>
                      <a:pt x="298" y="2995"/>
                    </a:cubicBezTo>
                    <a:cubicBezTo>
                      <a:pt x="1" y="4915"/>
                      <a:pt x="1328" y="6714"/>
                      <a:pt x="3248" y="7002"/>
                    </a:cubicBezTo>
                    <a:cubicBezTo>
                      <a:pt x="3424" y="7030"/>
                      <a:pt x="3610" y="7048"/>
                      <a:pt x="3786" y="7048"/>
                    </a:cubicBezTo>
                    <a:cubicBezTo>
                      <a:pt x="4528" y="7048"/>
                      <a:pt x="5252" y="6807"/>
                      <a:pt x="5864" y="6362"/>
                    </a:cubicBezTo>
                    <a:cubicBezTo>
                      <a:pt x="6625" y="5805"/>
                      <a:pt x="7116" y="4989"/>
                      <a:pt x="7265" y="4061"/>
                    </a:cubicBezTo>
                    <a:cubicBezTo>
                      <a:pt x="7404" y="3134"/>
                      <a:pt x="7172" y="2197"/>
                      <a:pt x="6615" y="1445"/>
                    </a:cubicBezTo>
                    <a:cubicBezTo>
                      <a:pt x="6059" y="685"/>
                      <a:pt x="5242" y="184"/>
                      <a:pt x="4315" y="45"/>
                    </a:cubicBezTo>
                    <a:cubicBezTo>
                      <a:pt x="4131" y="15"/>
                      <a:pt x="3947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7219757" y="2465303"/>
                <a:ext cx="627364" cy="552019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6931" extrusionOk="0">
                    <a:moveTo>
                      <a:pt x="3933" y="0"/>
                    </a:moveTo>
                    <a:cubicBezTo>
                      <a:pt x="3250" y="0"/>
                      <a:pt x="2560" y="202"/>
                      <a:pt x="1958" y="622"/>
                    </a:cubicBezTo>
                    <a:cubicBezTo>
                      <a:pt x="391" y="1717"/>
                      <a:pt x="1" y="3878"/>
                      <a:pt x="1096" y="5446"/>
                    </a:cubicBezTo>
                    <a:cubicBezTo>
                      <a:pt x="1770" y="6412"/>
                      <a:pt x="2849" y="6930"/>
                      <a:pt x="3945" y="6930"/>
                    </a:cubicBezTo>
                    <a:cubicBezTo>
                      <a:pt x="4628" y="6930"/>
                      <a:pt x="5318" y="6729"/>
                      <a:pt x="5920" y="6309"/>
                    </a:cubicBezTo>
                    <a:cubicBezTo>
                      <a:pt x="7487" y="5214"/>
                      <a:pt x="7877" y="3053"/>
                      <a:pt x="6782" y="1485"/>
                    </a:cubicBezTo>
                    <a:cubicBezTo>
                      <a:pt x="6108" y="519"/>
                      <a:pt x="5029" y="0"/>
                      <a:pt x="39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7232341" y="2460525"/>
                <a:ext cx="601479" cy="561179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7046" extrusionOk="0">
                    <a:moveTo>
                      <a:pt x="3765" y="122"/>
                    </a:moveTo>
                    <a:cubicBezTo>
                      <a:pt x="3937" y="122"/>
                      <a:pt x="4111" y="135"/>
                      <a:pt x="4287" y="163"/>
                    </a:cubicBezTo>
                    <a:cubicBezTo>
                      <a:pt x="6142" y="441"/>
                      <a:pt x="7422" y="2185"/>
                      <a:pt x="7144" y="4040"/>
                    </a:cubicBezTo>
                    <a:cubicBezTo>
                      <a:pt x="6883" y="5720"/>
                      <a:pt x="5429" y="6929"/>
                      <a:pt x="3779" y="6929"/>
                    </a:cubicBezTo>
                    <a:cubicBezTo>
                      <a:pt x="3607" y="6929"/>
                      <a:pt x="3432" y="6915"/>
                      <a:pt x="3257" y="6888"/>
                    </a:cubicBezTo>
                    <a:cubicBezTo>
                      <a:pt x="1401" y="6601"/>
                      <a:pt x="121" y="4866"/>
                      <a:pt x="409" y="3011"/>
                    </a:cubicBezTo>
                    <a:cubicBezTo>
                      <a:pt x="669" y="1331"/>
                      <a:pt x="2116" y="122"/>
                      <a:pt x="3765" y="122"/>
                    </a:cubicBezTo>
                    <a:close/>
                    <a:moveTo>
                      <a:pt x="3769" y="0"/>
                    </a:moveTo>
                    <a:cubicBezTo>
                      <a:pt x="2067" y="0"/>
                      <a:pt x="558" y="1253"/>
                      <a:pt x="298" y="2992"/>
                    </a:cubicBezTo>
                    <a:cubicBezTo>
                      <a:pt x="1" y="4912"/>
                      <a:pt x="1318" y="6712"/>
                      <a:pt x="3238" y="6999"/>
                    </a:cubicBezTo>
                    <a:cubicBezTo>
                      <a:pt x="3415" y="7027"/>
                      <a:pt x="3600" y="7046"/>
                      <a:pt x="3776" y="7046"/>
                    </a:cubicBezTo>
                    <a:cubicBezTo>
                      <a:pt x="5483" y="7046"/>
                      <a:pt x="6986" y="5794"/>
                      <a:pt x="7255" y="4059"/>
                    </a:cubicBezTo>
                    <a:cubicBezTo>
                      <a:pt x="7552" y="2139"/>
                      <a:pt x="6225" y="339"/>
                      <a:pt x="4305" y="42"/>
                    </a:cubicBezTo>
                    <a:cubicBezTo>
                      <a:pt x="4125" y="14"/>
                      <a:pt x="3946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19"/>
              <p:cNvSpPr/>
              <p:nvPr/>
            </p:nvSpPr>
            <p:spPr>
              <a:xfrm>
                <a:off x="7615828" y="2510541"/>
                <a:ext cx="134520" cy="135158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697" extrusionOk="0">
                    <a:moveTo>
                      <a:pt x="102" y="1"/>
                    </a:moveTo>
                    <a:cubicBezTo>
                      <a:pt x="67" y="1"/>
                      <a:pt x="33" y="20"/>
                      <a:pt x="19" y="54"/>
                    </a:cubicBezTo>
                    <a:cubicBezTo>
                      <a:pt x="0" y="91"/>
                      <a:pt x="19" y="147"/>
                      <a:pt x="65" y="165"/>
                    </a:cubicBezTo>
                    <a:cubicBezTo>
                      <a:pt x="705" y="462"/>
                      <a:pt x="1216" y="991"/>
                      <a:pt x="1512" y="1640"/>
                    </a:cubicBezTo>
                    <a:cubicBezTo>
                      <a:pt x="1522" y="1678"/>
                      <a:pt x="1559" y="1696"/>
                      <a:pt x="1587" y="1696"/>
                    </a:cubicBezTo>
                    <a:cubicBezTo>
                      <a:pt x="1596" y="1696"/>
                      <a:pt x="1614" y="1696"/>
                      <a:pt x="1624" y="1687"/>
                    </a:cubicBez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0"/>
                      <a:pt x="817" y="323"/>
                      <a:pt x="139" y="8"/>
                    </a:cubicBezTo>
                    <a:cubicBezTo>
                      <a:pt x="127" y="3"/>
                      <a:pt x="115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>
                <a:off x="7397842" y="2601973"/>
                <a:ext cx="261634" cy="300102"/>
              </a:xfrm>
              <a:custGeom>
                <a:avLst/>
                <a:gdLst/>
                <a:ahLst/>
                <a:cxnLst/>
                <a:rect l="l" t="t" r="r" b="b"/>
                <a:pathLst>
                  <a:path w="3285" h="3768" extrusionOk="0">
                    <a:moveTo>
                      <a:pt x="15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3600"/>
                    </a:lnTo>
                    <a:cubicBezTo>
                      <a:pt x="1" y="3693"/>
                      <a:pt x="75" y="3767"/>
                      <a:pt x="158" y="3767"/>
                    </a:cubicBezTo>
                    <a:lnTo>
                      <a:pt x="3127" y="3767"/>
                    </a:lnTo>
                    <a:cubicBezTo>
                      <a:pt x="3220" y="3767"/>
                      <a:pt x="3285" y="3693"/>
                      <a:pt x="3285" y="3600"/>
                    </a:cubicBezTo>
                    <a:lnTo>
                      <a:pt x="3285" y="168"/>
                    </a:lnTo>
                    <a:cubicBezTo>
                      <a:pt x="3285" y="75"/>
                      <a:pt x="3220" y="1"/>
                      <a:pt x="31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7393461" y="2597592"/>
                <a:ext cx="271191" cy="308863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3878" extrusionOk="0">
                    <a:moveTo>
                      <a:pt x="3182" y="111"/>
                    </a:moveTo>
                    <a:cubicBezTo>
                      <a:pt x="3238" y="111"/>
                      <a:pt x="3284" y="158"/>
                      <a:pt x="3284" y="223"/>
                    </a:cubicBezTo>
                    <a:lnTo>
                      <a:pt x="3284" y="3655"/>
                    </a:lnTo>
                    <a:cubicBezTo>
                      <a:pt x="3284" y="3720"/>
                      <a:pt x="3238" y="3766"/>
                      <a:pt x="3182" y="3766"/>
                    </a:cubicBezTo>
                    <a:lnTo>
                      <a:pt x="213" y="3766"/>
                    </a:lnTo>
                    <a:cubicBezTo>
                      <a:pt x="158" y="3766"/>
                      <a:pt x="111" y="3720"/>
                      <a:pt x="111" y="3655"/>
                    </a:cubicBezTo>
                    <a:lnTo>
                      <a:pt x="111" y="223"/>
                    </a:lnTo>
                    <a:cubicBezTo>
                      <a:pt x="111" y="158"/>
                      <a:pt x="158" y="111"/>
                      <a:pt x="213" y="111"/>
                    </a:cubicBezTo>
                    <a:close/>
                    <a:moveTo>
                      <a:pt x="213" y="0"/>
                    </a:moveTo>
                    <a:cubicBezTo>
                      <a:pt x="93" y="0"/>
                      <a:pt x="0" y="93"/>
                      <a:pt x="0" y="223"/>
                    </a:cubicBezTo>
                    <a:lnTo>
                      <a:pt x="0" y="3655"/>
                    </a:lnTo>
                    <a:cubicBezTo>
                      <a:pt x="0" y="3776"/>
                      <a:pt x="93" y="3878"/>
                      <a:pt x="213" y="3878"/>
                    </a:cubicBezTo>
                    <a:lnTo>
                      <a:pt x="3182" y="3878"/>
                    </a:lnTo>
                    <a:cubicBezTo>
                      <a:pt x="3303" y="3878"/>
                      <a:pt x="3405" y="3776"/>
                      <a:pt x="3405" y="3655"/>
                    </a:cubicBezTo>
                    <a:lnTo>
                      <a:pt x="3405" y="223"/>
                    </a:lnTo>
                    <a:cubicBezTo>
                      <a:pt x="3405" y="93"/>
                      <a:pt x="3303" y="0"/>
                      <a:pt x="3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19"/>
              <p:cNvSpPr/>
              <p:nvPr/>
            </p:nvSpPr>
            <p:spPr>
              <a:xfrm>
                <a:off x="7448814" y="2585725"/>
                <a:ext cx="159688" cy="31858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400" extrusionOk="0">
                    <a:moveTo>
                      <a:pt x="400" y="1"/>
                    </a:moveTo>
                    <a:cubicBezTo>
                      <a:pt x="177" y="1"/>
                      <a:pt x="1" y="177"/>
                      <a:pt x="1" y="400"/>
                    </a:cubicBezTo>
                    <a:lnTo>
                      <a:pt x="2005" y="400"/>
                    </a:lnTo>
                    <a:cubicBezTo>
                      <a:pt x="2005" y="177"/>
                      <a:pt x="1828" y="1"/>
                      <a:pt x="16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19"/>
              <p:cNvSpPr/>
              <p:nvPr/>
            </p:nvSpPr>
            <p:spPr>
              <a:xfrm>
                <a:off x="7443637" y="2580549"/>
                <a:ext cx="169325" cy="41495"/>
              </a:xfrm>
              <a:custGeom>
                <a:avLst/>
                <a:gdLst/>
                <a:ahLst/>
                <a:cxnLst/>
                <a:rect l="l" t="t" r="r" b="b"/>
                <a:pathLst>
                  <a:path w="2126" h="521" extrusionOk="0">
                    <a:moveTo>
                      <a:pt x="1671" y="121"/>
                    </a:moveTo>
                    <a:cubicBezTo>
                      <a:pt x="1838" y="121"/>
                      <a:pt x="1977" y="242"/>
                      <a:pt x="2005" y="409"/>
                    </a:cubicBezTo>
                    <a:lnTo>
                      <a:pt x="121" y="409"/>
                    </a:lnTo>
                    <a:cubicBezTo>
                      <a:pt x="149" y="242"/>
                      <a:pt x="288" y="121"/>
                      <a:pt x="465" y="121"/>
                    </a:cubicBezTo>
                    <a:close/>
                    <a:moveTo>
                      <a:pt x="465" y="1"/>
                    </a:moveTo>
                    <a:cubicBezTo>
                      <a:pt x="205" y="1"/>
                      <a:pt x="1" y="205"/>
                      <a:pt x="1" y="465"/>
                    </a:cubicBezTo>
                    <a:cubicBezTo>
                      <a:pt x="1" y="520"/>
                      <a:pt x="1" y="520"/>
                      <a:pt x="353" y="520"/>
                    </a:cubicBezTo>
                    <a:lnTo>
                      <a:pt x="1736" y="520"/>
                    </a:lnTo>
                    <a:cubicBezTo>
                      <a:pt x="2125" y="520"/>
                      <a:pt x="2125" y="520"/>
                      <a:pt x="2125" y="465"/>
                    </a:cubicBezTo>
                    <a:cubicBezTo>
                      <a:pt x="2125" y="205"/>
                      <a:pt x="1921" y="1"/>
                      <a:pt x="16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19"/>
              <p:cNvSpPr/>
              <p:nvPr/>
            </p:nvSpPr>
            <p:spPr>
              <a:xfrm>
                <a:off x="7500583" y="2556894"/>
                <a:ext cx="55433" cy="55513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97" extrusionOk="0">
                    <a:moveTo>
                      <a:pt x="353" y="1"/>
                    </a:moveTo>
                    <a:cubicBezTo>
                      <a:pt x="158" y="1"/>
                      <a:pt x="0" y="159"/>
                      <a:pt x="0" y="353"/>
                    </a:cubicBezTo>
                    <a:cubicBezTo>
                      <a:pt x="0" y="548"/>
                      <a:pt x="158" y="697"/>
                      <a:pt x="353" y="697"/>
                    </a:cubicBezTo>
                    <a:cubicBezTo>
                      <a:pt x="538" y="697"/>
                      <a:pt x="696" y="548"/>
                      <a:pt x="696" y="353"/>
                    </a:cubicBezTo>
                    <a:cubicBezTo>
                      <a:pt x="696" y="159"/>
                      <a:pt x="538" y="1"/>
                      <a:pt x="3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>
                <a:off x="7496123" y="2552514"/>
                <a:ext cx="65070" cy="6507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817" extrusionOk="0">
                    <a:moveTo>
                      <a:pt x="409" y="121"/>
                    </a:moveTo>
                    <a:cubicBezTo>
                      <a:pt x="566" y="121"/>
                      <a:pt x="696" y="251"/>
                      <a:pt x="696" y="408"/>
                    </a:cubicBezTo>
                    <a:cubicBezTo>
                      <a:pt x="696" y="566"/>
                      <a:pt x="566" y="696"/>
                      <a:pt x="409" y="696"/>
                    </a:cubicBezTo>
                    <a:cubicBezTo>
                      <a:pt x="251" y="696"/>
                      <a:pt x="121" y="566"/>
                      <a:pt x="121" y="408"/>
                    </a:cubicBezTo>
                    <a:cubicBezTo>
                      <a:pt x="121" y="251"/>
                      <a:pt x="251" y="121"/>
                      <a:pt x="409" y="121"/>
                    </a:cubicBezTo>
                    <a:close/>
                    <a:moveTo>
                      <a:pt x="409" y="0"/>
                    </a:moveTo>
                    <a:cubicBezTo>
                      <a:pt x="186" y="0"/>
                      <a:pt x="0" y="186"/>
                      <a:pt x="0" y="408"/>
                    </a:cubicBezTo>
                    <a:cubicBezTo>
                      <a:pt x="0" y="631"/>
                      <a:pt x="186" y="817"/>
                      <a:pt x="409" y="817"/>
                    </a:cubicBezTo>
                    <a:cubicBezTo>
                      <a:pt x="631" y="817"/>
                      <a:pt x="817" y="631"/>
                      <a:pt x="817" y="408"/>
                    </a:cubicBezTo>
                    <a:cubicBezTo>
                      <a:pt x="817" y="186"/>
                      <a:pt x="631" y="0"/>
                      <a:pt x="4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>
                <a:off x="7516830" y="2570195"/>
                <a:ext cx="22938" cy="22301"/>
              </a:xfrm>
              <a:custGeom>
                <a:avLst/>
                <a:gdLst/>
                <a:ahLst/>
                <a:cxnLst/>
                <a:rect l="l" t="t" r="r" b="b"/>
                <a:pathLst>
                  <a:path w="288" h="280" extrusionOk="0">
                    <a:moveTo>
                      <a:pt x="149" y="1"/>
                    </a:moveTo>
                    <a:cubicBezTo>
                      <a:pt x="65" y="1"/>
                      <a:pt x="0" y="56"/>
                      <a:pt x="0" y="140"/>
                    </a:cubicBezTo>
                    <a:cubicBezTo>
                      <a:pt x="0" y="214"/>
                      <a:pt x="65" y="279"/>
                      <a:pt x="149" y="279"/>
                    </a:cubicBezTo>
                    <a:cubicBezTo>
                      <a:pt x="223" y="279"/>
                      <a:pt x="288" y="214"/>
                      <a:pt x="288" y="140"/>
                    </a:cubicBezTo>
                    <a:cubicBezTo>
                      <a:pt x="288" y="66"/>
                      <a:pt x="223" y="1"/>
                      <a:pt x="14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>
                <a:off x="7512370" y="2565018"/>
                <a:ext cx="31858" cy="31858"/>
              </a:xfrm>
              <a:custGeom>
                <a:avLst/>
                <a:gdLst/>
                <a:ahLst/>
                <a:cxnLst/>
                <a:rect l="l" t="t" r="r" b="b"/>
                <a:pathLst>
                  <a:path w="400" h="400" extrusionOk="0">
                    <a:moveTo>
                      <a:pt x="205" y="121"/>
                    </a:moveTo>
                    <a:cubicBezTo>
                      <a:pt x="251" y="121"/>
                      <a:pt x="288" y="159"/>
                      <a:pt x="288" y="205"/>
                    </a:cubicBezTo>
                    <a:cubicBezTo>
                      <a:pt x="288" y="251"/>
                      <a:pt x="251" y="288"/>
                      <a:pt x="205" y="288"/>
                    </a:cubicBezTo>
                    <a:cubicBezTo>
                      <a:pt x="158" y="288"/>
                      <a:pt x="121" y="251"/>
                      <a:pt x="121" y="205"/>
                    </a:cubicBezTo>
                    <a:cubicBezTo>
                      <a:pt x="121" y="159"/>
                      <a:pt x="158" y="121"/>
                      <a:pt x="205" y="121"/>
                    </a:cubicBezTo>
                    <a:close/>
                    <a:moveTo>
                      <a:pt x="205" y="1"/>
                    </a:moveTo>
                    <a:cubicBezTo>
                      <a:pt x="93" y="1"/>
                      <a:pt x="1" y="94"/>
                      <a:pt x="1" y="205"/>
                    </a:cubicBezTo>
                    <a:cubicBezTo>
                      <a:pt x="1" y="316"/>
                      <a:pt x="93" y="400"/>
                      <a:pt x="205" y="400"/>
                    </a:cubicBezTo>
                    <a:cubicBezTo>
                      <a:pt x="316" y="400"/>
                      <a:pt x="399" y="316"/>
                      <a:pt x="399" y="205"/>
                    </a:cubicBezTo>
                    <a:cubicBezTo>
                      <a:pt x="399" y="94"/>
                      <a:pt x="316" y="1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7442204" y="2676600"/>
                <a:ext cx="17808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22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7496840" y="2655175"/>
                <a:ext cx="6809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22" extrusionOk="0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99" y="121"/>
                    </a:lnTo>
                    <a:cubicBezTo>
                      <a:pt x="826" y="121"/>
                      <a:pt x="854" y="93"/>
                      <a:pt x="854" y="56"/>
                    </a:cubicBezTo>
                    <a:cubicBezTo>
                      <a:pt x="854" y="28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>
                <a:off x="7496840" y="2727572"/>
                <a:ext cx="6809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3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4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4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19"/>
              <p:cNvSpPr/>
              <p:nvPr/>
            </p:nvSpPr>
            <p:spPr>
              <a:xfrm>
                <a:off x="7496840" y="2802199"/>
                <a:ext cx="6809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3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3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3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>
                <a:off x="7442204" y="2698741"/>
                <a:ext cx="17808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3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7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7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>
                <a:off x="7442204" y="2753456"/>
                <a:ext cx="178086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2" extrusionOk="0"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cubicBezTo>
                      <a:pt x="0" y="93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3"/>
                      <a:pt x="2236" y="56"/>
                    </a:cubicBezTo>
                    <a:cubicBezTo>
                      <a:pt x="2236" y="28"/>
                      <a:pt x="2208" y="0"/>
                      <a:pt x="21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>
                <a:off x="7442204" y="2775598"/>
                <a:ext cx="17808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3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19"/>
              <p:cNvSpPr/>
              <p:nvPr/>
            </p:nvSpPr>
            <p:spPr>
              <a:xfrm>
                <a:off x="7442204" y="2828800"/>
                <a:ext cx="17808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22" extrusionOk="0">
                    <a:moveTo>
                      <a:pt x="56" y="1"/>
                    </a:moveTo>
                    <a:cubicBezTo>
                      <a:pt x="19" y="1"/>
                      <a:pt x="0" y="28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8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1" name="Google Shape;401;p19"/>
            <p:cNvGrpSpPr/>
            <p:nvPr/>
          </p:nvGrpSpPr>
          <p:grpSpPr>
            <a:xfrm>
              <a:off x="3657353" y="1571295"/>
              <a:ext cx="1466651" cy="1625718"/>
              <a:chOff x="6964178" y="2817557"/>
              <a:chExt cx="1466651" cy="1625718"/>
            </a:xfrm>
          </p:grpSpPr>
          <p:sp>
            <p:nvSpPr>
              <p:cNvPr id="402" name="Google Shape;402;p19"/>
              <p:cNvSpPr/>
              <p:nvPr/>
            </p:nvSpPr>
            <p:spPr>
              <a:xfrm>
                <a:off x="8050212" y="2817557"/>
                <a:ext cx="149334" cy="149334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75" extrusionOk="0">
                    <a:moveTo>
                      <a:pt x="938" y="177"/>
                    </a:moveTo>
                    <a:lnTo>
                      <a:pt x="1198" y="650"/>
                    </a:lnTo>
                    <a:cubicBezTo>
                      <a:pt x="1207" y="659"/>
                      <a:pt x="1216" y="668"/>
                      <a:pt x="1225" y="678"/>
                    </a:cubicBezTo>
                    <a:lnTo>
                      <a:pt x="1699" y="937"/>
                    </a:lnTo>
                    <a:lnTo>
                      <a:pt x="1225" y="1197"/>
                    </a:lnTo>
                    <a:cubicBezTo>
                      <a:pt x="1216" y="1197"/>
                      <a:pt x="1207" y="1206"/>
                      <a:pt x="1198" y="1216"/>
                    </a:cubicBezTo>
                    <a:lnTo>
                      <a:pt x="938" y="1689"/>
                    </a:lnTo>
                    <a:lnTo>
                      <a:pt x="678" y="1216"/>
                    </a:lnTo>
                    <a:cubicBezTo>
                      <a:pt x="678" y="1206"/>
                      <a:pt x="669" y="1197"/>
                      <a:pt x="660" y="1197"/>
                    </a:cubicBezTo>
                    <a:lnTo>
                      <a:pt x="186" y="928"/>
                    </a:lnTo>
                    <a:lnTo>
                      <a:pt x="660" y="678"/>
                    </a:lnTo>
                    <a:cubicBezTo>
                      <a:pt x="669" y="668"/>
                      <a:pt x="678" y="659"/>
                      <a:pt x="678" y="650"/>
                    </a:cubicBezTo>
                    <a:lnTo>
                      <a:pt x="938" y="177"/>
                    </a:lnTo>
                    <a:close/>
                    <a:moveTo>
                      <a:pt x="938" y="0"/>
                    </a:moveTo>
                    <a:cubicBezTo>
                      <a:pt x="919" y="0"/>
                      <a:pt x="901" y="10"/>
                      <a:pt x="891" y="28"/>
                    </a:cubicBezTo>
                    <a:lnTo>
                      <a:pt x="585" y="585"/>
                    </a:lnTo>
                    <a:lnTo>
                      <a:pt x="29" y="882"/>
                    </a:lnTo>
                    <a:cubicBezTo>
                      <a:pt x="10" y="891"/>
                      <a:pt x="1" y="910"/>
                      <a:pt x="1" y="928"/>
                    </a:cubicBezTo>
                    <a:cubicBezTo>
                      <a:pt x="1" y="956"/>
                      <a:pt x="10" y="974"/>
                      <a:pt x="29" y="984"/>
                    </a:cubicBezTo>
                    <a:lnTo>
                      <a:pt x="585" y="1290"/>
                    </a:lnTo>
                    <a:lnTo>
                      <a:pt x="882" y="1837"/>
                    </a:lnTo>
                    <a:cubicBezTo>
                      <a:pt x="901" y="1856"/>
                      <a:pt x="919" y="1874"/>
                      <a:pt x="938" y="1874"/>
                    </a:cubicBezTo>
                    <a:cubicBezTo>
                      <a:pt x="956" y="1874"/>
                      <a:pt x="975" y="1856"/>
                      <a:pt x="984" y="1837"/>
                    </a:cubicBezTo>
                    <a:lnTo>
                      <a:pt x="1290" y="1290"/>
                    </a:lnTo>
                    <a:lnTo>
                      <a:pt x="1847" y="984"/>
                    </a:lnTo>
                    <a:cubicBezTo>
                      <a:pt x="1866" y="974"/>
                      <a:pt x="1875" y="956"/>
                      <a:pt x="1875" y="937"/>
                    </a:cubicBezTo>
                    <a:cubicBezTo>
                      <a:pt x="1875" y="919"/>
                      <a:pt x="1866" y="900"/>
                      <a:pt x="1847" y="882"/>
                    </a:cubicBezTo>
                    <a:lnTo>
                      <a:pt x="1290" y="585"/>
                    </a:lnTo>
                    <a:lnTo>
                      <a:pt x="994" y="28"/>
                    </a:lnTo>
                    <a:cubicBezTo>
                      <a:pt x="984" y="10"/>
                      <a:pt x="966" y="0"/>
                      <a:pt x="9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>
                <a:off x="8311760" y="3539546"/>
                <a:ext cx="9000" cy="60689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62" extrusionOk="0">
                    <a:moveTo>
                      <a:pt x="57" y="1"/>
                    </a:moveTo>
                    <a:cubicBezTo>
                      <a:pt x="20" y="1"/>
                      <a:pt x="1" y="29"/>
                      <a:pt x="1" y="56"/>
                    </a:cubicBezTo>
                    <a:lnTo>
                      <a:pt x="1" y="706"/>
                    </a:lnTo>
                    <a:cubicBezTo>
                      <a:pt x="1" y="734"/>
                      <a:pt x="20" y="761"/>
                      <a:pt x="57" y="761"/>
                    </a:cubicBezTo>
                    <a:cubicBezTo>
                      <a:pt x="84" y="761"/>
                      <a:pt x="112" y="734"/>
                      <a:pt x="112" y="706"/>
                    </a:cubicBezTo>
                    <a:lnTo>
                      <a:pt x="112" y="56"/>
                    </a:lnTo>
                    <a:cubicBezTo>
                      <a:pt x="112" y="29"/>
                      <a:pt x="84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19"/>
              <p:cNvSpPr/>
              <p:nvPr/>
            </p:nvSpPr>
            <p:spPr>
              <a:xfrm>
                <a:off x="8311760" y="3671118"/>
                <a:ext cx="9000" cy="59893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52" extrusionOk="0">
                    <a:moveTo>
                      <a:pt x="57" y="0"/>
                    </a:moveTo>
                    <a:cubicBezTo>
                      <a:pt x="20" y="0"/>
                      <a:pt x="1" y="28"/>
                      <a:pt x="1" y="56"/>
                    </a:cubicBezTo>
                    <a:lnTo>
                      <a:pt x="1" y="696"/>
                    </a:lnTo>
                    <a:cubicBezTo>
                      <a:pt x="1" y="733"/>
                      <a:pt x="20" y="751"/>
                      <a:pt x="57" y="751"/>
                    </a:cubicBezTo>
                    <a:cubicBezTo>
                      <a:pt x="84" y="751"/>
                      <a:pt x="112" y="733"/>
                      <a:pt x="112" y="696"/>
                    </a:cubicBezTo>
                    <a:lnTo>
                      <a:pt x="112" y="56"/>
                    </a:lnTo>
                    <a:cubicBezTo>
                      <a:pt x="112" y="28"/>
                      <a:pt x="84" y="0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8351662" y="3631217"/>
                <a:ext cx="60689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12" extrusionOk="0">
                    <a:moveTo>
                      <a:pt x="57" y="0"/>
                    </a:moveTo>
                    <a:cubicBezTo>
                      <a:pt x="29" y="0"/>
                      <a:pt x="1" y="19"/>
                      <a:pt x="1" y="56"/>
                    </a:cubicBezTo>
                    <a:cubicBezTo>
                      <a:pt x="1" y="84"/>
                      <a:pt x="29" y="111"/>
                      <a:pt x="57" y="111"/>
                    </a:cubicBezTo>
                    <a:lnTo>
                      <a:pt x="697" y="111"/>
                    </a:lnTo>
                    <a:cubicBezTo>
                      <a:pt x="734" y="111"/>
                      <a:pt x="762" y="84"/>
                      <a:pt x="762" y="56"/>
                    </a:cubicBezTo>
                    <a:cubicBezTo>
                      <a:pt x="762" y="19"/>
                      <a:pt x="734" y="0"/>
                      <a:pt x="6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8220169" y="3631217"/>
                <a:ext cx="60689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12" extrusionOk="0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cubicBezTo>
                      <a:pt x="1" y="84"/>
                      <a:pt x="28" y="111"/>
                      <a:pt x="66" y="111"/>
                    </a:cubicBezTo>
                    <a:lnTo>
                      <a:pt x="706" y="111"/>
                    </a:lnTo>
                    <a:cubicBezTo>
                      <a:pt x="734" y="111"/>
                      <a:pt x="761" y="84"/>
                      <a:pt x="761" y="56"/>
                    </a:cubicBezTo>
                    <a:cubicBezTo>
                      <a:pt x="761" y="19"/>
                      <a:pt x="734" y="0"/>
                      <a:pt x="7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8251948" y="3663711"/>
                <a:ext cx="36318" cy="36238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8246771" y="3659092"/>
                <a:ext cx="46672" cy="4531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69" extrusionOk="0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0"/>
                    </a:cubicBezTo>
                    <a:cubicBezTo>
                      <a:pt x="38" y="568"/>
                      <a:pt x="47" y="568"/>
                      <a:pt x="66" y="568"/>
                    </a:cubicBezTo>
                    <a:cubicBezTo>
                      <a:pt x="75" y="568"/>
                      <a:pt x="93" y="568"/>
                      <a:pt x="103" y="550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>
                <a:off x="8344335" y="3571324"/>
                <a:ext cx="36238" cy="35522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46" extrusionOk="0">
                    <a:moveTo>
                      <a:pt x="0" y="446"/>
                    </a:moveTo>
                    <a:lnTo>
                      <a:pt x="455" y="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8339158" y="3566545"/>
                <a:ext cx="46592" cy="45477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1" extrusionOk="0">
                    <a:moveTo>
                      <a:pt x="521" y="0"/>
                    </a:moveTo>
                    <a:cubicBezTo>
                      <a:pt x="506" y="0"/>
                      <a:pt x="492" y="5"/>
                      <a:pt x="483" y="14"/>
                    </a:cubicBezTo>
                    <a:lnTo>
                      <a:pt x="28" y="469"/>
                    </a:lnTo>
                    <a:cubicBezTo>
                      <a:pt x="0" y="487"/>
                      <a:pt x="0" y="525"/>
                      <a:pt x="28" y="552"/>
                    </a:cubicBezTo>
                    <a:cubicBezTo>
                      <a:pt x="37" y="562"/>
                      <a:pt x="56" y="571"/>
                      <a:pt x="65" y="571"/>
                    </a:cubicBezTo>
                    <a:cubicBezTo>
                      <a:pt x="84" y="571"/>
                      <a:pt x="93" y="562"/>
                      <a:pt x="112" y="552"/>
                    </a:cubicBezTo>
                    <a:lnTo>
                      <a:pt x="566" y="98"/>
                    </a:lnTo>
                    <a:cubicBezTo>
                      <a:pt x="585" y="70"/>
                      <a:pt x="585" y="42"/>
                      <a:pt x="566" y="14"/>
                    </a:cubicBezTo>
                    <a:cubicBezTo>
                      <a:pt x="552" y="5"/>
                      <a:pt x="536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8251948" y="3571324"/>
                <a:ext cx="36318" cy="35522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46" extrusionOk="0">
                    <a:moveTo>
                      <a:pt x="1" y="1"/>
                    </a:moveTo>
                    <a:lnTo>
                      <a:pt x="455" y="44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>
                <a:off x="8246771" y="3566545"/>
                <a:ext cx="46672" cy="45477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1" extrusionOk="0">
                    <a:moveTo>
                      <a:pt x="64" y="0"/>
                    </a:moveTo>
                    <a:cubicBezTo>
                      <a:pt x="49" y="0"/>
                      <a:pt x="33" y="5"/>
                      <a:pt x="19" y="14"/>
                    </a:cubicBezTo>
                    <a:cubicBezTo>
                      <a:pt x="1" y="42"/>
                      <a:pt x="1" y="70"/>
                      <a:pt x="19" y="98"/>
                    </a:cubicBezTo>
                    <a:lnTo>
                      <a:pt x="474" y="552"/>
                    </a:lnTo>
                    <a:cubicBezTo>
                      <a:pt x="483" y="562"/>
                      <a:pt x="502" y="571"/>
                      <a:pt x="520" y="571"/>
                    </a:cubicBezTo>
                    <a:cubicBezTo>
                      <a:pt x="529" y="571"/>
                      <a:pt x="548" y="562"/>
                      <a:pt x="557" y="552"/>
                    </a:cubicBezTo>
                    <a:cubicBezTo>
                      <a:pt x="585" y="525"/>
                      <a:pt x="585" y="487"/>
                      <a:pt x="557" y="469"/>
                    </a:cubicBezTo>
                    <a:lnTo>
                      <a:pt x="103" y="14"/>
                    </a:lnTo>
                    <a:cubicBezTo>
                      <a:pt x="93" y="5"/>
                      <a:pt x="79" y="0"/>
                      <a:pt x="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9"/>
              <p:cNvSpPr/>
              <p:nvPr/>
            </p:nvSpPr>
            <p:spPr>
              <a:xfrm>
                <a:off x="8344335" y="3663711"/>
                <a:ext cx="36238" cy="36238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19"/>
              <p:cNvSpPr/>
              <p:nvPr/>
            </p:nvSpPr>
            <p:spPr>
              <a:xfrm>
                <a:off x="8339158" y="3659092"/>
                <a:ext cx="46592" cy="4531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69" extrusionOk="0">
                    <a:moveTo>
                      <a:pt x="66" y="0"/>
                    </a:moveTo>
                    <a:cubicBezTo>
                      <a:pt x="51" y="0"/>
                      <a:pt x="37" y="7"/>
                      <a:pt x="28" y="21"/>
                    </a:cubicBezTo>
                    <a:cubicBezTo>
                      <a:pt x="0" y="40"/>
                      <a:pt x="0" y="77"/>
                      <a:pt x="28" y="105"/>
                    </a:cubicBezTo>
                    <a:lnTo>
                      <a:pt x="483" y="550"/>
                    </a:lnTo>
                    <a:cubicBezTo>
                      <a:pt x="492" y="568"/>
                      <a:pt x="510" y="568"/>
                      <a:pt x="520" y="568"/>
                    </a:cubicBezTo>
                    <a:cubicBezTo>
                      <a:pt x="538" y="568"/>
                      <a:pt x="548" y="568"/>
                      <a:pt x="566" y="550"/>
                    </a:cubicBezTo>
                    <a:cubicBezTo>
                      <a:pt x="585" y="531"/>
                      <a:pt x="585" y="494"/>
                      <a:pt x="566" y="476"/>
                    </a:cubicBezTo>
                    <a:lnTo>
                      <a:pt x="112" y="21"/>
                    </a:lnTo>
                    <a:cubicBezTo>
                      <a:pt x="98" y="7"/>
                      <a:pt x="81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8376830" y="3208544"/>
                <a:ext cx="53999" cy="54796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88" extrusionOk="0">
                    <a:moveTo>
                      <a:pt x="334" y="121"/>
                    </a:moveTo>
                    <a:cubicBezTo>
                      <a:pt x="464" y="121"/>
                      <a:pt x="566" y="223"/>
                      <a:pt x="566" y="344"/>
                    </a:cubicBezTo>
                    <a:cubicBezTo>
                      <a:pt x="566" y="474"/>
                      <a:pt x="464" y="567"/>
                      <a:pt x="334" y="567"/>
                    </a:cubicBezTo>
                    <a:cubicBezTo>
                      <a:pt x="214" y="567"/>
                      <a:pt x="112" y="474"/>
                      <a:pt x="112" y="344"/>
                    </a:cubicBezTo>
                    <a:cubicBezTo>
                      <a:pt x="112" y="223"/>
                      <a:pt x="214" y="121"/>
                      <a:pt x="334" y="121"/>
                    </a:cubicBezTo>
                    <a:close/>
                    <a:moveTo>
                      <a:pt x="334" y="1"/>
                    </a:moveTo>
                    <a:cubicBezTo>
                      <a:pt x="149" y="1"/>
                      <a:pt x="0" y="159"/>
                      <a:pt x="0" y="344"/>
                    </a:cubicBezTo>
                    <a:cubicBezTo>
                      <a:pt x="0" y="530"/>
                      <a:pt x="149" y="687"/>
                      <a:pt x="334" y="687"/>
                    </a:cubicBezTo>
                    <a:cubicBezTo>
                      <a:pt x="529" y="687"/>
                      <a:pt x="678" y="530"/>
                      <a:pt x="678" y="344"/>
                    </a:cubicBezTo>
                    <a:cubicBezTo>
                      <a:pt x="678" y="159"/>
                      <a:pt x="529" y="1"/>
                      <a:pt x="3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7681743" y="3168650"/>
                <a:ext cx="135237" cy="164865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2070" extrusionOk="0">
                    <a:moveTo>
                      <a:pt x="1642" y="1"/>
                    </a:moveTo>
                    <a:cubicBezTo>
                      <a:pt x="659" y="168"/>
                      <a:pt x="0" y="1095"/>
                      <a:pt x="167" y="2069"/>
                    </a:cubicBezTo>
                    <a:lnTo>
                      <a:pt x="167" y="2069"/>
                    </a:lnTo>
                    <a:lnTo>
                      <a:pt x="510" y="2014"/>
                    </a:lnTo>
                    <a:cubicBezTo>
                      <a:pt x="501" y="1930"/>
                      <a:pt x="492" y="1847"/>
                      <a:pt x="492" y="1772"/>
                    </a:cubicBezTo>
                    <a:cubicBezTo>
                      <a:pt x="492" y="1049"/>
                      <a:pt x="1011" y="455"/>
                      <a:pt x="1698" y="335"/>
                    </a:cubicBezTo>
                    <a:lnTo>
                      <a:pt x="16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7684690" y="3164031"/>
                <a:ext cx="136750" cy="173865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2183" extrusionOk="0">
                    <a:moveTo>
                      <a:pt x="1559" y="114"/>
                    </a:moveTo>
                    <a:lnTo>
                      <a:pt x="1596" y="346"/>
                    </a:lnTo>
                    <a:cubicBezTo>
                      <a:pt x="900" y="495"/>
                      <a:pt x="399" y="1107"/>
                      <a:pt x="399" y="1830"/>
                    </a:cubicBezTo>
                    <a:cubicBezTo>
                      <a:pt x="399" y="1886"/>
                      <a:pt x="409" y="1951"/>
                      <a:pt x="418" y="2025"/>
                    </a:cubicBezTo>
                    <a:lnTo>
                      <a:pt x="177" y="2062"/>
                    </a:lnTo>
                    <a:cubicBezTo>
                      <a:pt x="112" y="1626"/>
                      <a:pt x="223" y="1181"/>
                      <a:pt x="483" y="819"/>
                    </a:cubicBezTo>
                    <a:cubicBezTo>
                      <a:pt x="742" y="448"/>
                      <a:pt x="1123" y="207"/>
                      <a:pt x="1559" y="114"/>
                    </a:cubicBezTo>
                    <a:close/>
                    <a:moveTo>
                      <a:pt x="1610" y="1"/>
                    </a:moveTo>
                    <a:cubicBezTo>
                      <a:pt x="1605" y="1"/>
                      <a:pt x="1601" y="1"/>
                      <a:pt x="1596" y="3"/>
                    </a:cubicBezTo>
                    <a:cubicBezTo>
                      <a:pt x="1104" y="86"/>
                      <a:pt x="678" y="355"/>
                      <a:pt x="390" y="754"/>
                    </a:cubicBezTo>
                    <a:cubicBezTo>
                      <a:pt x="112" y="1163"/>
                      <a:pt x="0" y="1645"/>
                      <a:pt x="75" y="2137"/>
                    </a:cubicBezTo>
                    <a:cubicBezTo>
                      <a:pt x="84" y="2164"/>
                      <a:pt x="102" y="2183"/>
                      <a:pt x="130" y="2183"/>
                    </a:cubicBezTo>
                    <a:cubicBezTo>
                      <a:pt x="130" y="2183"/>
                      <a:pt x="139" y="2183"/>
                      <a:pt x="139" y="2174"/>
                    </a:cubicBezTo>
                    <a:lnTo>
                      <a:pt x="483" y="2118"/>
                    </a:lnTo>
                    <a:cubicBezTo>
                      <a:pt x="511" y="2109"/>
                      <a:pt x="529" y="2090"/>
                      <a:pt x="529" y="2053"/>
                    </a:cubicBezTo>
                    <a:cubicBezTo>
                      <a:pt x="511" y="1970"/>
                      <a:pt x="511" y="1895"/>
                      <a:pt x="511" y="1821"/>
                    </a:cubicBezTo>
                    <a:cubicBezTo>
                      <a:pt x="511" y="1144"/>
                      <a:pt x="993" y="560"/>
                      <a:pt x="1670" y="439"/>
                    </a:cubicBezTo>
                    <a:cubicBezTo>
                      <a:pt x="1698" y="439"/>
                      <a:pt x="1717" y="411"/>
                      <a:pt x="1707" y="383"/>
                    </a:cubicBezTo>
                    <a:lnTo>
                      <a:pt x="1652" y="49"/>
                    </a:lnTo>
                    <a:cubicBezTo>
                      <a:pt x="1652" y="19"/>
                      <a:pt x="1632" y="1"/>
                      <a:pt x="16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7695044" y="3328974"/>
                <a:ext cx="164786" cy="12329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548" extrusionOk="0">
                    <a:moveTo>
                      <a:pt x="343" y="1"/>
                    </a:moveTo>
                    <a:lnTo>
                      <a:pt x="0" y="56"/>
                    </a:lnTo>
                    <a:cubicBezTo>
                      <a:pt x="150" y="929"/>
                      <a:pt x="909" y="1548"/>
                      <a:pt x="1766" y="1548"/>
                    </a:cubicBezTo>
                    <a:cubicBezTo>
                      <a:pt x="1866" y="1548"/>
                      <a:pt x="1967" y="1539"/>
                      <a:pt x="2069" y="1522"/>
                    </a:cubicBezTo>
                    <a:lnTo>
                      <a:pt x="2013" y="1197"/>
                    </a:lnTo>
                    <a:cubicBezTo>
                      <a:pt x="1939" y="1207"/>
                      <a:pt x="1865" y="1216"/>
                      <a:pt x="1781" y="1216"/>
                    </a:cubicBezTo>
                    <a:cubicBezTo>
                      <a:pt x="1058" y="1216"/>
                      <a:pt x="464" y="687"/>
                      <a:pt x="3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>
                <a:off x="7690583" y="3324594"/>
                <a:ext cx="173706" cy="132290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661" extrusionOk="0">
                    <a:moveTo>
                      <a:pt x="362" y="111"/>
                    </a:moveTo>
                    <a:cubicBezTo>
                      <a:pt x="501" y="816"/>
                      <a:pt x="1114" y="1327"/>
                      <a:pt x="1837" y="1327"/>
                    </a:cubicBezTo>
                    <a:cubicBezTo>
                      <a:pt x="1902" y="1327"/>
                      <a:pt x="1958" y="1317"/>
                      <a:pt x="2032" y="1308"/>
                    </a:cubicBezTo>
                    <a:lnTo>
                      <a:pt x="2069" y="1540"/>
                    </a:lnTo>
                    <a:cubicBezTo>
                      <a:pt x="1991" y="1550"/>
                      <a:pt x="1912" y="1555"/>
                      <a:pt x="1835" y="1555"/>
                    </a:cubicBezTo>
                    <a:cubicBezTo>
                      <a:pt x="1472" y="1555"/>
                      <a:pt x="1122" y="1448"/>
                      <a:pt x="817" y="1234"/>
                    </a:cubicBezTo>
                    <a:cubicBezTo>
                      <a:pt x="455" y="974"/>
                      <a:pt x="205" y="594"/>
                      <a:pt x="121" y="158"/>
                    </a:cubicBezTo>
                    <a:lnTo>
                      <a:pt x="362" y="111"/>
                    </a:lnTo>
                    <a:close/>
                    <a:moveTo>
                      <a:pt x="390" y="0"/>
                    </a:moveTo>
                    <a:lnTo>
                      <a:pt x="47" y="56"/>
                    </a:lnTo>
                    <a:cubicBezTo>
                      <a:pt x="38" y="65"/>
                      <a:pt x="19" y="65"/>
                      <a:pt x="10" y="84"/>
                    </a:cubicBezTo>
                    <a:cubicBezTo>
                      <a:pt x="10" y="93"/>
                      <a:pt x="1" y="102"/>
                      <a:pt x="1" y="121"/>
                    </a:cubicBezTo>
                    <a:cubicBezTo>
                      <a:pt x="84" y="603"/>
                      <a:pt x="353" y="1030"/>
                      <a:pt x="761" y="1317"/>
                    </a:cubicBezTo>
                    <a:cubicBezTo>
                      <a:pt x="1077" y="1540"/>
                      <a:pt x="1438" y="1661"/>
                      <a:pt x="1828" y="1661"/>
                    </a:cubicBezTo>
                    <a:cubicBezTo>
                      <a:pt x="1930" y="1661"/>
                      <a:pt x="2032" y="1651"/>
                      <a:pt x="2134" y="1633"/>
                    </a:cubicBezTo>
                    <a:cubicBezTo>
                      <a:pt x="2162" y="1633"/>
                      <a:pt x="2181" y="1605"/>
                      <a:pt x="2181" y="1577"/>
                    </a:cubicBezTo>
                    <a:lnTo>
                      <a:pt x="2125" y="1243"/>
                    </a:lnTo>
                    <a:cubicBezTo>
                      <a:pt x="2116" y="1215"/>
                      <a:pt x="2088" y="1197"/>
                      <a:pt x="2060" y="1197"/>
                    </a:cubicBezTo>
                    <a:cubicBezTo>
                      <a:pt x="1986" y="1215"/>
                      <a:pt x="1912" y="1215"/>
                      <a:pt x="1837" y="1215"/>
                    </a:cubicBezTo>
                    <a:cubicBezTo>
                      <a:pt x="1151" y="1215"/>
                      <a:pt x="566" y="724"/>
                      <a:pt x="455" y="46"/>
                    </a:cubicBezTo>
                    <a:cubicBezTo>
                      <a:pt x="455" y="28"/>
                      <a:pt x="446" y="19"/>
                      <a:pt x="437" y="9"/>
                    </a:cubicBezTo>
                    <a:cubicBezTo>
                      <a:pt x="418" y="0"/>
                      <a:pt x="409" y="0"/>
                      <a:pt x="3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7812519" y="3166580"/>
                <a:ext cx="167016" cy="283695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3562" extrusionOk="0">
                    <a:moveTo>
                      <a:pt x="303" y="1"/>
                    </a:moveTo>
                    <a:cubicBezTo>
                      <a:pt x="203" y="1"/>
                      <a:pt x="102" y="9"/>
                      <a:pt x="0" y="27"/>
                    </a:cubicBezTo>
                    <a:lnTo>
                      <a:pt x="56" y="361"/>
                    </a:lnTo>
                    <a:cubicBezTo>
                      <a:pt x="139" y="342"/>
                      <a:pt x="223" y="333"/>
                      <a:pt x="306" y="333"/>
                    </a:cubicBezTo>
                    <a:cubicBezTo>
                      <a:pt x="1113" y="333"/>
                      <a:pt x="1772" y="991"/>
                      <a:pt x="1772" y="1798"/>
                    </a:cubicBezTo>
                    <a:cubicBezTo>
                      <a:pt x="1772" y="2522"/>
                      <a:pt x="1234" y="3125"/>
                      <a:pt x="538" y="3236"/>
                    </a:cubicBezTo>
                    <a:lnTo>
                      <a:pt x="594" y="3561"/>
                    </a:lnTo>
                    <a:cubicBezTo>
                      <a:pt x="1327" y="3440"/>
                      <a:pt x="1883" y="2884"/>
                      <a:pt x="2041" y="2207"/>
                    </a:cubicBezTo>
                    <a:cubicBezTo>
                      <a:pt x="2069" y="2095"/>
                      <a:pt x="2087" y="1975"/>
                      <a:pt x="2087" y="1854"/>
                    </a:cubicBezTo>
                    <a:cubicBezTo>
                      <a:pt x="2097" y="1743"/>
                      <a:pt x="2087" y="1613"/>
                      <a:pt x="2069" y="1492"/>
                    </a:cubicBezTo>
                    <a:cubicBezTo>
                      <a:pt x="1919" y="620"/>
                      <a:pt x="1160" y="1"/>
                      <a:pt x="3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7807342" y="3162199"/>
                <a:ext cx="176653" cy="293173"/>
              </a:xfrm>
              <a:custGeom>
                <a:avLst/>
                <a:gdLst/>
                <a:ahLst/>
                <a:cxnLst/>
                <a:rect l="l" t="t" r="r" b="b"/>
                <a:pathLst>
                  <a:path w="2218" h="3681" extrusionOk="0">
                    <a:moveTo>
                      <a:pt x="360" y="102"/>
                    </a:moveTo>
                    <a:cubicBezTo>
                      <a:pt x="1194" y="102"/>
                      <a:pt x="1934" y="709"/>
                      <a:pt x="2078" y="1557"/>
                    </a:cubicBezTo>
                    <a:cubicBezTo>
                      <a:pt x="2097" y="1677"/>
                      <a:pt x="2106" y="1789"/>
                      <a:pt x="2106" y="1909"/>
                    </a:cubicBezTo>
                    <a:cubicBezTo>
                      <a:pt x="2097" y="2020"/>
                      <a:pt x="2088" y="2141"/>
                      <a:pt x="2060" y="2252"/>
                    </a:cubicBezTo>
                    <a:cubicBezTo>
                      <a:pt x="1902" y="2920"/>
                      <a:pt x="1373" y="3421"/>
                      <a:pt x="705" y="3560"/>
                    </a:cubicBezTo>
                    <a:lnTo>
                      <a:pt x="668" y="3328"/>
                    </a:lnTo>
                    <a:cubicBezTo>
                      <a:pt x="1373" y="3189"/>
                      <a:pt x="1883" y="2577"/>
                      <a:pt x="1893" y="1853"/>
                    </a:cubicBezTo>
                    <a:cubicBezTo>
                      <a:pt x="1893" y="1019"/>
                      <a:pt x="1206" y="332"/>
                      <a:pt x="371" y="332"/>
                    </a:cubicBezTo>
                    <a:cubicBezTo>
                      <a:pt x="306" y="332"/>
                      <a:pt x="232" y="341"/>
                      <a:pt x="158" y="351"/>
                    </a:cubicBezTo>
                    <a:lnTo>
                      <a:pt x="121" y="119"/>
                    </a:lnTo>
                    <a:cubicBezTo>
                      <a:pt x="201" y="107"/>
                      <a:pt x="281" y="102"/>
                      <a:pt x="360" y="102"/>
                    </a:cubicBezTo>
                    <a:close/>
                    <a:moveTo>
                      <a:pt x="361" y="1"/>
                    </a:moveTo>
                    <a:cubicBezTo>
                      <a:pt x="260" y="1"/>
                      <a:pt x="158" y="9"/>
                      <a:pt x="56" y="26"/>
                    </a:cubicBezTo>
                    <a:lnTo>
                      <a:pt x="0" y="35"/>
                    </a:lnTo>
                    <a:lnTo>
                      <a:pt x="74" y="471"/>
                    </a:lnTo>
                    <a:lnTo>
                      <a:pt x="130" y="462"/>
                    </a:lnTo>
                    <a:cubicBezTo>
                      <a:pt x="214" y="453"/>
                      <a:pt x="297" y="443"/>
                      <a:pt x="371" y="443"/>
                    </a:cubicBezTo>
                    <a:cubicBezTo>
                      <a:pt x="1151" y="443"/>
                      <a:pt x="1781" y="1074"/>
                      <a:pt x="1781" y="1853"/>
                    </a:cubicBezTo>
                    <a:cubicBezTo>
                      <a:pt x="1781" y="2549"/>
                      <a:pt x="1280" y="3134"/>
                      <a:pt x="594" y="3236"/>
                    </a:cubicBezTo>
                    <a:lnTo>
                      <a:pt x="548" y="3245"/>
                    </a:lnTo>
                    <a:lnTo>
                      <a:pt x="622" y="3681"/>
                    </a:lnTo>
                    <a:lnTo>
                      <a:pt x="668" y="3672"/>
                    </a:lnTo>
                    <a:cubicBezTo>
                      <a:pt x="1401" y="3551"/>
                      <a:pt x="1985" y="3004"/>
                      <a:pt x="2162" y="2280"/>
                    </a:cubicBezTo>
                    <a:cubicBezTo>
                      <a:pt x="2190" y="2160"/>
                      <a:pt x="2208" y="2039"/>
                      <a:pt x="2208" y="1918"/>
                    </a:cubicBezTo>
                    <a:cubicBezTo>
                      <a:pt x="2217" y="1789"/>
                      <a:pt x="2208" y="1668"/>
                      <a:pt x="2180" y="1538"/>
                    </a:cubicBezTo>
                    <a:cubicBezTo>
                      <a:pt x="2030" y="638"/>
                      <a:pt x="1245" y="1"/>
                      <a:pt x="3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>
                <a:off x="7540613" y="3210065"/>
                <a:ext cx="103538" cy="45588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5724" extrusionOk="0">
                    <a:moveTo>
                      <a:pt x="0" y="0"/>
                    </a:moveTo>
                    <a:lnTo>
                      <a:pt x="0" y="5724"/>
                    </a:lnTo>
                    <a:lnTo>
                      <a:pt x="1299" y="5724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7536153" y="3205605"/>
                <a:ext cx="112379" cy="464808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5836" extrusionOk="0">
                    <a:moveTo>
                      <a:pt x="1299" y="103"/>
                    </a:moveTo>
                    <a:lnTo>
                      <a:pt x="1299" y="5733"/>
                    </a:lnTo>
                    <a:lnTo>
                      <a:pt x="112" y="5733"/>
                    </a:lnTo>
                    <a:lnTo>
                      <a:pt x="112" y="103"/>
                    </a:lnTo>
                    <a:close/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780"/>
                    </a:lnTo>
                    <a:cubicBezTo>
                      <a:pt x="1" y="5817"/>
                      <a:pt x="29" y="5835"/>
                      <a:pt x="56" y="5835"/>
                    </a:cubicBezTo>
                    <a:lnTo>
                      <a:pt x="1355" y="5835"/>
                    </a:lnTo>
                    <a:cubicBezTo>
                      <a:pt x="1383" y="5835"/>
                      <a:pt x="1411" y="5817"/>
                      <a:pt x="1411" y="5780"/>
                    </a:cubicBezTo>
                    <a:lnTo>
                      <a:pt x="1411" y="56"/>
                    </a:lnTo>
                    <a:cubicBezTo>
                      <a:pt x="1411" y="28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7688353" y="3377000"/>
                <a:ext cx="102822" cy="288952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628" extrusionOk="0">
                    <a:moveTo>
                      <a:pt x="1" y="1"/>
                    </a:moveTo>
                    <a:lnTo>
                      <a:pt x="1" y="3628"/>
                    </a:lnTo>
                    <a:lnTo>
                      <a:pt x="1290" y="362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7683973" y="3372540"/>
                <a:ext cx="111583" cy="297872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3740" extrusionOk="0">
                    <a:moveTo>
                      <a:pt x="1299" y="103"/>
                    </a:moveTo>
                    <a:lnTo>
                      <a:pt x="1299" y="3637"/>
                    </a:lnTo>
                    <a:lnTo>
                      <a:pt x="111" y="3637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9"/>
                      <a:pt x="0" y="57"/>
                    </a:cubicBezTo>
                    <a:lnTo>
                      <a:pt x="0" y="3684"/>
                    </a:lnTo>
                    <a:cubicBezTo>
                      <a:pt x="0" y="3721"/>
                      <a:pt x="28" y="3739"/>
                      <a:pt x="56" y="3739"/>
                    </a:cubicBezTo>
                    <a:lnTo>
                      <a:pt x="1345" y="3739"/>
                    </a:lnTo>
                    <a:cubicBezTo>
                      <a:pt x="1373" y="3739"/>
                      <a:pt x="1401" y="3721"/>
                      <a:pt x="1401" y="3684"/>
                    </a:cubicBezTo>
                    <a:lnTo>
                      <a:pt x="1401" y="57"/>
                    </a:lnTo>
                    <a:cubicBezTo>
                      <a:pt x="1401" y="29"/>
                      <a:pt x="1373" y="1"/>
                      <a:pt x="13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7833943" y="3502599"/>
                <a:ext cx="103459" cy="163352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051" extrusionOk="0">
                    <a:moveTo>
                      <a:pt x="0" y="1"/>
                    </a:moveTo>
                    <a:lnTo>
                      <a:pt x="0" y="2051"/>
                    </a:lnTo>
                    <a:lnTo>
                      <a:pt x="1299" y="205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19"/>
              <p:cNvSpPr/>
              <p:nvPr/>
            </p:nvSpPr>
            <p:spPr>
              <a:xfrm>
                <a:off x="7829483" y="3498935"/>
                <a:ext cx="111662" cy="171476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153" extrusionOk="0">
                    <a:moveTo>
                      <a:pt x="1299" y="102"/>
                    </a:moveTo>
                    <a:lnTo>
                      <a:pt x="1299" y="2050"/>
                    </a:lnTo>
                    <a:lnTo>
                      <a:pt x="112" y="2050"/>
                    </a:lnTo>
                    <a:lnTo>
                      <a:pt x="112" y="102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1" y="19"/>
                      <a:pt x="1" y="47"/>
                    </a:cubicBezTo>
                    <a:lnTo>
                      <a:pt x="1" y="2097"/>
                    </a:lnTo>
                    <a:cubicBezTo>
                      <a:pt x="1" y="2134"/>
                      <a:pt x="28" y="2152"/>
                      <a:pt x="56" y="2152"/>
                    </a:cubicBezTo>
                    <a:lnTo>
                      <a:pt x="1355" y="2152"/>
                    </a:lnTo>
                    <a:cubicBezTo>
                      <a:pt x="1383" y="2152"/>
                      <a:pt x="1401" y="2134"/>
                      <a:pt x="1401" y="2097"/>
                    </a:cubicBezTo>
                    <a:lnTo>
                      <a:pt x="1401" y="47"/>
                    </a:lnTo>
                    <a:cubicBezTo>
                      <a:pt x="1401" y="19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5594" extrusionOk="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706" extrusionOk="0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0" y="0"/>
                    </a:moveTo>
                    <a:lnTo>
                      <a:pt x="0" y="5706"/>
                    </a:lnTo>
                    <a:lnTo>
                      <a:pt x="1401" y="5706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3610" extrusionOk="0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921" extrusionOk="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23" extrusionOk="0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5594" extrusionOk="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706" extrusionOk="0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lnTo>
                      <a:pt x="0" y="5650"/>
                    </a:lnTo>
                    <a:cubicBezTo>
                      <a:pt x="0" y="5687"/>
                      <a:pt x="19" y="5706"/>
                      <a:pt x="56" y="5706"/>
                    </a:cubicBezTo>
                    <a:lnTo>
                      <a:pt x="1346" y="5706"/>
                    </a:lnTo>
                    <a:cubicBezTo>
                      <a:pt x="1373" y="5706"/>
                      <a:pt x="1401" y="5687"/>
                      <a:pt x="1401" y="5650"/>
                    </a:cubicBezTo>
                    <a:lnTo>
                      <a:pt x="1401" y="56"/>
                    </a:lnTo>
                    <a:cubicBezTo>
                      <a:pt x="1401" y="28"/>
                      <a:pt x="1373" y="0"/>
                      <a:pt x="13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>
                <a:off x="7369219" y="3129465"/>
                <a:ext cx="103459" cy="536489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6736" extrusionOk="0">
                    <a:moveTo>
                      <a:pt x="0" y="1"/>
                    </a:moveTo>
                    <a:lnTo>
                      <a:pt x="0" y="6736"/>
                    </a:lnTo>
                    <a:lnTo>
                      <a:pt x="1299" y="6736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>
                <a:off x="7365475" y="3125802"/>
                <a:ext cx="110229" cy="543896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6829" extrusionOk="0">
                    <a:moveTo>
                      <a:pt x="1300" y="84"/>
                    </a:moveTo>
                    <a:lnTo>
                      <a:pt x="1300" y="6745"/>
                    </a:lnTo>
                    <a:lnTo>
                      <a:pt x="84" y="6745"/>
                    </a:lnTo>
                    <a:lnTo>
                      <a:pt x="84" y="84"/>
                    </a:lnTo>
                    <a:close/>
                    <a:moveTo>
                      <a:pt x="38" y="1"/>
                    </a:moveTo>
                    <a:cubicBezTo>
                      <a:pt x="19" y="1"/>
                      <a:pt x="1" y="19"/>
                      <a:pt x="1" y="47"/>
                    </a:cubicBezTo>
                    <a:lnTo>
                      <a:pt x="1" y="6782"/>
                    </a:lnTo>
                    <a:cubicBezTo>
                      <a:pt x="1" y="6810"/>
                      <a:pt x="19" y="6828"/>
                      <a:pt x="38" y="6828"/>
                    </a:cubicBezTo>
                    <a:lnTo>
                      <a:pt x="1346" y="6828"/>
                    </a:lnTo>
                    <a:cubicBezTo>
                      <a:pt x="1364" y="6828"/>
                      <a:pt x="1383" y="6810"/>
                      <a:pt x="1383" y="6782"/>
                    </a:cubicBezTo>
                    <a:lnTo>
                      <a:pt x="1383" y="47"/>
                    </a:lnTo>
                    <a:cubicBezTo>
                      <a:pt x="1383" y="19"/>
                      <a:pt x="136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7359582" y="3130979"/>
                <a:ext cx="103538" cy="524622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6587" extrusionOk="0">
                    <a:moveTo>
                      <a:pt x="1" y="1"/>
                    </a:moveTo>
                    <a:lnTo>
                      <a:pt x="1" y="6587"/>
                    </a:lnTo>
                    <a:lnTo>
                      <a:pt x="1299" y="6587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>
                <a:off x="7355122" y="3126519"/>
                <a:ext cx="111662" cy="53354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6699" extrusionOk="0">
                    <a:moveTo>
                      <a:pt x="1300" y="103"/>
                    </a:moveTo>
                    <a:lnTo>
                      <a:pt x="1300" y="6597"/>
                    </a:lnTo>
                    <a:lnTo>
                      <a:pt x="112" y="6597"/>
                    </a:lnTo>
                    <a:lnTo>
                      <a:pt x="112" y="103"/>
                    </a:lnTo>
                    <a:close/>
                    <a:moveTo>
                      <a:pt x="1" y="1"/>
                    </a:moveTo>
                    <a:lnTo>
                      <a:pt x="1" y="6699"/>
                    </a:lnTo>
                    <a:lnTo>
                      <a:pt x="1402" y="6699"/>
                    </a:lnTo>
                    <a:lnTo>
                      <a:pt x="14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3610" extrusionOk="0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921" extrusionOk="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23" extrusionOk="0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7980967" y="3600163"/>
                <a:ext cx="103538" cy="6658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836" extrusionOk="0">
                    <a:moveTo>
                      <a:pt x="0" y="0"/>
                    </a:moveTo>
                    <a:lnTo>
                      <a:pt x="0" y="835"/>
                    </a:lnTo>
                    <a:lnTo>
                      <a:pt x="1299" y="835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7976507" y="3595703"/>
                <a:ext cx="111662" cy="7542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947" extrusionOk="0">
                    <a:moveTo>
                      <a:pt x="1299" y="103"/>
                    </a:moveTo>
                    <a:lnTo>
                      <a:pt x="1299" y="845"/>
                    </a:lnTo>
                    <a:lnTo>
                      <a:pt x="112" y="845"/>
                    </a:lnTo>
                    <a:lnTo>
                      <a:pt x="112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1" y="28"/>
                      <a:pt x="1" y="56"/>
                    </a:cubicBezTo>
                    <a:lnTo>
                      <a:pt x="1" y="891"/>
                    </a:lnTo>
                    <a:cubicBezTo>
                      <a:pt x="1" y="919"/>
                      <a:pt x="28" y="947"/>
                      <a:pt x="56" y="947"/>
                    </a:cubicBezTo>
                    <a:lnTo>
                      <a:pt x="1346" y="947"/>
                    </a:lnTo>
                    <a:cubicBezTo>
                      <a:pt x="1374" y="947"/>
                      <a:pt x="1401" y="919"/>
                      <a:pt x="1401" y="891"/>
                    </a:cubicBezTo>
                    <a:lnTo>
                      <a:pt x="1401" y="56"/>
                    </a:lnTo>
                    <a:cubicBezTo>
                      <a:pt x="1401" y="28"/>
                      <a:pt x="137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80" extrusionOk="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892" extrusionOk="0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0" y="1"/>
                    </a:moveTo>
                    <a:lnTo>
                      <a:pt x="0" y="891"/>
                    </a:lnTo>
                    <a:lnTo>
                      <a:pt x="1401" y="891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80" extrusionOk="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892" extrusionOk="0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835"/>
                    </a:lnTo>
                    <a:cubicBezTo>
                      <a:pt x="0" y="863"/>
                      <a:pt x="28" y="891"/>
                      <a:pt x="56" y="891"/>
                    </a:cubicBezTo>
                    <a:lnTo>
                      <a:pt x="1354" y="891"/>
                    </a:lnTo>
                    <a:cubicBezTo>
                      <a:pt x="1382" y="891"/>
                      <a:pt x="1401" y="863"/>
                      <a:pt x="1401" y="835"/>
                    </a:cubicBezTo>
                    <a:lnTo>
                      <a:pt x="1401" y="56"/>
                    </a:lnTo>
                    <a:cubicBezTo>
                      <a:pt x="1401" y="28"/>
                      <a:pt x="1382" y="1"/>
                      <a:pt x="13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9"/>
              <p:cNvSpPr/>
              <p:nvPr/>
            </p:nvSpPr>
            <p:spPr>
              <a:xfrm>
                <a:off x="7003284" y="3902326"/>
                <a:ext cx="295642" cy="127193"/>
              </a:xfrm>
              <a:custGeom>
                <a:avLst/>
                <a:gdLst/>
                <a:ahLst/>
                <a:cxnLst/>
                <a:rect l="l" t="t" r="r" b="b"/>
                <a:pathLst>
                  <a:path w="3712" h="1597" extrusionOk="0">
                    <a:moveTo>
                      <a:pt x="3712" y="1596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9"/>
              <p:cNvSpPr/>
              <p:nvPr/>
            </p:nvSpPr>
            <p:spPr>
              <a:xfrm>
                <a:off x="6998107" y="3897627"/>
                <a:ext cx="305996" cy="136273"/>
              </a:xfrm>
              <a:custGeom>
                <a:avLst/>
                <a:gdLst/>
                <a:ahLst/>
                <a:cxnLst/>
                <a:rect l="l" t="t" r="r" b="b"/>
                <a:pathLst>
                  <a:path w="3842" h="1711" extrusionOk="0">
                    <a:moveTo>
                      <a:pt x="62" y="0"/>
                    </a:moveTo>
                    <a:cubicBezTo>
                      <a:pt x="40" y="0"/>
                      <a:pt x="17" y="11"/>
                      <a:pt x="10" y="32"/>
                    </a:cubicBezTo>
                    <a:cubicBezTo>
                      <a:pt x="1" y="60"/>
                      <a:pt x="10" y="97"/>
                      <a:pt x="38" y="106"/>
                    </a:cubicBezTo>
                    <a:lnTo>
                      <a:pt x="3749" y="1702"/>
                    </a:lnTo>
                    <a:cubicBezTo>
                      <a:pt x="3758" y="1711"/>
                      <a:pt x="3767" y="1711"/>
                      <a:pt x="3777" y="1711"/>
                    </a:cubicBezTo>
                    <a:cubicBezTo>
                      <a:pt x="3795" y="1711"/>
                      <a:pt x="3814" y="1702"/>
                      <a:pt x="3823" y="1674"/>
                    </a:cubicBezTo>
                    <a:cubicBezTo>
                      <a:pt x="3842" y="1646"/>
                      <a:pt x="3823" y="1609"/>
                      <a:pt x="3795" y="1600"/>
                    </a:cubicBezTo>
                    <a:lnTo>
                      <a:pt x="84" y="4"/>
                    </a:lnTo>
                    <a:cubicBezTo>
                      <a:pt x="78" y="2"/>
                      <a:pt x="70" y="0"/>
                      <a:pt x="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9"/>
              <p:cNvSpPr/>
              <p:nvPr/>
            </p:nvSpPr>
            <p:spPr>
              <a:xfrm>
                <a:off x="6969355" y="3873495"/>
                <a:ext cx="48106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445" y="1"/>
                    </a:moveTo>
                    <a:lnTo>
                      <a:pt x="0" y="168"/>
                    </a:lnTo>
                    <a:lnTo>
                      <a:pt x="158" y="604"/>
                    </a:lnTo>
                    <a:lnTo>
                      <a:pt x="603" y="446"/>
                    </a:lnTo>
                    <a:lnTo>
                      <a:pt x="44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9"/>
              <p:cNvSpPr/>
              <p:nvPr/>
            </p:nvSpPr>
            <p:spPr>
              <a:xfrm>
                <a:off x="6964178" y="3868477"/>
                <a:ext cx="58459" cy="57583"/>
              </a:xfrm>
              <a:custGeom>
                <a:avLst/>
                <a:gdLst/>
                <a:ahLst/>
                <a:cxnLst/>
                <a:rect l="l" t="t" r="r" b="b"/>
                <a:pathLst>
                  <a:path w="734" h="723" extrusionOk="0">
                    <a:moveTo>
                      <a:pt x="473" y="129"/>
                    </a:moveTo>
                    <a:lnTo>
                      <a:pt x="594" y="472"/>
                    </a:lnTo>
                    <a:lnTo>
                      <a:pt x="260" y="593"/>
                    </a:lnTo>
                    <a:lnTo>
                      <a:pt x="139" y="259"/>
                    </a:lnTo>
                    <a:lnTo>
                      <a:pt x="473" y="129"/>
                    </a:lnTo>
                    <a:close/>
                    <a:moveTo>
                      <a:pt x="517" y="1"/>
                    </a:moveTo>
                    <a:cubicBezTo>
                      <a:pt x="508" y="1"/>
                      <a:pt x="500" y="3"/>
                      <a:pt x="492" y="8"/>
                    </a:cubicBezTo>
                    <a:lnTo>
                      <a:pt x="47" y="166"/>
                    </a:lnTo>
                    <a:cubicBezTo>
                      <a:pt x="28" y="175"/>
                      <a:pt x="19" y="184"/>
                      <a:pt x="10" y="194"/>
                    </a:cubicBezTo>
                    <a:cubicBezTo>
                      <a:pt x="10" y="212"/>
                      <a:pt x="0" y="222"/>
                      <a:pt x="10" y="240"/>
                    </a:cubicBezTo>
                    <a:lnTo>
                      <a:pt x="167" y="685"/>
                    </a:lnTo>
                    <a:cubicBezTo>
                      <a:pt x="177" y="704"/>
                      <a:pt x="204" y="722"/>
                      <a:pt x="223" y="722"/>
                    </a:cubicBezTo>
                    <a:lnTo>
                      <a:pt x="241" y="722"/>
                    </a:lnTo>
                    <a:lnTo>
                      <a:pt x="687" y="555"/>
                    </a:lnTo>
                    <a:cubicBezTo>
                      <a:pt x="724" y="546"/>
                      <a:pt x="733" y="509"/>
                      <a:pt x="724" y="481"/>
                    </a:cubicBezTo>
                    <a:lnTo>
                      <a:pt x="566" y="36"/>
                    </a:lnTo>
                    <a:cubicBezTo>
                      <a:pt x="559" y="16"/>
                      <a:pt x="538" y="1"/>
                      <a:pt x="5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9"/>
              <p:cNvSpPr/>
              <p:nvPr/>
            </p:nvSpPr>
            <p:spPr>
              <a:xfrm>
                <a:off x="7282596" y="3887114"/>
                <a:ext cx="591125" cy="551940"/>
              </a:xfrm>
              <a:custGeom>
                <a:avLst/>
                <a:gdLst/>
                <a:ahLst/>
                <a:cxnLst/>
                <a:rect l="l" t="t" r="r" b="b"/>
                <a:pathLst>
                  <a:path w="7422" h="6930" extrusionOk="0">
                    <a:moveTo>
                      <a:pt x="3722" y="1"/>
                    </a:moveTo>
                    <a:cubicBezTo>
                      <a:pt x="3544" y="1"/>
                      <a:pt x="3364" y="15"/>
                      <a:pt x="3182" y="43"/>
                    </a:cubicBezTo>
                    <a:cubicBezTo>
                      <a:pt x="1299" y="331"/>
                      <a:pt x="1" y="2093"/>
                      <a:pt x="288" y="3986"/>
                    </a:cubicBezTo>
                    <a:cubicBezTo>
                      <a:pt x="549" y="5702"/>
                      <a:pt x="2030" y="6929"/>
                      <a:pt x="3714" y="6929"/>
                    </a:cubicBezTo>
                    <a:cubicBezTo>
                      <a:pt x="3888" y="6929"/>
                      <a:pt x="4063" y="6916"/>
                      <a:pt x="4240" y="6889"/>
                    </a:cubicBezTo>
                    <a:cubicBezTo>
                      <a:pt x="6123" y="6593"/>
                      <a:pt x="7422" y="4830"/>
                      <a:pt x="7134" y="2938"/>
                    </a:cubicBezTo>
                    <a:cubicBezTo>
                      <a:pt x="6874" y="1227"/>
                      <a:pt x="5401" y="1"/>
                      <a:pt x="37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19"/>
              <p:cNvSpPr/>
              <p:nvPr/>
            </p:nvSpPr>
            <p:spPr>
              <a:xfrm>
                <a:off x="7277420" y="3882176"/>
                <a:ext cx="589692" cy="561099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5" extrusionOk="0">
                    <a:moveTo>
                      <a:pt x="3776" y="114"/>
                    </a:moveTo>
                    <a:cubicBezTo>
                      <a:pt x="5427" y="114"/>
                      <a:pt x="6884" y="1330"/>
                      <a:pt x="7144" y="3009"/>
                    </a:cubicBezTo>
                    <a:cubicBezTo>
                      <a:pt x="7283" y="3909"/>
                      <a:pt x="7060" y="4808"/>
                      <a:pt x="6522" y="5541"/>
                    </a:cubicBezTo>
                    <a:cubicBezTo>
                      <a:pt x="5984" y="6274"/>
                      <a:pt x="5196" y="6757"/>
                      <a:pt x="4296" y="6886"/>
                    </a:cubicBezTo>
                    <a:cubicBezTo>
                      <a:pt x="4119" y="6914"/>
                      <a:pt x="3952" y="6933"/>
                      <a:pt x="3776" y="6933"/>
                    </a:cubicBezTo>
                    <a:cubicBezTo>
                      <a:pt x="2125" y="6933"/>
                      <a:pt x="669" y="5718"/>
                      <a:pt x="409" y="4038"/>
                    </a:cubicBezTo>
                    <a:cubicBezTo>
                      <a:pt x="130" y="2183"/>
                      <a:pt x="1401" y="439"/>
                      <a:pt x="3266" y="161"/>
                    </a:cubicBezTo>
                    <a:cubicBezTo>
                      <a:pt x="3433" y="133"/>
                      <a:pt x="3609" y="114"/>
                      <a:pt x="3776" y="114"/>
                    </a:cubicBezTo>
                    <a:close/>
                    <a:moveTo>
                      <a:pt x="3765" y="1"/>
                    </a:moveTo>
                    <a:cubicBezTo>
                      <a:pt x="3591" y="1"/>
                      <a:pt x="3415" y="14"/>
                      <a:pt x="3238" y="40"/>
                    </a:cubicBezTo>
                    <a:cubicBezTo>
                      <a:pt x="1327" y="337"/>
                      <a:pt x="1" y="2137"/>
                      <a:pt x="297" y="4057"/>
                    </a:cubicBezTo>
                    <a:cubicBezTo>
                      <a:pt x="566" y="5801"/>
                      <a:pt x="2069" y="7044"/>
                      <a:pt x="3776" y="7044"/>
                    </a:cubicBezTo>
                    <a:cubicBezTo>
                      <a:pt x="3952" y="7044"/>
                      <a:pt x="4129" y="7035"/>
                      <a:pt x="4314" y="7007"/>
                    </a:cubicBezTo>
                    <a:cubicBezTo>
                      <a:pt x="5242" y="6868"/>
                      <a:pt x="6058" y="6367"/>
                      <a:pt x="6615" y="5606"/>
                    </a:cubicBezTo>
                    <a:cubicBezTo>
                      <a:pt x="7171" y="4855"/>
                      <a:pt x="7403" y="3918"/>
                      <a:pt x="7255" y="2990"/>
                    </a:cubicBezTo>
                    <a:cubicBezTo>
                      <a:pt x="6985" y="1247"/>
                      <a:pt x="5478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19"/>
              <p:cNvSpPr/>
              <p:nvPr/>
            </p:nvSpPr>
            <p:spPr>
              <a:xfrm>
                <a:off x="7236801" y="3869592"/>
                <a:ext cx="627364" cy="551781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6928" extrusionOk="0">
                    <a:moveTo>
                      <a:pt x="3939" y="1"/>
                    </a:moveTo>
                    <a:cubicBezTo>
                      <a:pt x="2845" y="1"/>
                      <a:pt x="1768" y="518"/>
                      <a:pt x="1095" y="1488"/>
                    </a:cubicBezTo>
                    <a:cubicBezTo>
                      <a:pt x="0" y="3055"/>
                      <a:pt x="390" y="5208"/>
                      <a:pt x="1958" y="6302"/>
                    </a:cubicBezTo>
                    <a:cubicBezTo>
                      <a:pt x="2562" y="6724"/>
                      <a:pt x="3255" y="6927"/>
                      <a:pt x="3941" y="6927"/>
                    </a:cubicBezTo>
                    <a:cubicBezTo>
                      <a:pt x="5034" y="6927"/>
                      <a:pt x="6109" y="6412"/>
                      <a:pt x="6782" y="5449"/>
                    </a:cubicBezTo>
                    <a:cubicBezTo>
                      <a:pt x="7876" y="3881"/>
                      <a:pt x="7487" y="1720"/>
                      <a:pt x="5919" y="625"/>
                    </a:cubicBezTo>
                    <a:cubicBezTo>
                      <a:pt x="5315" y="203"/>
                      <a:pt x="4624" y="1"/>
                      <a:pt x="39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9"/>
              <p:cNvSpPr/>
              <p:nvPr/>
            </p:nvSpPr>
            <p:spPr>
              <a:xfrm>
                <a:off x="7250102" y="3865769"/>
                <a:ext cx="588895" cy="561258"/>
              </a:xfrm>
              <a:custGeom>
                <a:avLst/>
                <a:gdLst/>
                <a:ahLst/>
                <a:cxnLst/>
                <a:rect l="l" t="t" r="r" b="b"/>
                <a:pathLst>
                  <a:path w="7394" h="7047" extrusionOk="0">
                    <a:moveTo>
                      <a:pt x="3778" y="113"/>
                    </a:moveTo>
                    <a:cubicBezTo>
                      <a:pt x="5427" y="113"/>
                      <a:pt x="6874" y="1322"/>
                      <a:pt x="7134" y="3001"/>
                    </a:cubicBezTo>
                    <a:cubicBezTo>
                      <a:pt x="7273" y="3901"/>
                      <a:pt x="7051" y="4801"/>
                      <a:pt x="6513" y="5534"/>
                    </a:cubicBezTo>
                    <a:cubicBezTo>
                      <a:pt x="5975" y="6267"/>
                      <a:pt x="5186" y="6749"/>
                      <a:pt x="4286" y="6888"/>
                    </a:cubicBezTo>
                    <a:cubicBezTo>
                      <a:pt x="4111" y="6916"/>
                      <a:pt x="3936" y="6929"/>
                      <a:pt x="3764" y="6929"/>
                    </a:cubicBezTo>
                    <a:cubicBezTo>
                      <a:pt x="2114" y="6929"/>
                      <a:pt x="661" y="5720"/>
                      <a:pt x="409" y="4040"/>
                    </a:cubicBezTo>
                    <a:cubicBezTo>
                      <a:pt x="121" y="2185"/>
                      <a:pt x="1401" y="441"/>
                      <a:pt x="3256" y="153"/>
                    </a:cubicBezTo>
                    <a:cubicBezTo>
                      <a:pt x="3432" y="126"/>
                      <a:pt x="3606" y="113"/>
                      <a:pt x="3778" y="113"/>
                    </a:cubicBezTo>
                    <a:close/>
                    <a:moveTo>
                      <a:pt x="3777" y="1"/>
                    </a:moveTo>
                    <a:cubicBezTo>
                      <a:pt x="3599" y="1"/>
                      <a:pt x="3419" y="14"/>
                      <a:pt x="3238" y="42"/>
                    </a:cubicBezTo>
                    <a:cubicBezTo>
                      <a:pt x="1318" y="339"/>
                      <a:pt x="0" y="2139"/>
                      <a:pt x="288" y="4059"/>
                    </a:cubicBezTo>
                    <a:cubicBezTo>
                      <a:pt x="557" y="5794"/>
                      <a:pt x="2060" y="7046"/>
                      <a:pt x="3767" y="7046"/>
                    </a:cubicBezTo>
                    <a:cubicBezTo>
                      <a:pt x="3943" y="7046"/>
                      <a:pt x="4128" y="7027"/>
                      <a:pt x="4305" y="7000"/>
                    </a:cubicBezTo>
                    <a:cubicBezTo>
                      <a:pt x="5232" y="6861"/>
                      <a:pt x="6049" y="6360"/>
                      <a:pt x="6605" y="5608"/>
                    </a:cubicBezTo>
                    <a:cubicBezTo>
                      <a:pt x="7171" y="4847"/>
                      <a:pt x="7394" y="3920"/>
                      <a:pt x="7255" y="2983"/>
                    </a:cubicBezTo>
                    <a:cubicBezTo>
                      <a:pt x="6986" y="1252"/>
                      <a:pt x="5484" y="1"/>
                      <a:pt x="37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9"/>
              <p:cNvSpPr/>
              <p:nvPr/>
            </p:nvSpPr>
            <p:spPr>
              <a:xfrm>
                <a:off x="7643863" y="3925423"/>
                <a:ext cx="134600" cy="135078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1696" extrusionOk="0">
                    <a:moveTo>
                      <a:pt x="105" y="0"/>
                    </a:moveTo>
                    <a:cubicBezTo>
                      <a:pt x="71" y="0"/>
                      <a:pt x="42" y="19"/>
                      <a:pt x="29" y="54"/>
                    </a:cubicBezTo>
                    <a:cubicBezTo>
                      <a:pt x="1" y="100"/>
                      <a:pt x="19" y="147"/>
                      <a:pt x="66" y="165"/>
                    </a:cubicBezTo>
                    <a:cubicBezTo>
                      <a:pt x="715" y="471"/>
                      <a:pt x="1225" y="991"/>
                      <a:pt x="1513" y="1649"/>
                    </a:cubicBezTo>
                    <a:cubicBezTo>
                      <a:pt x="1531" y="1677"/>
                      <a:pt x="1559" y="1696"/>
                      <a:pt x="1596" y="1696"/>
                    </a:cubicBezTo>
                    <a:cubicBezTo>
                      <a:pt x="1606" y="1696"/>
                      <a:pt x="1615" y="1696"/>
                      <a:pt x="1624" y="1687"/>
                    </a:cubicBezTo>
                    <a:cubicBezTo>
                      <a:pt x="1671" y="1668"/>
                      <a:pt x="1689" y="1622"/>
                      <a:pt x="1671" y="1575"/>
                    </a:cubicBezTo>
                    <a:cubicBezTo>
                      <a:pt x="1365" y="879"/>
                      <a:pt x="826" y="332"/>
                      <a:pt x="140" y="7"/>
                    </a:cubicBezTo>
                    <a:cubicBezTo>
                      <a:pt x="128" y="3"/>
                      <a:pt x="116" y="0"/>
                      <a:pt x="1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9"/>
              <p:cNvSpPr/>
              <p:nvPr/>
            </p:nvSpPr>
            <p:spPr>
              <a:xfrm>
                <a:off x="7895061" y="4209673"/>
                <a:ext cx="304483" cy="38548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84" extrusionOk="0">
                    <a:moveTo>
                      <a:pt x="1" y="1"/>
                    </a:moveTo>
                    <a:lnTo>
                      <a:pt x="1" y="483"/>
                    </a:lnTo>
                    <a:lnTo>
                      <a:pt x="3823" y="483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9"/>
              <p:cNvSpPr/>
              <p:nvPr/>
            </p:nvSpPr>
            <p:spPr>
              <a:xfrm>
                <a:off x="7890681" y="4205293"/>
                <a:ext cx="314040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3943" h="604" extrusionOk="0">
                    <a:moveTo>
                      <a:pt x="3822" y="111"/>
                    </a:moveTo>
                    <a:lnTo>
                      <a:pt x="3822" y="482"/>
                    </a:lnTo>
                    <a:lnTo>
                      <a:pt x="121" y="482"/>
                    </a:ln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lnTo>
                      <a:pt x="0" y="547"/>
                    </a:lnTo>
                    <a:cubicBezTo>
                      <a:pt x="0" y="557"/>
                      <a:pt x="10" y="575"/>
                      <a:pt x="19" y="584"/>
                    </a:cubicBezTo>
                    <a:cubicBezTo>
                      <a:pt x="28" y="594"/>
                      <a:pt x="47" y="603"/>
                      <a:pt x="56" y="603"/>
                    </a:cubicBezTo>
                    <a:lnTo>
                      <a:pt x="3878" y="603"/>
                    </a:lnTo>
                    <a:cubicBezTo>
                      <a:pt x="3915" y="603"/>
                      <a:pt x="3943" y="575"/>
                      <a:pt x="3943" y="547"/>
                    </a:cubicBezTo>
                    <a:lnTo>
                      <a:pt x="3943" y="56"/>
                    </a:lnTo>
                    <a:cubicBezTo>
                      <a:pt x="3943" y="37"/>
                      <a:pt x="3934" y="19"/>
                      <a:pt x="3924" y="9"/>
                    </a:cubicBezTo>
                    <a:cubicBezTo>
                      <a:pt x="3915" y="0"/>
                      <a:pt x="3896" y="0"/>
                      <a:pt x="38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9"/>
              <p:cNvSpPr/>
              <p:nvPr/>
            </p:nvSpPr>
            <p:spPr>
              <a:xfrm>
                <a:off x="7895061" y="4136560"/>
                <a:ext cx="175219" cy="25885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25" extrusionOk="0">
                    <a:moveTo>
                      <a:pt x="1" y="0"/>
                    </a:moveTo>
                    <a:lnTo>
                      <a:pt x="1" y="325"/>
                    </a:lnTo>
                    <a:lnTo>
                      <a:pt x="2199" y="325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9"/>
              <p:cNvSpPr/>
              <p:nvPr/>
            </p:nvSpPr>
            <p:spPr>
              <a:xfrm>
                <a:off x="7890681" y="4132100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56"/>
                    </a:cubicBezTo>
                    <a:lnTo>
                      <a:pt x="0" y="381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81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9"/>
              <p:cNvSpPr/>
              <p:nvPr/>
            </p:nvSpPr>
            <p:spPr>
              <a:xfrm>
                <a:off x="7895061" y="4064163"/>
                <a:ext cx="175219" cy="25168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9"/>
              <p:cNvSpPr/>
              <p:nvPr/>
            </p:nvSpPr>
            <p:spPr>
              <a:xfrm>
                <a:off x="7890681" y="4059703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38"/>
                      <a:pt x="0" y="56"/>
                    </a:cubicBezTo>
                    <a:lnTo>
                      <a:pt x="0" y="372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72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19"/>
              <p:cNvSpPr/>
              <p:nvPr/>
            </p:nvSpPr>
            <p:spPr>
              <a:xfrm>
                <a:off x="7475415" y="3969546"/>
                <a:ext cx="156025" cy="115326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48" extrusionOk="0">
                    <a:moveTo>
                      <a:pt x="975" y="1"/>
                    </a:moveTo>
                    <a:cubicBezTo>
                      <a:pt x="437" y="1"/>
                      <a:pt x="1" y="437"/>
                      <a:pt x="1" y="975"/>
                    </a:cubicBezTo>
                    <a:lnTo>
                      <a:pt x="1" y="1448"/>
                    </a:lnTo>
                    <a:lnTo>
                      <a:pt x="353" y="1448"/>
                    </a:lnTo>
                    <a:lnTo>
                      <a:pt x="353" y="975"/>
                    </a:lnTo>
                    <a:cubicBezTo>
                      <a:pt x="353" y="632"/>
                      <a:pt x="641" y="353"/>
                      <a:pt x="984" y="353"/>
                    </a:cubicBezTo>
                    <a:cubicBezTo>
                      <a:pt x="1327" y="353"/>
                      <a:pt x="1606" y="632"/>
                      <a:pt x="1606" y="975"/>
                    </a:cubicBezTo>
                    <a:lnTo>
                      <a:pt x="1606" y="1448"/>
                    </a:lnTo>
                    <a:lnTo>
                      <a:pt x="1958" y="1448"/>
                    </a:lnTo>
                    <a:lnTo>
                      <a:pt x="1958" y="975"/>
                    </a:lnTo>
                    <a:cubicBezTo>
                      <a:pt x="1958" y="437"/>
                      <a:pt x="1513" y="1"/>
                      <a:pt x="9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19"/>
              <p:cNvSpPr/>
              <p:nvPr/>
            </p:nvSpPr>
            <p:spPr>
              <a:xfrm>
                <a:off x="7471035" y="3964369"/>
                <a:ext cx="164786" cy="12568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578" extrusionOk="0">
                    <a:moveTo>
                      <a:pt x="1039" y="121"/>
                    </a:moveTo>
                    <a:cubicBezTo>
                      <a:pt x="1540" y="121"/>
                      <a:pt x="1948" y="530"/>
                      <a:pt x="1948" y="1040"/>
                    </a:cubicBezTo>
                    <a:lnTo>
                      <a:pt x="1948" y="1457"/>
                    </a:lnTo>
                    <a:lnTo>
                      <a:pt x="1716" y="1457"/>
                    </a:lnTo>
                    <a:lnTo>
                      <a:pt x="1716" y="1040"/>
                    </a:lnTo>
                    <a:cubicBezTo>
                      <a:pt x="1716" y="660"/>
                      <a:pt x="1410" y="353"/>
                      <a:pt x="1030" y="353"/>
                    </a:cubicBezTo>
                    <a:cubicBezTo>
                      <a:pt x="659" y="353"/>
                      <a:pt x="353" y="660"/>
                      <a:pt x="353" y="1040"/>
                    </a:cubicBezTo>
                    <a:lnTo>
                      <a:pt x="353" y="1457"/>
                    </a:lnTo>
                    <a:lnTo>
                      <a:pt x="121" y="1457"/>
                    </a:lnTo>
                    <a:lnTo>
                      <a:pt x="121" y="1040"/>
                    </a:lnTo>
                    <a:cubicBezTo>
                      <a:pt x="121" y="530"/>
                      <a:pt x="529" y="121"/>
                      <a:pt x="1039" y="121"/>
                    </a:cubicBezTo>
                    <a:close/>
                    <a:moveTo>
                      <a:pt x="1039" y="1"/>
                    </a:moveTo>
                    <a:cubicBezTo>
                      <a:pt x="464" y="1"/>
                      <a:pt x="0" y="465"/>
                      <a:pt x="0" y="1040"/>
                    </a:cubicBezTo>
                    <a:lnTo>
                      <a:pt x="0" y="1513"/>
                    </a:lnTo>
                    <a:cubicBezTo>
                      <a:pt x="0" y="1550"/>
                      <a:pt x="28" y="1578"/>
                      <a:pt x="65" y="1578"/>
                    </a:cubicBezTo>
                    <a:lnTo>
                      <a:pt x="418" y="1578"/>
                    </a:lnTo>
                    <a:cubicBezTo>
                      <a:pt x="445" y="1578"/>
                      <a:pt x="473" y="1550"/>
                      <a:pt x="473" y="1513"/>
                    </a:cubicBezTo>
                    <a:lnTo>
                      <a:pt x="473" y="1040"/>
                    </a:lnTo>
                    <a:cubicBezTo>
                      <a:pt x="473" y="724"/>
                      <a:pt x="724" y="474"/>
                      <a:pt x="1039" y="474"/>
                    </a:cubicBezTo>
                    <a:cubicBezTo>
                      <a:pt x="1345" y="474"/>
                      <a:pt x="1605" y="724"/>
                      <a:pt x="1605" y="1040"/>
                    </a:cubicBezTo>
                    <a:lnTo>
                      <a:pt x="1605" y="1513"/>
                    </a:lnTo>
                    <a:cubicBezTo>
                      <a:pt x="1605" y="1550"/>
                      <a:pt x="1624" y="1578"/>
                      <a:pt x="1661" y="1578"/>
                    </a:cubicBezTo>
                    <a:lnTo>
                      <a:pt x="2013" y="1578"/>
                    </a:lnTo>
                    <a:cubicBezTo>
                      <a:pt x="2041" y="1578"/>
                      <a:pt x="2069" y="1550"/>
                      <a:pt x="2069" y="1513"/>
                    </a:cubicBezTo>
                    <a:lnTo>
                      <a:pt x="2069" y="1040"/>
                    </a:lnTo>
                    <a:cubicBezTo>
                      <a:pt x="2069" y="465"/>
                      <a:pt x="1605" y="1"/>
                      <a:pt x="10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9"/>
              <p:cNvSpPr/>
              <p:nvPr/>
            </p:nvSpPr>
            <p:spPr>
              <a:xfrm>
                <a:off x="7437744" y="4085587"/>
                <a:ext cx="231369" cy="192900"/>
              </a:xfrm>
              <a:custGeom>
                <a:avLst/>
                <a:gdLst/>
                <a:ahLst/>
                <a:cxnLst/>
                <a:rect l="l" t="t" r="r" b="b"/>
                <a:pathLst>
                  <a:path w="2905" h="2422" extrusionOk="0">
                    <a:moveTo>
                      <a:pt x="84" y="0"/>
                    </a:moveTo>
                    <a:cubicBezTo>
                      <a:pt x="38" y="0"/>
                      <a:pt x="10" y="37"/>
                      <a:pt x="10" y="74"/>
                    </a:cubicBezTo>
                    <a:lnTo>
                      <a:pt x="10" y="2347"/>
                    </a:lnTo>
                    <a:cubicBezTo>
                      <a:pt x="1" y="2384"/>
                      <a:pt x="38" y="2421"/>
                      <a:pt x="84" y="2421"/>
                    </a:cubicBezTo>
                    <a:lnTo>
                      <a:pt x="2821" y="2421"/>
                    </a:lnTo>
                    <a:cubicBezTo>
                      <a:pt x="2867" y="2421"/>
                      <a:pt x="2904" y="2384"/>
                      <a:pt x="2904" y="2347"/>
                    </a:cubicBezTo>
                    <a:lnTo>
                      <a:pt x="2904" y="74"/>
                    </a:lnTo>
                    <a:cubicBezTo>
                      <a:pt x="2904" y="37"/>
                      <a:pt x="2867" y="0"/>
                      <a:pt x="28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19"/>
              <p:cNvSpPr/>
              <p:nvPr/>
            </p:nvSpPr>
            <p:spPr>
              <a:xfrm>
                <a:off x="7433283" y="4080411"/>
                <a:ext cx="240209" cy="202537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2543" extrusionOk="0">
                    <a:moveTo>
                      <a:pt x="2877" y="121"/>
                    </a:moveTo>
                    <a:cubicBezTo>
                      <a:pt x="2895" y="121"/>
                      <a:pt x="2905" y="130"/>
                      <a:pt x="2905" y="139"/>
                    </a:cubicBezTo>
                    <a:lnTo>
                      <a:pt x="2905" y="2412"/>
                    </a:lnTo>
                    <a:cubicBezTo>
                      <a:pt x="2905" y="2421"/>
                      <a:pt x="2886" y="2431"/>
                      <a:pt x="2877" y="2431"/>
                    </a:cubicBezTo>
                    <a:lnTo>
                      <a:pt x="140" y="2431"/>
                    </a:lnTo>
                    <a:cubicBezTo>
                      <a:pt x="131" y="2431"/>
                      <a:pt x="122" y="2421"/>
                      <a:pt x="122" y="2412"/>
                    </a:cubicBezTo>
                    <a:lnTo>
                      <a:pt x="122" y="139"/>
                    </a:lnTo>
                    <a:cubicBezTo>
                      <a:pt x="122" y="130"/>
                      <a:pt x="131" y="121"/>
                      <a:pt x="140" y="121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2412"/>
                    </a:lnTo>
                    <a:cubicBezTo>
                      <a:pt x="1" y="2486"/>
                      <a:pt x="66" y="2542"/>
                      <a:pt x="140" y="2542"/>
                    </a:cubicBezTo>
                    <a:lnTo>
                      <a:pt x="2877" y="2542"/>
                    </a:lnTo>
                    <a:cubicBezTo>
                      <a:pt x="2951" y="2542"/>
                      <a:pt x="3016" y="2486"/>
                      <a:pt x="3016" y="2412"/>
                    </a:cubicBezTo>
                    <a:lnTo>
                      <a:pt x="3016" y="139"/>
                    </a:lnTo>
                    <a:cubicBezTo>
                      <a:pt x="3016" y="65"/>
                      <a:pt x="2951" y="0"/>
                      <a:pt x="28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19"/>
              <p:cNvSpPr/>
              <p:nvPr/>
            </p:nvSpPr>
            <p:spPr>
              <a:xfrm>
                <a:off x="7532361" y="4141737"/>
                <a:ext cx="42132" cy="80601"/>
              </a:xfrm>
              <a:custGeom>
                <a:avLst/>
                <a:gdLst/>
                <a:ahLst/>
                <a:cxnLst/>
                <a:rect l="l" t="t" r="r" b="b"/>
                <a:pathLst>
                  <a:path w="529" h="1012" extrusionOk="0">
                    <a:moveTo>
                      <a:pt x="269" y="0"/>
                    </a:moveTo>
                    <a:cubicBezTo>
                      <a:pt x="121" y="0"/>
                      <a:pt x="0" y="121"/>
                      <a:pt x="0" y="269"/>
                    </a:cubicBezTo>
                    <a:cubicBezTo>
                      <a:pt x="0" y="371"/>
                      <a:pt x="56" y="464"/>
                      <a:pt x="148" y="510"/>
                    </a:cubicBezTo>
                    <a:lnTo>
                      <a:pt x="37" y="900"/>
                    </a:lnTo>
                    <a:cubicBezTo>
                      <a:pt x="28" y="956"/>
                      <a:pt x="65" y="1011"/>
                      <a:pt x="121" y="1011"/>
                    </a:cubicBezTo>
                    <a:lnTo>
                      <a:pt x="427" y="1011"/>
                    </a:lnTo>
                    <a:cubicBezTo>
                      <a:pt x="482" y="1011"/>
                      <a:pt x="520" y="956"/>
                      <a:pt x="510" y="900"/>
                    </a:cubicBezTo>
                    <a:lnTo>
                      <a:pt x="390" y="501"/>
                    </a:lnTo>
                    <a:cubicBezTo>
                      <a:pt x="473" y="455"/>
                      <a:pt x="529" y="371"/>
                      <a:pt x="529" y="269"/>
                    </a:cubicBezTo>
                    <a:cubicBezTo>
                      <a:pt x="529" y="121"/>
                      <a:pt x="417" y="0"/>
                      <a:pt x="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9"/>
              <p:cNvSpPr/>
              <p:nvPr/>
            </p:nvSpPr>
            <p:spPr>
              <a:xfrm>
                <a:off x="7527901" y="4137277"/>
                <a:ext cx="51769" cy="89521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124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399"/>
                      <a:pt x="492" y="474"/>
                      <a:pt x="418" y="511"/>
                    </a:cubicBezTo>
                    <a:cubicBezTo>
                      <a:pt x="399" y="520"/>
                      <a:pt x="390" y="548"/>
                      <a:pt x="390" y="576"/>
                    </a:cubicBezTo>
                    <a:lnTo>
                      <a:pt x="511" y="975"/>
                    </a:lnTo>
                    <a:cubicBezTo>
                      <a:pt x="511" y="984"/>
                      <a:pt x="501" y="993"/>
                      <a:pt x="501" y="993"/>
                    </a:cubicBezTo>
                    <a:cubicBezTo>
                      <a:pt x="501" y="1002"/>
                      <a:pt x="492" y="1002"/>
                      <a:pt x="483" y="1002"/>
                    </a:cubicBezTo>
                    <a:lnTo>
                      <a:pt x="177" y="1002"/>
                    </a:lnTo>
                    <a:cubicBezTo>
                      <a:pt x="158" y="1002"/>
                      <a:pt x="158" y="1002"/>
                      <a:pt x="158" y="993"/>
                    </a:cubicBezTo>
                    <a:cubicBezTo>
                      <a:pt x="149" y="993"/>
                      <a:pt x="149" y="984"/>
                      <a:pt x="149" y="975"/>
                    </a:cubicBezTo>
                    <a:lnTo>
                      <a:pt x="260" y="576"/>
                    </a:lnTo>
                    <a:cubicBezTo>
                      <a:pt x="269" y="548"/>
                      <a:pt x="260" y="520"/>
                      <a:pt x="232" y="511"/>
                    </a:cubicBezTo>
                    <a:cubicBezTo>
                      <a:pt x="158" y="474"/>
                      <a:pt x="112" y="409"/>
                      <a:pt x="112" y="325"/>
                    </a:cubicBezTo>
                    <a:cubicBezTo>
                      <a:pt x="112" y="214"/>
                      <a:pt x="20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0" y="1"/>
                      <a:pt x="0" y="149"/>
                      <a:pt x="0" y="325"/>
                    </a:cubicBezTo>
                    <a:cubicBezTo>
                      <a:pt x="0" y="427"/>
                      <a:pt x="47" y="529"/>
                      <a:pt x="140" y="594"/>
                    </a:cubicBezTo>
                    <a:lnTo>
                      <a:pt x="37" y="947"/>
                    </a:lnTo>
                    <a:cubicBezTo>
                      <a:pt x="28" y="984"/>
                      <a:pt x="28" y="1030"/>
                      <a:pt x="56" y="1067"/>
                    </a:cubicBezTo>
                    <a:cubicBezTo>
                      <a:pt x="84" y="1105"/>
                      <a:pt x="130" y="1123"/>
                      <a:pt x="167" y="1123"/>
                    </a:cubicBezTo>
                    <a:lnTo>
                      <a:pt x="483" y="1123"/>
                    </a:lnTo>
                    <a:cubicBezTo>
                      <a:pt x="529" y="1123"/>
                      <a:pt x="566" y="1105"/>
                      <a:pt x="594" y="1067"/>
                    </a:cubicBezTo>
                    <a:cubicBezTo>
                      <a:pt x="622" y="1030"/>
                      <a:pt x="631" y="984"/>
                      <a:pt x="613" y="947"/>
                    </a:cubicBezTo>
                    <a:lnTo>
                      <a:pt x="520" y="585"/>
                    </a:lnTo>
                    <a:cubicBezTo>
                      <a:pt x="594" y="520"/>
                      <a:pt x="650" y="427"/>
                      <a:pt x="650" y="325"/>
                    </a:cubicBezTo>
                    <a:cubicBezTo>
                      <a:pt x="65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1" name="Google Shape;471;p19"/>
            <p:cNvGrpSpPr/>
            <p:nvPr/>
          </p:nvGrpSpPr>
          <p:grpSpPr>
            <a:xfrm flipH="1">
              <a:off x="3725955" y="3512636"/>
              <a:ext cx="1329443" cy="916475"/>
              <a:chOff x="713230" y="2963286"/>
              <a:chExt cx="1329443" cy="916475"/>
            </a:xfrm>
          </p:grpSpPr>
          <p:sp>
            <p:nvSpPr>
              <p:cNvPr id="472" name="Google Shape;472;p19"/>
              <p:cNvSpPr/>
              <p:nvPr/>
            </p:nvSpPr>
            <p:spPr>
              <a:xfrm>
                <a:off x="803044" y="2963286"/>
                <a:ext cx="9516" cy="59929"/>
              </a:xfrm>
              <a:custGeom>
                <a:avLst/>
                <a:gdLst/>
                <a:ahLst/>
                <a:cxnLst/>
                <a:rect l="l" t="t" r="r" b="b"/>
                <a:pathLst>
                  <a:path w="121" h="762" extrusionOk="0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696"/>
                    </a:lnTo>
                    <a:cubicBezTo>
                      <a:pt x="0" y="734"/>
                      <a:pt x="28" y="761"/>
                      <a:pt x="56" y="761"/>
                    </a:cubicBezTo>
                    <a:cubicBezTo>
                      <a:pt x="93" y="761"/>
                      <a:pt x="121" y="734"/>
                      <a:pt x="121" y="696"/>
                    </a:cubicBezTo>
                    <a:lnTo>
                      <a:pt x="121" y="56"/>
                    </a:lnTo>
                    <a:cubicBezTo>
                      <a:pt x="121" y="28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9"/>
              <p:cNvSpPr/>
              <p:nvPr/>
            </p:nvSpPr>
            <p:spPr>
              <a:xfrm>
                <a:off x="803044" y="3093131"/>
                <a:ext cx="9516" cy="59222"/>
              </a:xfrm>
              <a:custGeom>
                <a:avLst/>
                <a:gdLst/>
                <a:ahLst/>
                <a:cxnLst/>
                <a:rect l="l" t="t" r="r" b="b"/>
                <a:pathLst>
                  <a:path w="121" h="75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697"/>
                    </a:lnTo>
                    <a:cubicBezTo>
                      <a:pt x="0" y="724"/>
                      <a:pt x="28" y="752"/>
                      <a:pt x="56" y="752"/>
                    </a:cubicBezTo>
                    <a:cubicBezTo>
                      <a:pt x="93" y="752"/>
                      <a:pt x="121" y="724"/>
                      <a:pt x="121" y="697"/>
                    </a:cubicBezTo>
                    <a:lnTo>
                      <a:pt x="121" y="57"/>
                    </a:lnTo>
                    <a:cubicBezTo>
                      <a:pt x="121" y="19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9"/>
              <p:cNvSpPr/>
              <p:nvPr/>
            </p:nvSpPr>
            <p:spPr>
              <a:xfrm>
                <a:off x="842367" y="3053021"/>
                <a:ext cx="59929" cy="9595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22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06" y="121"/>
                    </a:lnTo>
                    <a:cubicBezTo>
                      <a:pt x="734" y="121"/>
                      <a:pt x="762" y="93"/>
                      <a:pt x="762" y="66"/>
                    </a:cubicBezTo>
                    <a:cubicBezTo>
                      <a:pt x="762" y="29"/>
                      <a:pt x="734" y="1"/>
                      <a:pt x="7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9"/>
              <p:cNvSpPr/>
              <p:nvPr/>
            </p:nvSpPr>
            <p:spPr>
              <a:xfrm>
                <a:off x="713230" y="3053021"/>
                <a:ext cx="59222" cy="9595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697" y="121"/>
                    </a:lnTo>
                    <a:cubicBezTo>
                      <a:pt x="734" y="121"/>
                      <a:pt x="752" y="93"/>
                      <a:pt x="752" y="66"/>
                    </a:cubicBezTo>
                    <a:cubicBezTo>
                      <a:pt x="752" y="29"/>
                      <a:pt x="734" y="1"/>
                      <a:pt x="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>
                <a:off x="743902" y="3085896"/>
                <a:ext cx="35863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9"/>
              <p:cNvSpPr/>
              <p:nvPr/>
            </p:nvSpPr>
            <p:spPr>
              <a:xfrm>
                <a:off x="738790" y="3081098"/>
                <a:ext cx="46087" cy="44986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2" extrusionOk="0">
                    <a:moveTo>
                      <a:pt x="521" y="1"/>
                    </a:moveTo>
                    <a:cubicBezTo>
                      <a:pt x="506" y="1"/>
                      <a:pt x="492" y="5"/>
                      <a:pt x="483" y="15"/>
                    </a:cubicBezTo>
                    <a:lnTo>
                      <a:pt x="28" y="469"/>
                    </a:lnTo>
                    <a:cubicBezTo>
                      <a:pt x="1" y="497"/>
                      <a:pt x="1" y="534"/>
                      <a:pt x="28" y="553"/>
                    </a:cubicBezTo>
                    <a:cubicBezTo>
                      <a:pt x="38" y="562"/>
                      <a:pt x="47" y="571"/>
                      <a:pt x="66" y="571"/>
                    </a:cubicBezTo>
                    <a:cubicBezTo>
                      <a:pt x="84" y="571"/>
                      <a:pt x="93" y="562"/>
                      <a:pt x="112" y="553"/>
                    </a:cubicBezTo>
                    <a:lnTo>
                      <a:pt x="567" y="98"/>
                    </a:lnTo>
                    <a:cubicBezTo>
                      <a:pt x="585" y="80"/>
                      <a:pt x="585" y="43"/>
                      <a:pt x="567" y="15"/>
                    </a:cubicBezTo>
                    <a:cubicBezTo>
                      <a:pt x="553" y="5"/>
                      <a:pt x="536" y="1"/>
                      <a:pt x="5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9"/>
              <p:cNvSpPr/>
              <p:nvPr/>
            </p:nvSpPr>
            <p:spPr>
              <a:xfrm>
                <a:off x="835840" y="2993958"/>
                <a:ext cx="35785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9"/>
              <p:cNvSpPr/>
              <p:nvPr/>
            </p:nvSpPr>
            <p:spPr>
              <a:xfrm>
                <a:off x="830728" y="2989396"/>
                <a:ext cx="46009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8" extrusionOk="0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9"/>
                    </a:cubicBezTo>
                    <a:cubicBezTo>
                      <a:pt x="28" y="568"/>
                      <a:pt x="47" y="578"/>
                      <a:pt x="65" y="578"/>
                    </a:cubicBezTo>
                    <a:cubicBezTo>
                      <a:pt x="75" y="578"/>
                      <a:pt x="93" y="568"/>
                      <a:pt x="103" y="559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9"/>
              <p:cNvSpPr/>
              <p:nvPr/>
            </p:nvSpPr>
            <p:spPr>
              <a:xfrm>
                <a:off x="743902" y="2993958"/>
                <a:ext cx="35863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9"/>
              <p:cNvSpPr/>
              <p:nvPr/>
            </p:nvSpPr>
            <p:spPr>
              <a:xfrm>
                <a:off x="738790" y="2989396"/>
                <a:ext cx="46087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8" extrusionOk="0">
                    <a:moveTo>
                      <a:pt x="67" y="0"/>
                    </a:moveTo>
                    <a:cubicBezTo>
                      <a:pt x="52" y="0"/>
                      <a:pt x="38" y="7"/>
                      <a:pt x="28" y="21"/>
                    </a:cubicBezTo>
                    <a:cubicBezTo>
                      <a:pt x="1" y="40"/>
                      <a:pt x="1" y="77"/>
                      <a:pt x="28" y="105"/>
                    </a:cubicBezTo>
                    <a:lnTo>
                      <a:pt x="483" y="559"/>
                    </a:lnTo>
                    <a:cubicBezTo>
                      <a:pt x="492" y="568"/>
                      <a:pt x="502" y="578"/>
                      <a:pt x="520" y="578"/>
                    </a:cubicBezTo>
                    <a:cubicBezTo>
                      <a:pt x="539" y="578"/>
                      <a:pt x="548" y="568"/>
                      <a:pt x="567" y="559"/>
                    </a:cubicBezTo>
                    <a:cubicBezTo>
                      <a:pt x="585" y="531"/>
                      <a:pt x="585" y="494"/>
                      <a:pt x="567" y="476"/>
                    </a:cubicBezTo>
                    <a:lnTo>
                      <a:pt x="112" y="21"/>
                    </a:lnTo>
                    <a:cubicBezTo>
                      <a:pt x="98" y="7"/>
                      <a:pt x="82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9"/>
              <p:cNvSpPr/>
              <p:nvPr/>
            </p:nvSpPr>
            <p:spPr>
              <a:xfrm>
                <a:off x="835840" y="3085896"/>
                <a:ext cx="35785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9"/>
              <p:cNvSpPr/>
              <p:nvPr/>
            </p:nvSpPr>
            <p:spPr>
              <a:xfrm>
                <a:off x="830728" y="3081098"/>
                <a:ext cx="46009" cy="44986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2" extrusionOk="0">
                    <a:moveTo>
                      <a:pt x="64" y="1"/>
                    </a:moveTo>
                    <a:cubicBezTo>
                      <a:pt x="49" y="1"/>
                      <a:pt x="33" y="5"/>
                      <a:pt x="19" y="15"/>
                    </a:cubicBezTo>
                    <a:cubicBezTo>
                      <a:pt x="1" y="43"/>
                      <a:pt x="1" y="80"/>
                      <a:pt x="19" y="98"/>
                    </a:cubicBezTo>
                    <a:lnTo>
                      <a:pt x="474" y="553"/>
                    </a:lnTo>
                    <a:cubicBezTo>
                      <a:pt x="483" y="562"/>
                      <a:pt x="501" y="571"/>
                      <a:pt x="520" y="571"/>
                    </a:cubicBezTo>
                    <a:cubicBezTo>
                      <a:pt x="529" y="571"/>
                      <a:pt x="548" y="562"/>
                      <a:pt x="557" y="553"/>
                    </a:cubicBezTo>
                    <a:cubicBezTo>
                      <a:pt x="585" y="534"/>
                      <a:pt x="585" y="497"/>
                      <a:pt x="557" y="469"/>
                    </a:cubicBezTo>
                    <a:lnTo>
                      <a:pt x="103" y="15"/>
                    </a:lnTo>
                    <a:cubicBezTo>
                      <a:pt x="93" y="5"/>
                      <a:pt x="79" y="1"/>
                      <a:pt x="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19"/>
              <p:cNvSpPr/>
              <p:nvPr/>
            </p:nvSpPr>
            <p:spPr>
              <a:xfrm>
                <a:off x="1099227" y="3149281"/>
                <a:ext cx="70861" cy="71569"/>
              </a:xfrm>
              <a:custGeom>
                <a:avLst/>
                <a:gdLst/>
                <a:ahLst/>
                <a:cxnLst/>
                <a:rect l="l" t="t" r="r" b="b"/>
                <a:pathLst>
                  <a:path w="901" h="910" extrusionOk="0">
                    <a:moveTo>
                      <a:pt x="446" y="121"/>
                    </a:moveTo>
                    <a:cubicBezTo>
                      <a:pt x="631" y="121"/>
                      <a:pt x="789" y="270"/>
                      <a:pt x="789" y="455"/>
                    </a:cubicBezTo>
                    <a:cubicBezTo>
                      <a:pt x="789" y="641"/>
                      <a:pt x="631" y="789"/>
                      <a:pt x="446" y="789"/>
                    </a:cubicBezTo>
                    <a:cubicBezTo>
                      <a:pt x="269" y="789"/>
                      <a:pt x="112" y="641"/>
                      <a:pt x="112" y="455"/>
                    </a:cubicBezTo>
                    <a:cubicBezTo>
                      <a:pt x="112" y="270"/>
                      <a:pt x="269" y="121"/>
                      <a:pt x="446" y="121"/>
                    </a:cubicBezTo>
                    <a:close/>
                    <a:moveTo>
                      <a:pt x="446" y="1"/>
                    </a:moveTo>
                    <a:cubicBezTo>
                      <a:pt x="204" y="1"/>
                      <a:pt x="0" y="205"/>
                      <a:pt x="0" y="455"/>
                    </a:cubicBezTo>
                    <a:cubicBezTo>
                      <a:pt x="0" y="706"/>
                      <a:pt x="204" y="910"/>
                      <a:pt x="446" y="910"/>
                    </a:cubicBezTo>
                    <a:cubicBezTo>
                      <a:pt x="696" y="910"/>
                      <a:pt x="900" y="706"/>
                      <a:pt x="900" y="455"/>
                    </a:cubicBezTo>
                    <a:cubicBezTo>
                      <a:pt x="900" y="205"/>
                      <a:pt x="696" y="1"/>
                      <a:pt x="4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19"/>
              <p:cNvSpPr/>
              <p:nvPr/>
            </p:nvSpPr>
            <p:spPr>
              <a:xfrm>
                <a:off x="822706" y="3648376"/>
                <a:ext cx="300669" cy="38773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93" extrusionOk="0">
                    <a:moveTo>
                      <a:pt x="0" y="0"/>
                    </a:moveTo>
                    <a:lnTo>
                      <a:pt x="0" y="492"/>
                    </a:lnTo>
                    <a:lnTo>
                      <a:pt x="3822" y="492"/>
                    </a:lnTo>
                    <a:lnTo>
                      <a:pt x="382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9"/>
              <p:cNvSpPr/>
              <p:nvPr/>
            </p:nvSpPr>
            <p:spPr>
              <a:xfrm>
                <a:off x="818302" y="3643972"/>
                <a:ext cx="309478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3935" h="604" extrusionOk="0">
                    <a:moveTo>
                      <a:pt x="3823" y="121"/>
                    </a:moveTo>
                    <a:lnTo>
                      <a:pt x="3823" y="492"/>
                    </a:lnTo>
                    <a:lnTo>
                      <a:pt x="112" y="492"/>
                    </a:lnTo>
                    <a:lnTo>
                      <a:pt x="112" y="121"/>
                    </a:lnTo>
                    <a:close/>
                    <a:moveTo>
                      <a:pt x="56" y="1"/>
                    </a:moveTo>
                    <a:cubicBezTo>
                      <a:pt x="38" y="1"/>
                      <a:pt x="29" y="10"/>
                      <a:pt x="10" y="19"/>
                    </a:cubicBezTo>
                    <a:cubicBezTo>
                      <a:pt x="1" y="29"/>
                      <a:pt x="1" y="47"/>
                      <a:pt x="1" y="56"/>
                    </a:cubicBezTo>
                    <a:lnTo>
                      <a:pt x="1" y="548"/>
                    </a:lnTo>
                    <a:cubicBezTo>
                      <a:pt x="1" y="585"/>
                      <a:pt x="19" y="604"/>
                      <a:pt x="56" y="604"/>
                    </a:cubicBezTo>
                    <a:lnTo>
                      <a:pt x="3878" y="604"/>
                    </a:lnTo>
                    <a:cubicBezTo>
                      <a:pt x="3906" y="604"/>
                      <a:pt x="3934" y="585"/>
                      <a:pt x="3934" y="548"/>
                    </a:cubicBezTo>
                    <a:lnTo>
                      <a:pt x="3934" y="56"/>
                    </a:lnTo>
                    <a:cubicBezTo>
                      <a:pt x="3934" y="47"/>
                      <a:pt x="3925" y="29"/>
                      <a:pt x="3916" y="19"/>
                    </a:cubicBezTo>
                    <a:cubicBezTo>
                      <a:pt x="3906" y="10"/>
                      <a:pt x="3888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9"/>
              <p:cNvSpPr/>
              <p:nvPr/>
            </p:nvSpPr>
            <p:spPr>
              <a:xfrm>
                <a:off x="950349" y="3576887"/>
                <a:ext cx="173025" cy="2485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9"/>
              <p:cNvSpPr/>
              <p:nvPr/>
            </p:nvSpPr>
            <p:spPr>
              <a:xfrm>
                <a:off x="946024" y="3572482"/>
                <a:ext cx="181754" cy="33661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28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lnTo>
                      <a:pt x="0" y="372"/>
                    </a:lnTo>
                    <a:cubicBezTo>
                      <a:pt x="0" y="390"/>
                      <a:pt x="10" y="400"/>
                      <a:pt x="19" y="418"/>
                    </a:cubicBezTo>
                    <a:cubicBezTo>
                      <a:pt x="28" y="427"/>
                      <a:pt x="47" y="427"/>
                      <a:pt x="56" y="427"/>
                    </a:cubicBezTo>
                    <a:lnTo>
                      <a:pt x="2254" y="427"/>
                    </a:lnTo>
                    <a:cubicBezTo>
                      <a:pt x="2282" y="427"/>
                      <a:pt x="2310" y="409"/>
                      <a:pt x="2310" y="372"/>
                    </a:cubicBezTo>
                    <a:lnTo>
                      <a:pt x="2310" y="56"/>
                    </a:lnTo>
                    <a:cubicBezTo>
                      <a:pt x="2310" y="38"/>
                      <a:pt x="2301" y="28"/>
                      <a:pt x="2292" y="10"/>
                    </a:cubicBezTo>
                    <a:cubicBezTo>
                      <a:pt x="2282" y="1"/>
                      <a:pt x="2264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9"/>
              <p:cNvSpPr/>
              <p:nvPr/>
            </p:nvSpPr>
            <p:spPr>
              <a:xfrm>
                <a:off x="950349" y="3505397"/>
                <a:ext cx="173025" cy="2485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9"/>
              <p:cNvSpPr/>
              <p:nvPr/>
            </p:nvSpPr>
            <p:spPr>
              <a:xfrm>
                <a:off x="946024" y="3500285"/>
                <a:ext cx="181754" cy="3436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0"/>
                    </a:moveTo>
                    <a:cubicBezTo>
                      <a:pt x="47" y="0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65"/>
                    </a:cubicBezTo>
                    <a:lnTo>
                      <a:pt x="0" y="381"/>
                    </a:lnTo>
                    <a:cubicBezTo>
                      <a:pt x="0" y="408"/>
                      <a:pt x="28" y="436"/>
                      <a:pt x="56" y="436"/>
                    </a:cubicBezTo>
                    <a:lnTo>
                      <a:pt x="2254" y="436"/>
                    </a:lnTo>
                    <a:cubicBezTo>
                      <a:pt x="2282" y="436"/>
                      <a:pt x="2310" y="408"/>
                      <a:pt x="2310" y="381"/>
                    </a:cubicBezTo>
                    <a:lnTo>
                      <a:pt x="2310" y="65"/>
                    </a:lnTo>
                    <a:cubicBezTo>
                      <a:pt x="2310" y="47"/>
                      <a:pt x="2301" y="28"/>
                      <a:pt x="2292" y="19"/>
                    </a:cubicBezTo>
                    <a:cubicBezTo>
                      <a:pt x="2282" y="10"/>
                      <a:pt x="2264" y="0"/>
                      <a:pt x="22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9"/>
              <p:cNvSpPr/>
              <p:nvPr/>
            </p:nvSpPr>
            <p:spPr>
              <a:xfrm>
                <a:off x="1144449" y="3330093"/>
                <a:ext cx="583722" cy="544713"/>
              </a:xfrm>
              <a:custGeom>
                <a:avLst/>
                <a:gdLst/>
                <a:ahLst/>
                <a:cxnLst/>
                <a:rect l="l" t="t" r="r" b="b"/>
                <a:pathLst>
                  <a:path w="7422" h="6926" extrusionOk="0">
                    <a:moveTo>
                      <a:pt x="3714" y="0"/>
                    </a:moveTo>
                    <a:cubicBezTo>
                      <a:pt x="2029" y="0"/>
                      <a:pt x="549" y="1227"/>
                      <a:pt x="288" y="2934"/>
                    </a:cubicBezTo>
                    <a:cubicBezTo>
                      <a:pt x="0" y="4827"/>
                      <a:pt x="1299" y="6599"/>
                      <a:pt x="3182" y="6886"/>
                    </a:cubicBezTo>
                    <a:cubicBezTo>
                      <a:pt x="3359" y="6913"/>
                      <a:pt x="3535" y="6926"/>
                      <a:pt x="3708" y="6926"/>
                    </a:cubicBezTo>
                    <a:cubicBezTo>
                      <a:pt x="5393" y="6926"/>
                      <a:pt x="6874" y="5699"/>
                      <a:pt x="7134" y="3992"/>
                    </a:cubicBezTo>
                    <a:cubicBezTo>
                      <a:pt x="7422" y="2099"/>
                      <a:pt x="6123" y="327"/>
                      <a:pt x="4240" y="40"/>
                    </a:cubicBezTo>
                    <a:cubicBezTo>
                      <a:pt x="4063" y="13"/>
                      <a:pt x="3887" y="0"/>
                      <a:pt x="3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19"/>
              <p:cNvSpPr/>
              <p:nvPr/>
            </p:nvSpPr>
            <p:spPr>
              <a:xfrm>
                <a:off x="1151763" y="3325532"/>
                <a:ext cx="569880" cy="554229"/>
              </a:xfrm>
              <a:custGeom>
                <a:avLst/>
                <a:gdLst/>
                <a:ahLst/>
                <a:cxnLst/>
                <a:rect l="l" t="t" r="r" b="b"/>
                <a:pathLst>
                  <a:path w="7246" h="7047" extrusionOk="0">
                    <a:moveTo>
                      <a:pt x="3618" y="116"/>
                    </a:moveTo>
                    <a:cubicBezTo>
                      <a:pt x="3785" y="116"/>
                      <a:pt x="3961" y="126"/>
                      <a:pt x="4138" y="154"/>
                    </a:cubicBezTo>
                    <a:cubicBezTo>
                      <a:pt x="5038" y="293"/>
                      <a:pt x="5826" y="775"/>
                      <a:pt x="6364" y="1508"/>
                    </a:cubicBezTo>
                    <a:cubicBezTo>
                      <a:pt x="6902" y="2241"/>
                      <a:pt x="7125" y="3141"/>
                      <a:pt x="6986" y="4040"/>
                    </a:cubicBezTo>
                    <a:cubicBezTo>
                      <a:pt x="6725" y="5720"/>
                      <a:pt x="5271" y="6929"/>
                      <a:pt x="3621" y="6929"/>
                    </a:cubicBezTo>
                    <a:cubicBezTo>
                      <a:pt x="3449" y="6929"/>
                      <a:pt x="3274" y="6916"/>
                      <a:pt x="3099" y="6888"/>
                    </a:cubicBezTo>
                    <a:cubicBezTo>
                      <a:pt x="2199" y="6749"/>
                      <a:pt x="1410" y="6267"/>
                      <a:pt x="872" y="5534"/>
                    </a:cubicBezTo>
                    <a:cubicBezTo>
                      <a:pt x="334" y="4801"/>
                      <a:pt x="112" y="3901"/>
                      <a:pt x="251" y="3002"/>
                    </a:cubicBezTo>
                    <a:cubicBezTo>
                      <a:pt x="510" y="1322"/>
                      <a:pt x="1967" y="116"/>
                      <a:pt x="3618" y="116"/>
                    </a:cubicBezTo>
                    <a:close/>
                    <a:moveTo>
                      <a:pt x="3618" y="1"/>
                    </a:moveTo>
                    <a:cubicBezTo>
                      <a:pt x="1910" y="1"/>
                      <a:pt x="408" y="1252"/>
                      <a:pt x="139" y="2983"/>
                    </a:cubicBezTo>
                    <a:cubicBezTo>
                      <a:pt x="0" y="3920"/>
                      <a:pt x="223" y="4848"/>
                      <a:pt x="780" y="5608"/>
                    </a:cubicBezTo>
                    <a:cubicBezTo>
                      <a:pt x="1336" y="6360"/>
                      <a:pt x="2152" y="6861"/>
                      <a:pt x="3089" y="7000"/>
                    </a:cubicBezTo>
                    <a:cubicBezTo>
                      <a:pt x="3266" y="7028"/>
                      <a:pt x="3442" y="7046"/>
                      <a:pt x="3618" y="7046"/>
                    </a:cubicBezTo>
                    <a:cubicBezTo>
                      <a:pt x="5325" y="7046"/>
                      <a:pt x="6837" y="5794"/>
                      <a:pt x="7097" y="4059"/>
                    </a:cubicBezTo>
                    <a:cubicBezTo>
                      <a:pt x="7245" y="3122"/>
                      <a:pt x="7013" y="2194"/>
                      <a:pt x="6457" y="1434"/>
                    </a:cubicBezTo>
                    <a:cubicBezTo>
                      <a:pt x="5900" y="682"/>
                      <a:pt x="5084" y="181"/>
                      <a:pt x="4156" y="42"/>
                    </a:cubicBezTo>
                    <a:cubicBezTo>
                      <a:pt x="3975" y="14"/>
                      <a:pt x="3795" y="1"/>
                      <a:pt x="36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19"/>
              <p:cNvSpPr/>
              <p:nvPr/>
            </p:nvSpPr>
            <p:spPr>
              <a:xfrm>
                <a:off x="1152471" y="3313892"/>
                <a:ext cx="621708" cy="544949"/>
              </a:xfrm>
              <a:custGeom>
                <a:avLst/>
                <a:gdLst/>
                <a:ahLst/>
                <a:cxnLst/>
                <a:rect l="l" t="t" r="r" b="b"/>
                <a:pathLst>
                  <a:path w="7905" h="6929" extrusionOk="0">
                    <a:moveTo>
                      <a:pt x="3948" y="1"/>
                    </a:moveTo>
                    <a:cubicBezTo>
                      <a:pt x="3318" y="1"/>
                      <a:pt x="2680" y="173"/>
                      <a:pt x="2106" y="533"/>
                    </a:cubicBezTo>
                    <a:cubicBezTo>
                      <a:pt x="492" y="1554"/>
                      <a:pt x="1" y="3688"/>
                      <a:pt x="1021" y="5311"/>
                    </a:cubicBezTo>
                    <a:cubicBezTo>
                      <a:pt x="1675" y="6354"/>
                      <a:pt x="2801" y="6929"/>
                      <a:pt x="3955" y="6929"/>
                    </a:cubicBezTo>
                    <a:cubicBezTo>
                      <a:pt x="4586" y="6929"/>
                      <a:pt x="5225" y="6757"/>
                      <a:pt x="5798" y="6396"/>
                    </a:cubicBezTo>
                    <a:cubicBezTo>
                      <a:pt x="7413" y="5376"/>
                      <a:pt x="7904" y="3242"/>
                      <a:pt x="6884" y="1619"/>
                    </a:cubicBezTo>
                    <a:cubicBezTo>
                      <a:pt x="6224" y="575"/>
                      <a:pt x="5099" y="1"/>
                      <a:pt x="39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19"/>
              <p:cNvSpPr/>
              <p:nvPr/>
            </p:nvSpPr>
            <p:spPr>
              <a:xfrm>
                <a:off x="1178739" y="3308938"/>
                <a:ext cx="582306" cy="553993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4" extrusionOk="0">
                    <a:moveTo>
                      <a:pt x="3628" y="114"/>
                    </a:moveTo>
                    <a:cubicBezTo>
                      <a:pt x="3795" y="114"/>
                      <a:pt x="3971" y="133"/>
                      <a:pt x="4138" y="160"/>
                    </a:cubicBezTo>
                    <a:cubicBezTo>
                      <a:pt x="5993" y="439"/>
                      <a:pt x="7273" y="2183"/>
                      <a:pt x="6995" y="4038"/>
                    </a:cubicBezTo>
                    <a:cubicBezTo>
                      <a:pt x="6735" y="5718"/>
                      <a:pt x="5280" y="6926"/>
                      <a:pt x="3630" y="6926"/>
                    </a:cubicBezTo>
                    <a:cubicBezTo>
                      <a:pt x="3458" y="6926"/>
                      <a:pt x="3284" y="6913"/>
                      <a:pt x="3108" y="6886"/>
                    </a:cubicBezTo>
                    <a:cubicBezTo>
                      <a:pt x="2208" y="6747"/>
                      <a:pt x="1420" y="6274"/>
                      <a:pt x="882" y="5541"/>
                    </a:cubicBezTo>
                    <a:cubicBezTo>
                      <a:pt x="344" y="4808"/>
                      <a:pt x="121" y="3908"/>
                      <a:pt x="260" y="3008"/>
                    </a:cubicBezTo>
                    <a:cubicBezTo>
                      <a:pt x="520" y="1320"/>
                      <a:pt x="1976" y="114"/>
                      <a:pt x="3628" y="114"/>
                    </a:cubicBezTo>
                    <a:close/>
                    <a:moveTo>
                      <a:pt x="3629" y="0"/>
                    </a:moveTo>
                    <a:cubicBezTo>
                      <a:pt x="1917" y="0"/>
                      <a:pt x="410" y="1247"/>
                      <a:pt x="149" y="2990"/>
                    </a:cubicBezTo>
                    <a:cubicBezTo>
                      <a:pt x="1" y="3918"/>
                      <a:pt x="232" y="4845"/>
                      <a:pt x="789" y="5606"/>
                    </a:cubicBezTo>
                    <a:cubicBezTo>
                      <a:pt x="1346" y="6367"/>
                      <a:pt x="2162" y="6858"/>
                      <a:pt x="3090" y="7007"/>
                    </a:cubicBezTo>
                    <a:cubicBezTo>
                      <a:pt x="3275" y="7034"/>
                      <a:pt x="3451" y="7044"/>
                      <a:pt x="3628" y="7044"/>
                    </a:cubicBezTo>
                    <a:cubicBezTo>
                      <a:pt x="5335" y="7044"/>
                      <a:pt x="6837" y="5791"/>
                      <a:pt x="7106" y="4057"/>
                    </a:cubicBezTo>
                    <a:cubicBezTo>
                      <a:pt x="7403" y="2136"/>
                      <a:pt x="6077" y="337"/>
                      <a:pt x="4156" y="40"/>
                    </a:cubicBezTo>
                    <a:cubicBezTo>
                      <a:pt x="3979" y="13"/>
                      <a:pt x="3803" y="0"/>
                      <a:pt x="36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19"/>
              <p:cNvSpPr/>
              <p:nvPr/>
            </p:nvSpPr>
            <p:spPr>
              <a:xfrm>
                <a:off x="1563950" y="3370439"/>
                <a:ext cx="117578" cy="119701"/>
              </a:xfrm>
              <a:custGeom>
                <a:avLst/>
                <a:gdLst/>
                <a:ahLst/>
                <a:cxnLst/>
                <a:rect l="l" t="t" r="r" b="b"/>
                <a:pathLst>
                  <a:path w="1495" h="1522" extrusionOk="0">
                    <a:moveTo>
                      <a:pt x="1" y="0"/>
                    </a:moveTo>
                    <a:lnTo>
                      <a:pt x="1494" y="1521"/>
                    </a:lnTo>
                    <a:cubicBezTo>
                      <a:pt x="1197" y="863"/>
                      <a:pt x="678" y="31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19"/>
              <p:cNvSpPr/>
              <p:nvPr/>
            </p:nvSpPr>
            <p:spPr>
              <a:xfrm>
                <a:off x="1555928" y="3363282"/>
                <a:ext cx="132836" cy="133386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696" extrusionOk="0">
                    <a:moveTo>
                      <a:pt x="104" y="0"/>
                    </a:moveTo>
                    <a:cubicBezTo>
                      <a:pt x="71" y="0"/>
                      <a:pt x="42" y="20"/>
                      <a:pt x="28" y="54"/>
                    </a:cubicBezTo>
                    <a:cubicBezTo>
                      <a:pt x="1" y="100"/>
                      <a:pt x="19" y="147"/>
                      <a:pt x="65" y="175"/>
                    </a:cubicBezTo>
                    <a:cubicBezTo>
                      <a:pt x="715" y="471"/>
                      <a:pt x="1225" y="991"/>
                      <a:pt x="1513" y="1650"/>
                    </a:cubicBezTo>
                    <a:cubicBezTo>
                      <a:pt x="1531" y="1677"/>
                      <a:pt x="1559" y="1696"/>
                      <a:pt x="1596" y="1696"/>
                    </a:cubicBezTo>
                    <a:lnTo>
                      <a:pt x="1633" y="1696"/>
                    </a:ln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9"/>
                      <a:pt x="826" y="332"/>
                      <a:pt x="140" y="8"/>
                    </a:cubicBezTo>
                    <a:cubicBezTo>
                      <a:pt x="128" y="3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19"/>
              <p:cNvSpPr/>
              <p:nvPr/>
            </p:nvSpPr>
            <p:spPr>
              <a:xfrm>
                <a:off x="1990058" y="3317117"/>
                <a:ext cx="47503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158" y="1"/>
                    </a:moveTo>
                    <a:lnTo>
                      <a:pt x="0" y="437"/>
                    </a:lnTo>
                    <a:lnTo>
                      <a:pt x="436" y="604"/>
                    </a:lnTo>
                    <a:lnTo>
                      <a:pt x="603" y="159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19"/>
              <p:cNvSpPr/>
              <p:nvPr/>
            </p:nvSpPr>
            <p:spPr>
              <a:xfrm>
                <a:off x="1277991" y="3581212"/>
                <a:ext cx="151790" cy="76524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973" extrusionOk="0">
                    <a:moveTo>
                      <a:pt x="965" y="1"/>
                    </a:moveTo>
                    <a:cubicBezTo>
                      <a:pt x="427" y="1"/>
                      <a:pt x="0" y="437"/>
                      <a:pt x="0" y="966"/>
                    </a:cubicBezTo>
                    <a:cubicBezTo>
                      <a:pt x="0" y="970"/>
                      <a:pt x="483" y="973"/>
                      <a:pt x="965" y="973"/>
                    </a:cubicBezTo>
                    <a:cubicBezTo>
                      <a:pt x="1447" y="973"/>
                      <a:pt x="1930" y="970"/>
                      <a:pt x="1930" y="966"/>
                    </a:cubicBezTo>
                    <a:cubicBezTo>
                      <a:pt x="1930" y="437"/>
                      <a:pt x="1494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19"/>
              <p:cNvSpPr/>
              <p:nvPr/>
            </p:nvSpPr>
            <p:spPr>
              <a:xfrm>
                <a:off x="1272879" y="3576887"/>
                <a:ext cx="161306" cy="85411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1086" extrusionOk="0">
                    <a:moveTo>
                      <a:pt x="1030" y="112"/>
                    </a:moveTo>
                    <a:cubicBezTo>
                      <a:pt x="1512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30" y="0"/>
                    </a:moveTo>
                    <a:cubicBezTo>
                      <a:pt x="464" y="0"/>
                      <a:pt x="0" y="455"/>
                      <a:pt x="0" y="1021"/>
                    </a:cubicBezTo>
                    <a:cubicBezTo>
                      <a:pt x="0" y="1076"/>
                      <a:pt x="0" y="1076"/>
                      <a:pt x="408" y="1086"/>
                    </a:cubicBezTo>
                    <a:lnTo>
                      <a:pt x="1132" y="1086"/>
                    </a:lnTo>
                    <a:cubicBezTo>
                      <a:pt x="2050" y="1086"/>
                      <a:pt x="2050" y="1086"/>
                      <a:pt x="2050" y="1021"/>
                    </a:cubicBezTo>
                    <a:cubicBezTo>
                      <a:pt x="2050" y="455"/>
                      <a:pt x="1587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9"/>
              <p:cNvSpPr/>
              <p:nvPr/>
            </p:nvSpPr>
            <p:spPr>
              <a:xfrm>
                <a:off x="1310787" y="3484241"/>
                <a:ext cx="86198" cy="8690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105" extrusionOk="0">
                    <a:moveTo>
                      <a:pt x="548" y="0"/>
                    </a:moveTo>
                    <a:cubicBezTo>
                      <a:pt x="251" y="0"/>
                      <a:pt x="1" y="251"/>
                      <a:pt x="1" y="548"/>
                    </a:cubicBezTo>
                    <a:cubicBezTo>
                      <a:pt x="1" y="854"/>
                      <a:pt x="251" y="1104"/>
                      <a:pt x="548" y="1104"/>
                    </a:cubicBezTo>
                    <a:cubicBezTo>
                      <a:pt x="854" y="1104"/>
                      <a:pt x="1095" y="854"/>
                      <a:pt x="1095" y="548"/>
                    </a:cubicBezTo>
                    <a:cubicBezTo>
                      <a:pt x="1095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>
                <a:off x="1306383" y="3479837"/>
                <a:ext cx="95714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1216" extrusionOk="0">
                    <a:moveTo>
                      <a:pt x="604" y="121"/>
                    </a:moveTo>
                    <a:cubicBezTo>
                      <a:pt x="882" y="121"/>
                      <a:pt x="1096" y="334"/>
                      <a:pt x="1096" y="604"/>
                    </a:cubicBezTo>
                    <a:cubicBezTo>
                      <a:pt x="1096" y="882"/>
                      <a:pt x="882" y="1095"/>
                      <a:pt x="604" y="1095"/>
                    </a:cubicBezTo>
                    <a:cubicBezTo>
                      <a:pt x="335" y="1095"/>
                      <a:pt x="122" y="882"/>
                      <a:pt x="122" y="604"/>
                    </a:cubicBezTo>
                    <a:cubicBezTo>
                      <a:pt x="122" y="334"/>
                      <a:pt x="335" y="121"/>
                      <a:pt x="604" y="121"/>
                    </a:cubicBezTo>
                    <a:close/>
                    <a:moveTo>
                      <a:pt x="604" y="1"/>
                    </a:moveTo>
                    <a:cubicBezTo>
                      <a:pt x="270" y="1"/>
                      <a:pt x="1" y="279"/>
                      <a:pt x="1" y="613"/>
                    </a:cubicBezTo>
                    <a:cubicBezTo>
                      <a:pt x="1" y="947"/>
                      <a:pt x="270" y="1216"/>
                      <a:pt x="604" y="1216"/>
                    </a:cubicBezTo>
                    <a:cubicBezTo>
                      <a:pt x="938" y="1216"/>
                      <a:pt x="1216" y="947"/>
                      <a:pt x="1216" y="613"/>
                    </a:cubicBezTo>
                    <a:cubicBezTo>
                      <a:pt x="1216" y="279"/>
                      <a:pt x="938" y="1"/>
                      <a:pt x="6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>
                <a:off x="1499775" y="3581212"/>
                <a:ext cx="152576" cy="76524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973" extrusionOk="0">
                    <a:moveTo>
                      <a:pt x="965" y="1"/>
                    </a:moveTo>
                    <a:cubicBezTo>
                      <a:pt x="436" y="1"/>
                      <a:pt x="0" y="437"/>
                      <a:pt x="0" y="966"/>
                    </a:cubicBezTo>
                    <a:cubicBezTo>
                      <a:pt x="0" y="970"/>
                      <a:pt x="485" y="973"/>
                      <a:pt x="970" y="973"/>
                    </a:cubicBezTo>
                    <a:cubicBezTo>
                      <a:pt x="1454" y="973"/>
                      <a:pt x="1939" y="970"/>
                      <a:pt x="1939" y="966"/>
                    </a:cubicBezTo>
                    <a:cubicBezTo>
                      <a:pt x="1939" y="437"/>
                      <a:pt x="1503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>
                <a:off x="1495370" y="3576887"/>
                <a:ext cx="161306" cy="85411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1086" extrusionOk="0">
                    <a:moveTo>
                      <a:pt x="1030" y="112"/>
                    </a:moveTo>
                    <a:cubicBezTo>
                      <a:pt x="1503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21" y="0"/>
                    </a:moveTo>
                    <a:cubicBezTo>
                      <a:pt x="464" y="0"/>
                      <a:pt x="1" y="455"/>
                      <a:pt x="1" y="1021"/>
                    </a:cubicBezTo>
                    <a:cubicBezTo>
                      <a:pt x="1" y="1076"/>
                      <a:pt x="1" y="1076"/>
                      <a:pt x="399" y="1086"/>
                    </a:cubicBezTo>
                    <a:lnTo>
                      <a:pt x="1132" y="1086"/>
                    </a:lnTo>
                    <a:cubicBezTo>
                      <a:pt x="2051" y="1086"/>
                      <a:pt x="2051" y="1086"/>
                      <a:pt x="2051" y="1021"/>
                    </a:cubicBezTo>
                    <a:cubicBezTo>
                      <a:pt x="2051" y="455"/>
                      <a:pt x="1587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19"/>
              <p:cNvSpPr/>
              <p:nvPr/>
            </p:nvSpPr>
            <p:spPr>
              <a:xfrm>
                <a:off x="1533278" y="3484241"/>
                <a:ext cx="86198" cy="8690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105" extrusionOk="0">
                    <a:moveTo>
                      <a:pt x="548" y="0"/>
                    </a:moveTo>
                    <a:cubicBezTo>
                      <a:pt x="251" y="0"/>
                      <a:pt x="1" y="251"/>
                      <a:pt x="1" y="557"/>
                    </a:cubicBezTo>
                    <a:cubicBezTo>
                      <a:pt x="1" y="854"/>
                      <a:pt x="242" y="1104"/>
                      <a:pt x="548" y="1104"/>
                    </a:cubicBezTo>
                    <a:cubicBezTo>
                      <a:pt x="854" y="1104"/>
                      <a:pt x="1096" y="854"/>
                      <a:pt x="1096" y="557"/>
                    </a:cubicBezTo>
                    <a:cubicBezTo>
                      <a:pt x="1096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19"/>
              <p:cNvSpPr/>
              <p:nvPr/>
            </p:nvSpPr>
            <p:spPr>
              <a:xfrm>
                <a:off x="1528952" y="3479837"/>
                <a:ext cx="95635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16" extrusionOk="0">
                    <a:moveTo>
                      <a:pt x="603" y="121"/>
                    </a:moveTo>
                    <a:cubicBezTo>
                      <a:pt x="872" y="121"/>
                      <a:pt x="1095" y="334"/>
                      <a:pt x="1095" y="604"/>
                    </a:cubicBezTo>
                    <a:cubicBezTo>
                      <a:pt x="1095" y="882"/>
                      <a:pt x="872" y="1095"/>
                      <a:pt x="603" y="1095"/>
                    </a:cubicBezTo>
                    <a:cubicBezTo>
                      <a:pt x="334" y="1095"/>
                      <a:pt x="112" y="882"/>
                      <a:pt x="112" y="604"/>
                    </a:cubicBezTo>
                    <a:cubicBezTo>
                      <a:pt x="112" y="334"/>
                      <a:pt x="334" y="121"/>
                      <a:pt x="603" y="121"/>
                    </a:cubicBezTo>
                    <a:close/>
                    <a:moveTo>
                      <a:pt x="603" y="1"/>
                    </a:moveTo>
                    <a:cubicBezTo>
                      <a:pt x="269" y="1"/>
                      <a:pt x="0" y="279"/>
                      <a:pt x="0" y="613"/>
                    </a:cubicBezTo>
                    <a:cubicBezTo>
                      <a:pt x="0" y="947"/>
                      <a:pt x="269" y="1216"/>
                      <a:pt x="603" y="1216"/>
                    </a:cubicBezTo>
                    <a:cubicBezTo>
                      <a:pt x="937" y="1216"/>
                      <a:pt x="1216" y="947"/>
                      <a:pt x="1216" y="613"/>
                    </a:cubicBezTo>
                    <a:cubicBezTo>
                      <a:pt x="1216" y="279"/>
                      <a:pt x="937" y="1"/>
                      <a:pt x="6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9"/>
              <p:cNvSpPr/>
              <p:nvPr/>
            </p:nvSpPr>
            <p:spPr>
              <a:xfrm>
                <a:off x="1374962" y="3594346"/>
                <a:ext cx="172317" cy="86512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1100" extrusionOk="0">
                    <a:moveTo>
                      <a:pt x="1096" y="1"/>
                    </a:moveTo>
                    <a:cubicBezTo>
                      <a:pt x="493" y="1"/>
                      <a:pt x="1" y="493"/>
                      <a:pt x="1" y="1096"/>
                    </a:cubicBezTo>
                    <a:cubicBezTo>
                      <a:pt x="1" y="1096"/>
                      <a:pt x="974" y="1100"/>
                      <a:pt x="1623" y="1100"/>
                    </a:cubicBezTo>
                    <a:cubicBezTo>
                      <a:pt x="1947" y="1100"/>
                      <a:pt x="2190" y="1099"/>
                      <a:pt x="2190" y="1096"/>
                    </a:cubicBezTo>
                    <a:cubicBezTo>
                      <a:pt x="2190" y="493"/>
                      <a:pt x="1699" y="1"/>
                      <a:pt x="10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19"/>
              <p:cNvSpPr/>
              <p:nvPr/>
            </p:nvSpPr>
            <p:spPr>
              <a:xfrm>
                <a:off x="1370637" y="3590021"/>
                <a:ext cx="180968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2301" h="1216" extrusionOk="0">
                    <a:moveTo>
                      <a:pt x="1151" y="112"/>
                    </a:moveTo>
                    <a:cubicBezTo>
                      <a:pt x="1707" y="112"/>
                      <a:pt x="2162" y="548"/>
                      <a:pt x="2190" y="1095"/>
                    </a:cubicBezTo>
                    <a:lnTo>
                      <a:pt x="112" y="1095"/>
                    </a:lnTo>
                    <a:cubicBezTo>
                      <a:pt x="139" y="548"/>
                      <a:pt x="594" y="112"/>
                      <a:pt x="1151" y="112"/>
                    </a:cubicBezTo>
                    <a:close/>
                    <a:moveTo>
                      <a:pt x="1151" y="0"/>
                    </a:moveTo>
                    <a:cubicBezTo>
                      <a:pt x="510" y="0"/>
                      <a:pt x="0" y="511"/>
                      <a:pt x="0" y="1151"/>
                    </a:cubicBezTo>
                    <a:cubicBezTo>
                      <a:pt x="0" y="1206"/>
                      <a:pt x="0" y="1206"/>
                      <a:pt x="446" y="1216"/>
                    </a:cubicBezTo>
                    <a:lnTo>
                      <a:pt x="1271" y="1216"/>
                    </a:lnTo>
                    <a:cubicBezTo>
                      <a:pt x="2301" y="1216"/>
                      <a:pt x="2301" y="1216"/>
                      <a:pt x="2301" y="1151"/>
                    </a:cubicBezTo>
                    <a:cubicBezTo>
                      <a:pt x="2301" y="511"/>
                      <a:pt x="1791" y="0"/>
                      <a:pt x="11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>
                <a:off x="1412949" y="3484241"/>
                <a:ext cx="97837" cy="9854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253" extrusionOk="0">
                    <a:moveTo>
                      <a:pt x="622" y="0"/>
                    </a:moveTo>
                    <a:cubicBezTo>
                      <a:pt x="279" y="0"/>
                      <a:pt x="0" y="278"/>
                      <a:pt x="0" y="622"/>
                    </a:cubicBezTo>
                    <a:cubicBezTo>
                      <a:pt x="0" y="974"/>
                      <a:pt x="279" y="1253"/>
                      <a:pt x="622" y="1253"/>
                    </a:cubicBezTo>
                    <a:cubicBezTo>
                      <a:pt x="965" y="1253"/>
                      <a:pt x="1243" y="974"/>
                      <a:pt x="1243" y="622"/>
                    </a:cubicBezTo>
                    <a:cubicBezTo>
                      <a:pt x="1243" y="278"/>
                      <a:pt x="965" y="0"/>
                      <a:pt x="6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>
                <a:off x="1407837" y="3479837"/>
                <a:ext cx="107354" cy="107354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1365" extrusionOk="0">
                    <a:moveTo>
                      <a:pt x="687" y="121"/>
                    </a:moveTo>
                    <a:cubicBezTo>
                      <a:pt x="993" y="121"/>
                      <a:pt x="1253" y="372"/>
                      <a:pt x="1253" y="678"/>
                    </a:cubicBezTo>
                    <a:cubicBezTo>
                      <a:pt x="1253" y="993"/>
                      <a:pt x="993" y="1244"/>
                      <a:pt x="687" y="1244"/>
                    </a:cubicBezTo>
                    <a:cubicBezTo>
                      <a:pt x="371" y="1244"/>
                      <a:pt x="121" y="993"/>
                      <a:pt x="121" y="678"/>
                    </a:cubicBezTo>
                    <a:cubicBezTo>
                      <a:pt x="121" y="372"/>
                      <a:pt x="371" y="121"/>
                      <a:pt x="687" y="121"/>
                    </a:cubicBezTo>
                    <a:close/>
                    <a:moveTo>
                      <a:pt x="687" y="1"/>
                    </a:moveTo>
                    <a:cubicBezTo>
                      <a:pt x="307" y="1"/>
                      <a:pt x="0" y="307"/>
                      <a:pt x="0" y="678"/>
                    </a:cubicBezTo>
                    <a:cubicBezTo>
                      <a:pt x="0" y="1058"/>
                      <a:pt x="307" y="1364"/>
                      <a:pt x="687" y="1364"/>
                    </a:cubicBezTo>
                    <a:cubicBezTo>
                      <a:pt x="1058" y="1364"/>
                      <a:pt x="1364" y="1058"/>
                      <a:pt x="1364" y="678"/>
                    </a:cubicBezTo>
                    <a:cubicBezTo>
                      <a:pt x="1364" y="307"/>
                      <a:pt x="1058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>
                <a:off x="1985653" y="3311847"/>
                <a:ext cx="57019" cy="56469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8" extrusionOk="0">
                    <a:moveTo>
                      <a:pt x="251" y="133"/>
                    </a:moveTo>
                    <a:lnTo>
                      <a:pt x="585" y="253"/>
                    </a:lnTo>
                    <a:lnTo>
                      <a:pt x="464" y="587"/>
                    </a:lnTo>
                    <a:lnTo>
                      <a:pt x="130" y="467"/>
                    </a:lnTo>
                    <a:lnTo>
                      <a:pt x="251" y="133"/>
                    </a:lnTo>
                    <a:close/>
                    <a:moveTo>
                      <a:pt x="223" y="0"/>
                    </a:moveTo>
                    <a:cubicBezTo>
                      <a:pt x="195" y="0"/>
                      <a:pt x="175" y="17"/>
                      <a:pt x="168" y="40"/>
                    </a:cubicBezTo>
                    <a:lnTo>
                      <a:pt x="1" y="485"/>
                    </a:lnTo>
                    <a:cubicBezTo>
                      <a:pt x="1" y="495"/>
                      <a:pt x="1" y="513"/>
                      <a:pt x="1" y="522"/>
                    </a:cubicBezTo>
                    <a:cubicBezTo>
                      <a:pt x="10" y="541"/>
                      <a:pt x="19" y="550"/>
                      <a:pt x="38" y="559"/>
                    </a:cubicBezTo>
                    <a:lnTo>
                      <a:pt x="483" y="717"/>
                    </a:lnTo>
                    <a:lnTo>
                      <a:pt x="501" y="717"/>
                    </a:lnTo>
                    <a:cubicBezTo>
                      <a:pt x="520" y="717"/>
                      <a:pt x="548" y="708"/>
                      <a:pt x="557" y="680"/>
                    </a:cubicBezTo>
                    <a:lnTo>
                      <a:pt x="715" y="235"/>
                    </a:lnTo>
                    <a:cubicBezTo>
                      <a:pt x="724" y="207"/>
                      <a:pt x="715" y="179"/>
                      <a:pt x="678" y="161"/>
                    </a:cubicBezTo>
                    <a:lnTo>
                      <a:pt x="242" y="3"/>
                    </a:lnTo>
                    <a:cubicBezTo>
                      <a:pt x="235" y="1"/>
                      <a:pt x="229" y="0"/>
                      <a:pt x="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>
                <a:off x="1707716" y="3340239"/>
                <a:ext cx="302085" cy="134566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1711" extrusionOk="0">
                    <a:moveTo>
                      <a:pt x="3769" y="0"/>
                    </a:moveTo>
                    <a:cubicBezTo>
                      <a:pt x="3762" y="0"/>
                      <a:pt x="3754" y="1"/>
                      <a:pt x="3748" y="4"/>
                    </a:cubicBezTo>
                    <a:lnTo>
                      <a:pt x="37" y="1599"/>
                    </a:lnTo>
                    <a:cubicBezTo>
                      <a:pt x="9" y="1618"/>
                      <a:pt x="0" y="1655"/>
                      <a:pt x="9" y="1683"/>
                    </a:cubicBezTo>
                    <a:cubicBezTo>
                      <a:pt x="19" y="1701"/>
                      <a:pt x="37" y="1711"/>
                      <a:pt x="65" y="1711"/>
                    </a:cubicBezTo>
                    <a:lnTo>
                      <a:pt x="84" y="1711"/>
                    </a:lnTo>
                    <a:lnTo>
                      <a:pt x="3794" y="115"/>
                    </a:lnTo>
                    <a:cubicBezTo>
                      <a:pt x="3822" y="106"/>
                      <a:pt x="3841" y="69"/>
                      <a:pt x="3822" y="41"/>
                    </a:cubicBezTo>
                    <a:cubicBezTo>
                      <a:pt x="3815" y="12"/>
                      <a:pt x="3792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oogle Shape;513;p20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514" name="Google Shape;514;p20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5" name="Google Shape;515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6" name="Google Shape;516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17" name="Google Shape;517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518" name="Google Shape;518;p20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19" name="Google Shape;519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0" name="Google Shape;520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21" name="Google Shape;521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522" name="Google Shape;522;p20"/>
          <p:cNvGrpSpPr/>
          <p:nvPr/>
        </p:nvGrpSpPr>
        <p:grpSpPr>
          <a:xfrm>
            <a:off x="5441862" y="1343334"/>
            <a:ext cx="2955370" cy="2456833"/>
            <a:chOff x="5475412" y="1860275"/>
            <a:chExt cx="2955370" cy="2456833"/>
          </a:xfrm>
        </p:grpSpPr>
        <p:sp>
          <p:nvSpPr>
            <p:cNvPr id="523" name="Google Shape;523;p20"/>
            <p:cNvSpPr/>
            <p:nvPr/>
          </p:nvSpPr>
          <p:spPr>
            <a:xfrm>
              <a:off x="5581433" y="2425462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0"/>
            <p:cNvSpPr/>
            <p:nvPr/>
          </p:nvSpPr>
          <p:spPr>
            <a:xfrm>
              <a:off x="8233235" y="2755955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0"/>
            <p:cNvSpPr/>
            <p:nvPr/>
          </p:nvSpPr>
          <p:spPr>
            <a:xfrm>
              <a:off x="5475412" y="3604065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0"/>
            <p:cNvSpPr/>
            <p:nvPr/>
          </p:nvSpPr>
          <p:spPr>
            <a:xfrm>
              <a:off x="8311913" y="3834088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0"/>
            <p:cNvSpPr/>
            <p:nvPr/>
          </p:nvSpPr>
          <p:spPr>
            <a:xfrm>
              <a:off x="8015063" y="1953753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0"/>
            <p:cNvSpPr/>
            <p:nvPr/>
          </p:nvSpPr>
          <p:spPr>
            <a:xfrm>
              <a:off x="8015063" y="2047230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0"/>
            <p:cNvSpPr/>
            <p:nvPr/>
          </p:nvSpPr>
          <p:spPr>
            <a:xfrm>
              <a:off x="8044097" y="2018709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0"/>
            <p:cNvSpPr/>
            <p:nvPr/>
          </p:nvSpPr>
          <p:spPr>
            <a:xfrm>
              <a:off x="7950107" y="2018709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0"/>
            <p:cNvSpPr/>
            <p:nvPr/>
          </p:nvSpPr>
          <p:spPr>
            <a:xfrm>
              <a:off x="7972309" y="2041936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0"/>
            <p:cNvSpPr/>
            <p:nvPr/>
          </p:nvSpPr>
          <p:spPr>
            <a:xfrm>
              <a:off x="7969121" y="2039032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0"/>
            <p:cNvSpPr/>
            <p:nvPr/>
          </p:nvSpPr>
          <p:spPr>
            <a:xfrm>
              <a:off x="8038859" y="1975898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0"/>
            <p:cNvSpPr/>
            <p:nvPr/>
          </p:nvSpPr>
          <p:spPr>
            <a:xfrm>
              <a:off x="8035159" y="1972653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0"/>
            <p:cNvSpPr/>
            <p:nvPr/>
          </p:nvSpPr>
          <p:spPr>
            <a:xfrm>
              <a:off x="7972309" y="1975898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0"/>
            <p:cNvSpPr/>
            <p:nvPr/>
          </p:nvSpPr>
          <p:spPr>
            <a:xfrm>
              <a:off x="7969121" y="1972653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0"/>
            <p:cNvSpPr/>
            <p:nvPr/>
          </p:nvSpPr>
          <p:spPr>
            <a:xfrm>
              <a:off x="8038859" y="2041936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0"/>
            <p:cNvSpPr/>
            <p:nvPr/>
          </p:nvSpPr>
          <p:spPr>
            <a:xfrm>
              <a:off x="8035159" y="2039032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0"/>
            <p:cNvSpPr/>
            <p:nvPr/>
          </p:nvSpPr>
          <p:spPr>
            <a:xfrm>
              <a:off x="8355158" y="2208282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5739149" y="277338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0"/>
            <p:cNvSpPr/>
            <p:nvPr/>
          </p:nvSpPr>
          <p:spPr>
            <a:xfrm>
              <a:off x="6637773" y="186027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0"/>
            <p:cNvSpPr/>
            <p:nvPr/>
          </p:nvSpPr>
          <p:spPr>
            <a:xfrm>
              <a:off x="6622459" y="2287528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>
              <a:off x="6619783" y="2282746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0"/>
            <p:cNvSpPr/>
            <p:nvPr/>
          </p:nvSpPr>
          <p:spPr>
            <a:xfrm>
              <a:off x="6175621" y="2313943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0"/>
            <p:cNvSpPr/>
            <p:nvPr/>
          </p:nvSpPr>
          <p:spPr>
            <a:xfrm>
              <a:off x="6172490" y="2310755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0"/>
            <p:cNvSpPr/>
            <p:nvPr/>
          </p:nvSpPr>
          <p:spPr>
            <a:xfrm>
              <a:off x="6359445" y="2342407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0"/>
            <p:cNvSpPr/>
            <p:nvPr/>
          </p:nvSpPr>
          <p:spPr>
            <a:xfrm>
              <a:off x="6356257" y="2338764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0"/>
            <p:cNvSpPr/>
            <p:nvPr/>
          </p:nvSpPr>
          <p:spPr>
            <a:xfrm>
              <a:off x="6631966" y="2285421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0"/>
            <p:cNvSpPr/>
            <p:nvPr/>
          </p:nvSpPr>
          <p:spPr>
            <a:xfrm>
              <a:off x="6629290" y="2280127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0"/>
            <p:cNvSpPr/>
            <p:nvPr/>
          </p:nvSpPr>
          <p:spPr>
            <a:xfrm>
              <a:off x="7338003" y="2218302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0"/>
            <p:cNvSpPr/>
            <p:nvPr/>
          </p:nvSpPr>
          <p:spPr>
            <a:xfrm>
              <a:off x="7334359" y="2214658"/>
              <a:ext cx="88241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0"/>
            <p:cNvSpPr/>
            <p:nvPr/>
          </p:nvSpPr>
          <p:spPr>
            <a:xfrm>
              <a:off x="7468997" y="2075239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0"/>
            <p:cNvSpPr/>
            <p:nvPr/>
          </p:nvSpPr>
          <p:spPr>
            <a:xfrm>
              <a:off x="7465297" y="2072051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0"/>
            <p:cNvSpPr/>
            <p:nvPr/>
          </p:nvSpPr>
          <p:spPr>
            <a:xfrm>
              <a:off x="7587296" y="2272214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0"/>
            <p:cNvSpPr/>
            <p:nvPr/>
          </p:nvSpPr>
          <p:spPr>
            <a:xfrm>
              <a:off x="7583596" y="2269026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0"/>
            <p:cNvSpPr/>
            <p:nvPr/>
          </p:nvSpPr>
          <p:spPr>
            <a:xfrm>
              <a:off x="6112258" y="2077573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0"/>
            <p:cNvSpPr/>
            <p:nvPr/>
          </p:nvSpPr>
          <p:spPr>
            <a:xfrm>
              <a:off x="6086412" y="2051443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6083224" y="2047742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0"/>
            <p:cNvSpPr/>
            <p:nvPr/>
          </p:nvSpPr>
          <p:spPr>
            <a:xfrm>
              <a:off x="6314016" y="2051443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0"/>
            <p:cNvSpPr/>
            <p:nvPr/>
          </p:nvSpPr>
          <p:spPr>
            <a:xfrm>
              <a:off x="6310315" y="2047742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0"/>
            <p:cNvSpPr/>
            <p:nvPr/>
          </p:nvSpPr>
          <p:spPr>
            <a:xfrm>
              <a:off x="6194635" y="2159722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0"/>
            <p:cNvSpPr/>
            <p:nvPr/>
          </p:nvSpPr>
          <p:spPr>
            <a:xfrm>
              <a:off x="6191504" y="2156022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0"/>
            <p:cNvSpPr/>
            <p:nvPr/>
          </p:nvSpPr>
          <p:spPr>
            <a:xfrm>
              <a:off x="6449223" y="2065163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0"/>
            <p:cNvSpPr/>
            <p:nvPr/>
          </p:nvSpPr>
          <p:spPr>
            <a:xfrm>
              <a:off x="6446035" y="2062032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0"/>
            <p:cNvSpPr/>
            <p:nvPr/>
          </p:nvSpPr>
          <p:spPr>
            <a:xfrm>
              <a:off x="6930332" y="1988081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0"/>
            <p:cNvSpPr/>
            <p:nvPr/>
          </p:nvSpPr>
          <p:spPr>
            <a:xfrm>
              <a:off x="6927144" y="1984893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0"/>
            <p:cNvSpPr/>
            <p:nvPr/>
          </p:nvSpPr>
          <p:spPr>
            <a:xfrm>
              <a:off x="6987888" y="2066757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0"/>
            <p:cNvSpPr/>
            <p:nvPr/>
          </p:nvSpPr>
          <p:spPr>
            <a:xfrm>
              <a:off x="7051250" y="2066757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0"/>
            <p:cNvSpPr/>
            <p:nvPr/>
          </p:nvSpPr>
          <p:spPr>
            <a:xfrm>
              <a:off x="7114100" y="2066757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0"/>
            <p:cNvSpPr/>
            <p:nvPr/>
          </p:nvSpPr>
          <p:spPr>
            <a:xfrm>
              <a:off x="5743641" y="2204582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0"/>
            <p:cNvSpPr/>
            <p:nvPr/>
          </p:nvSpPr>
          <p:spPr>
            <a:xfrm>
              <a:off x="5740453" y="2201451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0"/>
            <p:cNvSpPr/>
            <p:nvPr/>
          </p:nvSpPr>
          <p:spPr>
            <a:xfrm>
              <a:off x="5914201" y="2279045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0"/>
            <p:cNvSpPr/>
            <p:nvPr/>
          </p:nvSpPr>
          <p:spPr>
            <a:xfrm>
              <a:off x="5854027" y="2279045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0"/>
            <p:cNvSpPr/>
            <p:nvPr/>
          </p:nvSpPr>
          <p:spPr>
            <a:xfrm>
              <a:off x="5794878" y="2279045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0"/>
            <p:cNvSpPr/>
            <p:nvPr/>
          </p:nvSpPr>
          <p:spPr>
            <a:xfrm>
              <a:off x="7974415" y="2277337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0"/>
            <p:cNvSpPr/>
            <p:nvPr/>
          </p:nvSpPr>
          <p:spPr>
            <a:xfrm>
              <a:off x="7970715" y="2274035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0"/>
            <p:cNvSpPr/>
            <p:nvPr/>
          </p:nvSpPr>
          <p:spPr>
            <a:xfrm>
              <a:off x="7946406" y="2402126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0"/>
            <p:cNvSpPr/>
            <p:nvPr/>
          </p:nvSpPr>
          <p:spPr>
            <a:xfrm>
              <a:off x="7942706" y="2398938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0"/>
            <p:cNvSpPr/>
            <p:nvPr/>
          </p:nvSpPr>
          <p:spPr>
            <a:xfrm>
              <a:off x="7741005" y="2150215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0"/>
            <p:cNvSpPr/>
            <p:nvPr/>
          </p:nvSpPr>
          <p:spPr>
            <a:xfrm>
              <a:off x="7737817" y="2147027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0"/>
            <p:cNvSpPr/>
            <p:nvPr/>
          </p:nvSpPr>
          <p:spPr>
            <a:xfrm>
              <a:off x="7784272" y="2170538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0"/>
            <p:cNvSpPr/>
            <p:nvPr/>
          </p:nvSpPr>
          <p:spPr>
            <a:xfrm>
              <a:off x="6906023" y="3777817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0"/>
            <p:cNvSpPr/>
            <p:nvPr/>
          </p:nvSpPr>
          <p:spPr>
            <a:xfrm>
              <a:off x="6902835" y="3774116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0"/>
            <p:cNvSpPr/>
            <p:nvPr/>
          </p:nvSpPr>
          <p:spPr>
            <a:xfrm>
              <a:off x="5894162" y="2528850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0"/>
            <p:cNvSpPr/>
            <p:nvPr/>
          </p:nvSpPr>
          <p:spPr>
            <a:xfrm>
              <a:off x="5890974" y="2525662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0"/>
            <p:cNvSpPr/>
            <p:nvPr/>
          </p:nvSpPr>
          <p:spPr>
            <a:xfrm>
              <a:off x="5995041" y="2636047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0"/>
            <p:cNvSpPr/>
            <p:nvPr/>
          </p:nvSpPr>
          <p:spPr>
            <a:xfrm>
              <a:off x="5991341" y="2632916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0"/>
            <p:cNvSpPr/>
            <p:nvPr/>
          </p:nvSpPr>
          <p:spPr>
            <a:xfrm>
              <a:off x="6933520" y="2560559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0"/>
            <p:cNvSpPr/>
            <p:nvPr/>
          </p:nvSpPr>
          <p:spPr>
            <a:xfrm>
              <a:off x="6930332" y="2556859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0"/>
            <p:cNvSpPr/>
            <p:nvPr/>
          </p:nvSpPr>
          <p:spPr>
            <a:xfrm>
              <a:off x="6645116" y="3892415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6641416" y="3889284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6645116" y="3892415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0"/>
            <p:cNvSpPr/>
            <p:nvPr/>
          </p:nvSpPr>
          <p:spPr>
            <a:xfrm>
              <a:off x="6641416" y="3889284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0"/>
            <p:cNvSpPr/>
            <p:nvPr/>
          </p:nvSpPr>
          <p:spPr>
            <a:xfrm>
              <a:off x="5893081" y="3731363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5889950" y="3727662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6906023" y="3777817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0"/>
            <p:cNvSpPr/>
            <p:nvPr/>
          </p:nvSpPr>
          <p:spPr>
            <a:xfrm>
              <a:off x="6431802" y="4215089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6428614" y="4211958"/>
              <a:ext cx="1044666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6691628" y="4215089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6687927" y="4211958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7160554" y="2782355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0"/>
            <p:cNvSpPr/>
            <p:nvPr/>
          </p:nvSpPr>
          <p:spPr>
            <a:xfrm>
              <a:off x="7157423" y="2779167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0"/>
            <p:cNvSpPr/>
            <p:nvPr/>
          </p:nvSpPr>
          <p:spPr>
            <a:xfrm>
              <a:off x="7228186" y="2854200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0"/>
            <p:cNvSpPr/>
            <p:nvPr/>
          </p:nvSpPr>
          <p:spPr>
            <a:xfrm>
              <a:off x="7592078" y="2824084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0"/>
            <p:cNvSpPr/>
            <p:nvPr/>
          </p:nvSpPr>
          <p:spPr>
            <a:xfrm>
              <a:off x="7624243" y="2824084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0"/>
            <p:cNvSpPr/>
            <p:nvPr/>
          </p:nvSpPr>
          <p:spPr>
            <a:xfrm>
              <a:off x="7653334" y="2824084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7471104" y="290384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7471104" y="294767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0"/>
            <p:cNvSpPr/>
            <p:nvPr/>
          </p:nvSpPr>
          <p:spPr>
            <a:xfrm>
              <a:off x="7471104" y="2991456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0"/>
            <p:cNvSpPr/>
            <p:nvPr/>
          </p:nvSpPr>
          <p:spPr>
            <a:xfrm>
              <a:off x="7453171" y="3091309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0"/>
            <p:cNvSpPr/>
            <p:nvPr/>
          </p:nvSpPr>
          <p:spPr>
            <a:xfrm>
              <a:off x="7231374" y="3221734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7231374" y="3178411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7231374" y="3134575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0"/>
            <p:cNvSpPr/>
            <p:nvPr/>
          </p:nvSpPr>
          <p:spPr>
            <a:xfrm>
              <a:off x="7417761" y="3341114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0"/>
            <p:cNvSpPr/>
            <p:nvPr/>
          </p:nvSpPr>
          <p:spPr>
            <a:xfrm>
              <a:off x="7245607" y="3341114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0"/>
            <p:cNvSpPr/>
            <p:nvPr/>
          </p:nvSpPr>
          <p:spPr>
            <a:xfrm>
              <a:off x="7245607" y="3390756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0"/>
            <p:cNvSpPr/>
            <p:nvPr/>
          </p:nvSpPr>
          <p:spPr>
            <a:xfrm>
              <a:off x="7337490" y="2894335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0"/>
            <p:cNvSpPr/>
            <p:nvPr/>
          </p:nvSpPr>
          <p:spPr>
            <a:xfrm>
              <a:off x="7333790" y="2890065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0"/>
            <p:cNvSpPr/>
            <p:nvPr/>
          </p:nvSpPr>
          <p:spPr>
            <a:xfrm>
              <a:off x="7250389" y="2883404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0"/>
            <p:cNvSpPr/>
            <p:nvPr/>
          </p:nvSpPr>
          <p:spPr>
            <a:xfrm>
              <a:off x="7249819" y="2879875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0"/>
            <p:cNvSpPr/>
            <p:nvPr/>
          </p:nvSpPr>
          <p:spPr>
            <a:xfrm>
              <a:off x="7464272" y="3113853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0"/>
            <p:cNvSpPr/>
            <p:nvPr/>
          </p:nvSpPr>
          <p:spPr>
            <a:xfrm>
              <a:off x="7461084" y="3111177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7495925" y="3135657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0"/>
            <p:cNvSpPr/>
            <p:nvPr/>
          </p:nvSpPr>
          <p:spPr>
            <a:xfrm>
              <a:off x="7492224" y="3132469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0"/>
            <p:cNvSpPr/>
            <p:nvPr/>
          </p:nvSpPr>
          <p:spPr>
            <a:xfrm>
              <a:off x="7504920" y="3149434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0"/>
            <p:cNvSpPr/>
            <p:nvPr/>
          </p:nvSpPr>
          <p:spPr>
            <a:xfrm>
              <a:off x="7501219" y="3146246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0"/>
            <p:cNvSpPr/>
            <p:nvPr/>
          </p:nvSpPr>
          <p:spPr>
            <a:xfrm>
              <a:off x="7526553" y="3166797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0"/>
            <p:cNvSpPr/>
            <p:nvPr/>
          </p:nvSpPr>
          <p:spPr>
            <a:xfrm>
              <a:off x="7523422" y="3163097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0"/>
            <p:cNvSpPr/>
            <p:nvPr/>
          </p:nvSpPr>
          <p:spPr>
            <a:xfrm>
              <a:off x="7495412" y="3128939"/>
              <a:ext cx="49188" cy="55905"/>
            </a:xfrm>
            <a:custGeom>
              <a:avLst/>
              <a:gdLst/>
              <a:ahLst/>
              <a:cxnLst/>
              <a:rect l="l" t="t" r="r" b="b"/>
              <a:pathLst>
                <a:path w="864" h="982" extrusionOk="0">
                  <a:moveTo>
                    <a:pt x="38" y="0"/>
                  </a:moveTo>
                  <a:cubicBezTo>
                    <a:pt x="31" y="0"/>
                    <a:pt x="24" y="3"/>
                    <a:pt x="19" y="7"/>
                  </a:cubicBezTo>
                  <a:cubicBezTo>
                    <a:pt x="0" y="16"/>
                    <a:pt x="0" y="35"/>
                    <a:pt x="10" y="54"/>
                  </a:cubicBezTo>
                  <a:lnTo>
                    <a:pt x="807" y="972"/>
                  </a:lnTo>
                  <a:cubicBezTo>
                    <a:pt x="817" y="981"/>
                    <a:pt x="826" y="981"/>
                    <a:pt x="835" y="981"/>
                  </a:cubicBezTo>
                  <a:lnTo>
                    <a:pt x="854" y="981"/>
                  </a:lnTo>
                  <a:cubicBezTo>
                    <a:pt x="863" y="972"/>
                    <a:pt x="863" y="953"/>
                    <a:pt x="854" y="935"/>
                  </a:cubicBezTo>
                  <a:lnTo>
                    <a:pt x="56" y="7"/>
                  </a:lnTo>
                  <a:cubicBezTo>
                    <a:pt x="51" y="3"/>
                    <a:pt x="44" y="0"/>
                    <a:pt x="38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0"/>
            <p:cNvSpPr/>
            <p:nvPr/>
          </p:nvSpPr>
          <p:spPr>
            <a:xfrm>
              <a:off x="7493818" y="3127231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0"/>
            <p:cNvSpPr/>
            <p:nvPr/>
          </p:nvSpPr>
          <p:spPr>
            <a:xfrm>
              <a:off x="7482205" y="3116130"/>
              <a:ext cx="19072" cy="18502"/>
            </a:xfrm>
            <a:custGeom>
              <a:avLst/>
              <a:gdLst/>
              <a:ahLst/>
              <a:cxnLst/>
              <a:rect l="l" t="t" r="r" b="b"/>
              <a:pathLst>
                <a:path w="335" h="325" extrusionOk="0">
                  <a:moveTo>
                    <a:pt x="242" y="0"/>
                  </a:moveTo>
                  <a:cubicBezTo>
                    <a:pt x="223" y="10"/>
                    <a:pt x="214" y="19"/>
                    <a:pt x="214" y="37"/>
                  </a:cubicBezTo>
                  <a:lnTo>
                    <a:pt x="251" y="223"/>
                  </a:lnTo>
                  <a:cubicBezTo>
                    <a:pt x="251" y="223"/>
                    <a:pt x="251" y="232"/>
                    <a:pt x="242" y="232"/>
                  </a:cubicBezTo>
                  <a:lnTo>
                    <a:pt x="47" y="158"/>
                  </a:lnTo>
                  <a:cubicBezTo>
                    <a:pt x="28" y="158"/>
                    <a:pt x="19" y="158"/>
                    <a:pt x="10" y="177"/>
                  </a:cubicBezTo>
                  <a:cubicBezTo>
                    <a:pt x="0" y="195"/>
                    <a:pt x="10" y="214"/>
                    <a:pt x="28" y="214"/>
                  </a:cubicBezTo>
                  <a:lnTo>
                    <a:pt x="325" y="325"/>
                  </a:lnTo>
                  <a:cubicBezTo>
                    <a:pt x="325" y="325"/>
                    <a:pt x="334" y="316"/>
                    <a:pt x="334" y="316"/>
                  </a:cubicBezTo>
                  <a:lnTo>
                    <a:pt x="279" y="28"/>
                  </a:lnTo>
                  <a:cubicBezTo>
                    <a:pt x="270" y="10"/>
                    <a:pt x="260" y="0"/>
                    <a:pt x="24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0"/>
            <p:cNvSpPr/>
            <p:nvPr/>
          </p:nvSpPr>
          <p:spPr>
            <a:xfrm>
              <a:off x="7481123" y="3114536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0"/>
            <p:cNvSpPr/>
            <p:nvPr/>
          </p:nvSpPr>
          <p:spPr>
            <a:xfrm>
              <a:off x="7487499" y="3121937"/>
              <a:ext cx="18502" cy="18218"/>
            </a:xfrm>
            <a:custGeom>
              <a:avLst/>
              <a:gdLst/>
              <a:ahLst/>
              <a:cxnLst/>
              <a:rect l="l" t="t" r="r" b="b"/>
              <a:pathLst>
                <a:path w="325" h="320" extrusionOk="0">
                  <a:moveTo>
                    <a:pt x="232" y="0"/>
                  </a:moveTo>
                  <a:cubicBezTo>
                    <a:pt x="214" y="0"/>
                    <a:pt x="204" y="19"/>
                    <a:pt x="214" y="37"/>
                  </a:cubicBezTo>
                  <a:lnTo>
                    <a:pt x="251" y="214"/>
                  </a:lnTo>
                  <a:cubicBezTo>
                    <a:pt x="251" y="220"/>
                    <a:pt x="246" y="227"/>
                    <a:pt x="240" y="227"/>
                  </a:cubicBezTo>
                  <a:cubicBezTo>
                    <a:pt x="238" y="227"/>
                    <a:pt x="235" y="226"/>
                    <a:pt x="232" y="223"/>
                  </a:cubicBezTo>
                  <a:lnTo>
                    <a:pt x="37" y="158"/>
                  </a:lnTo>
                  <a:cubicBezTo>
                    <a:pt x="35" y="156"/>
                    <a:pt x="32" y="154"/>
                    <a:pt x="28" y="154"/>
                  </a:cubicBezTo>
                  <a:cubicBezTo>
                    <a:pt x="19" y="154"/>
                    <a:pt x="7" y="163"/>
                    <a:pt x="0" y="177"/>
                  </a:cubicBezTo>
                  <a:cubicBezTo>
                    <a:pt x="0" y="186"/>
                    <a:pt x="10" y="204"/>
                    <a:pt x="19" y="214"/>
                  </a:cubicBezTo>
                  <a:lnTo>
                    <a:pt x="316" y="316"/>
                  </a:lnTo>
                  <a:cubicBezTo>
                    <a:pt x="318" y="318"/>
                    <a:pt x="320" y="320"/>
                    <a:pt x="322" y="320"/>
                  </a:cubicBezTo>
                  <a:cubicBezTo>
                    <a:pt x="325" y="320"/>
                    <a:pt x="325" y="313"/>
                    <a:pt x="325" y="306"/>
                  </a:cubicBezTo>
                  <a:lnTo>
                    <a:pt x="269" y="28"/>
                  </a:lnTo>
                  <a:cubicBezTo>
                    <a:pt x="269" y="10"/>
                    <a:pt x="251" y="0"/>
                    <a:pt x="23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0"/>
            <p:cNvSpPr/>
            <p:nvPr/>
          </p:nvSpPr>
          <p:spPr>
            <a:xfrm>
              <a:off x="7485905" y="3120115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0"/>
            <p:cNvSpPr/>
            <p:nvPr/>
          </p:nvSpPr>
          <p:spPr>
            <a:xfrm>
              <a:off x="6932439" y="3332119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0"/>
            <p:cNvSpPr/>
            <p:nvPr/>
          </p:nvSpPr>
          <p:spPr>
            <a:xfrm>
              <a:off x="6929251" y="3328419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0"/>
            <p:cNvSpPr/>
            <p:nvPr/>
          </p:nvSpPr>
          <p:spPr>
            <a:xfrm>
              <a:off x="6626671" y="3327906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0"/>
            <p:cNvSpPr/>
            <p:nvPr/>
          </p:nvSpPr>
          <p:spPr>
            <a:xfrm>
              <a:off x="6623483" y="3324718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0"/>
            <p:cNvSpPr/>
            <p:nvPr/>
          </p:nvSpPr>
          <p:spPr>
            <a:xfrm>
              <a:off x="6695328" y="3411877"/>
              <a:ext cx="136290" cy="100937"/>
            </a:xfrm>
            <a:custGeom>
              <a:avLst/>
              <a:gdLst/>
              <a:ahLst/>
              <a:cxnLst/>
              <a:rect l="l" t="t" r="r" b="b"/>
              <a:pathLst>
                <a:path w="2394" h="1773" extrusionOk="0">
                  <a:moveTo>
                    <a:pt x="241" y="0"/>
                  </a:moveTo>
                  <a:cubicBezTo>
                    <a:pt x="112" y="0"/>
                    <a:pt x="0" y="112"/>
                    <a:pt x="0" y="241"/>
                  </a:cubicBezTo>
                  <a:lnTo>
                    <a:pt x="0" y="1540"/>
                  </a:lnTo>
                  <a:cubicBezTo>
                    <a:pt x="0" y="1670"/>
                    <a:pt x="112" y="1772"/>
                    <a:pt x="241" y="1772"/>
                  </a:cubicBezTo>
                  <a:lnTo>
                    <a:pt x="2152" y="1772"/>
                  </a:lnTo>
                  <a:cubicBezTo>
                    <a:pt x="2292" y="1772"/>
                    <a:pt x="2394" y="1670"/>
                    <a:pt x="2394" y="1540"/>
                  </a:cubicBezTo>
                  <a:lnTo>
                    <a:pt x="2394" y="241"/>
                  </a:lnTo>
                  <a:cubicBezTo>
                    <a:pt x="2394" y="112"/>
                    <a:pt x="2292" y="0"/>
                    <a:pt x="21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0"/>
            <p:cNvSpPr/>
            <p:nvPr/>
          </p:nvSpPr>
          <p:spPr>
            <a:xfrm>
              <a:off x="6692140" y="3408689"/>
              <a:ext cx="142667" cy="107768"/>
            </a:xfrm>
            <a:custGeom>
              <a:avLst/>
              <a:gdLst/>
              <a:ahLst/>
              <a:cxnLst/>
              <a:rect l="l" t="t" r="r" b="b"/>
              <a:pathLst>
                <a:path w="2506" h="1893" extrusionOk="0">
                  <a:moveTo>
                    <a:pt x="2208" y="112"/>
                  </a:moveTo>
                  <a:cubicBezTo>
                    <a:pt x="2310" y="112"/>
                    <a:pt x="2394" y="195"/>
                    <a:pt x="2394" y="297"/>
                  </a:cubicBezTo>
                  <a:lnTo>
                    <a:pt x="2394" y="1596"/>
                  </a:lnTo>
                  <a:cubicBezTo>
                    <a:pt x="2394" y="1689"/>
                    <a:pt x="2310" y="1772"/>
                    <a:pt x="2208" y="1772"/>
                  </a:cubicBezTo>
                  <a:lnTo>
                    <a:pt x="297" y="1772"/>
                  </a:lnTo>
                  <a:cubicBezTo>
                    <a:pt x="195" y="1772"/>
                    <a:pt x="121" y="1689"/>
                    <a:pt x="121" y="1596"/>
                  </a:cubicBezTo>
                  <a:lnTo>
                    <a:pt x="121" y="297"/>
                  </a:lnTo>
                  <a:cubicBezTo>
                    <a:pt x="121" y="195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1" y="130"/>
                    <a:pt x="1" y="297"/>
                  </a:cubicBezTo>
                  <a:lnTo>
                    <a:pt x="1" y="1596"/>
                  </a:lnTo>
                  <a:cubicBezTo>
                    <a:pt x="1" y="1754"/>
                    <a:pt x="130" y="1893"/>
                    <a:pt x="297" y="1893"/>
                  </a:cubicBezTo>
                  <a:lnTo>
                    <a:pt x="2208" y="1893"/>
                  </a:lnTo>
                  <a:cubicBezTo>
                    <a:pt x="2375" y="1893"/>
                    <a:pt x="2505" y="1754"/>
                    <a:pt x="2505" y="1596"/>
                  </a:cubicBezTo>
                  <a:lnTo>
                    <a:pt x="2505" y="297"/>
                  </a:lnTo>
                  <a:cubicBezTo>
                    <a:pt x="2505" y="130"/>
                    <a:pt x="2375" y="1"/>
                    <a:pt x="2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0"/>
            <p:cNvSpPr/>
            <p:nvPr/>
          </p:nvSpPr>
          <p:spPr>
            <a:xfrm>
              <a:off x="6695328" y="3425597"/>
              <a:ext cx="136290" cy="37232"/>
            </a:xfrm>
            <a:custGeom>
              <a:avLst/>
              <a:gdLst/>
              <a:ahLst/>
              <a:cxnLst/>
              <a:rect l="l" t="t" r="r" b="b"/>
              <a:pathLst>
                <a:path w="2394" h="654" extrusionOk="0">
                  <a:moveTo>
                    <a:pt x="0" y="0"/>
                  </a:moveTo>
                  <a:lnTo>
                    <a:pt x="965" y="585"/>
                  </a:lnTo>
                  <a:cubicBezTo>
                    <a:pt x="1046" y="630"/>
                    <a:pt x="1137" y="653"/>
                    <a:pt x="1226" y="653"/>
                  </a:cubicBezTo>
                  <a:cubicBezTo>
                    <a:pt x="1320" y="653"/>
                    <a:pt x="1413" y="628"/>
                    <a:pt x="1494" y="576"/>
                  </a:cubicBezTo>
                  <a:lnTo>
                    <a:pt x="2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0"/>
            <p:cNvSpPr/>
            <p:nvPr/>
          </p:nvSpPr>
          <p:spPr>
            <a:xfrm>
              <a:off x="6693734" y="3422409"/>
              <a:ext cx="139479" cy="43381"/>
            </a:xfrm>
            <a:custGeom>
              <a:avLst/>
              <a:gdLst/>
              <a:ahLst/>
              <a:cxnLst/>
              <a:rect l="l" t="t" r="r" b="b"/>
              <a:pathLst>
                <a:path w="2450" h="762" extrusionOk="0">
                  <a:moveTo>
                    <a:pt x="56" y="1"/>
                  </a:moveTo>
                  <a:lnTo>
                    <a:pt x="0" y="103"/>
                  </a:lnTo>
                  <a:lnTo>
                    <a:pt x="965" y="687"/>
                  </a:lnTo>
                  <a:cubicBezTo>
                    <a:pt x="1058" y="743"/>
                    <a:pt x="1151" y="761"/>
                    <a:pt x="1253" y="761"/>
                  </a:cubicBezTo>
                  <a:cubicBezTo>
                    <a:pt x="1355" y="761"/>
                    <a:pt x="1457" y="734"/>
                    <a:pt x="1550" y="678"/>
                  </a:cubicBezTo>
                  <a:lnTo>
                    <a:pt x="2449" y="103"/>
                  </a:lnTo>
                  <a:lnTo>
                    <a:pt x="2394" y="1"/>
                  </a:lnTo>
                  <a:lnTo>
                    <a:pt x="1485" y="576"/>
                  </a:lnTo>
                  <a:cubicBezTo>
                    <a:pt x="1413" y="623"/>
                    <a:pt x="1332" y="647"/>
                    <a:pt x="1251" y="647"/>
                  </a:cubicBezTo>
                  <a:cubicBezTo>
                    <a:pt x="1174" y="647"/>
                    <a:pt x="1098" y="626"/>
                    <a:pt x="1030" y="585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0"/>
            <p:cNvSpPr/>
            <p:nvPr/>
          </p:nvSpPr>
          <p:spPr>
            <a:xfrm>
              <a:off x="6732275" y="3079126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1"/>
                  </a:moveTo>
                  <a:cubicBezTo>
                    <a:pt x="75" y="1"/>
                    <a:pt x="1" y="84"/>
                    <a:pt x="1" y="186"/>
                  </a:cubicBezTo>
                  <a:lnTo>
                    <a:pt x="1" y="3368"/>
                  </a:lnTo>
                  <a:cubicBezTo>
                    <a:pt x="1" y="3461"/>
                    <a:pt x="75" y="3545"/>
                    <a:pt x="177" y="3545"/>
                  </a:cubicBezTo>
                  <a:lnTo>
                    <a:pt x="6383" y="3545"/>
                  </a:lnTo>
                  <a:cubicBezTo>
                    <a:pt x="6485" y="3545"/>
                    <a:pt x="6568" y="3461"/>
                    <a:pt x="6568" y="3368"/>
                  </a:cubicBezTo>
                  <a:lnTo>
                    <a:pt x="6568" y="186"/>
                  </a:lnTo>
                  <a:cubicBezTo>
                    <a:pt x="6568" y="84"/>
                    <a:pt x="6485" y="1"/>
                    <a:pt x="6383" y="1"/>
                  </a:cubicBezTo>
                  <a:close/>
                </a:path>
              </a:pathLst>
            </a:custGeom>
            <a:solidFill>
              <a:srgbClr val="9487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0"/>
            <p:cNvSpPr/>
            <p:nvPr/>
          </p:nvSpPr>
          <p:spPr>
            <a:xfrm>
              <a:off x="6732275" y="3083908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0"/>
            <p:cNvSpPr/>
            <p:nvPr/>
          </p:nvSpPr>
          <p:spPr>
            <a:xfrm>
              <a:off x="6728575" y="3080720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0"/>
            <p:cNvSpPr/>
            <p:nvPr/>
          </p:nvSpPr>
          <p:spPr>
            <a:xfrm>
              <a:off x="6793531" y="3145164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0"/>
            <p:cNvSpPr/>
            <p:nvPr/>
          </p:nvSpPr>
          <p:spPr>
            <a:xfrm>
              <a:off x="6942971" y="3145164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0"/>
            <p:cNvSpPr/>
            <p:nvPr/>
          </p:nvSpPr>
          <p:spPr>
            <a:xfrm>
              <a:off x="6793531" y="3208526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0"/>
            <p:cNvSpPr/>
            <p:nvPr/>
          </p:nvSpPr>
          <p:spPr>
            <a:xfrm>
              <a:off x="6893328" y="3175280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6793531" y="3175280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6931926" y="3208526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0"/>
            <p:cNvSpPr/>
            <p:nvPr/>
          </p:nvSpPr>
          <p:spPr>
            <a:xfrm>
              <a:off x="6732275" y="2787650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6728575" y="2783949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6997395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7035424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7073452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6833154" y="2829891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6829966" y="2826703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0"/>
            <p:cNvSpPr/>
            <p:nvPr/>
          </p:nvSpPr>
          <p:spPr>
            <a:xfrm>
              <a:off x="6851656" y="2848393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0"/>
            <p:cNvSpPr/>
            <p:nvPr/>
          </p:nvSpPr>
          <p:spPr>
            <a:xfrm>
              <a:off x="6848468" y="284520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6915018" y="2877939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0"/>
            <p:cNvSpPr/>
            <p:nvPr/>
          </p:nvSpPr>
          <p:spPr>
            <a:xfrm>
              <a:off x="6909724" y="2906973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0"/>
            <p:cNvSpPr/>
            <p:nvPr/>
          </p:nvSpPr>
          <p:spPr>
            <a:xfrm>
              <a:off x="6906536" y="2903842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6131273" y="2776548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6127572" y="2773360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6317204" y="2829094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6322441" y="2825678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0"/>
            <p:cNvSpPr/>
            <p:nvPr/>
          </p:nvSpPr>
          <p:spPr>
            <a:xfrm>
              <a:off x="6370547" y="2912780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0"/>
            <p:cNvSpPr/>
            <p:nvPr/>
          </p:nvSpPr>
          <p:spPr>
            <a:xfrm>
              <a:off x="6366846" y="2909649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0"/>
            <p:cNvSpPr/>
            <p:nvPr/>
          </p:nvSpPr>
          <p:spPr>
            <a:xfrm>
              <a:off x="6386885" y="2864731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0"/>
            <p:cNvSpPr/>
            <p:nvPr/>
          </p:nvSpPr>
          <p:spPr>
            <a:xfrm>
              <a:off x="6383697" y="2861031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0"/>
            <p:cNvSpPr/>
            <p:nvPr/>
          </p:nvSpPr>
          <p:spPr>
            <a:xfrm>
              <a:off x="6246953" y="3037967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0"/>
            <p:cNvSpPr/>
            <p:nvPr/>
          </p:nvSpPr>
          <p:spPr>
            <a:xfrm>
              <a:off x="6243765" y="3034779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0"/>
            <p:cNvSpPr/>
            <p:nvPr/>
          </p:nvSpPr>
          <p:spPr>
            <a:xfrm>
              <a:off x="6246953" y="3133038"/>
              <a:ext cx="324843" cy="58638"/>
            </a:xfrm>
            <a:custGeom>
              <a:avLst/>
              <a:gdLst/>
              <a:ahLst/>
              <a:cxnLst/>
              <a:rect l="l" t="t" r="r" b="b"/>
              <a:pathLst>
                <a:path w="5706" h="1030" extrusionOk="0">
                  <a:moveTo>
                    <a:pt x="511" y="0"/>
                  </a:moveTo>
                  <a:cubicBezTo>
                    <a:pt x="232" y="0"/>
                    <a:pt x="0" y="232"/>
                    <a:pt x="0" y="520"/>
                  </a:cubicBezTo>
                  <a:cubicBezTo>
                    <a:pt x="0" y="807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807"/>
                    <a:pt x="5705" y="520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0"/>
            <p:cNvSpPr/>
            <p:nvPr/>
          </p:nvSpPr>
          <p:spPr>
            <a:xfrm>
              <a:off x="6243765" y="3129850"/>
              <a:ext cx="331731" cy="65526"/>
            </a:xfrm>
            <a:custGeom>
              <a:avLst/>
              <a:gdLst/>
              <a:ahLst/>
              <a:cxnLst/>
              <a:rect l="l" t="t" r="r" b="b"/>
              <a:pathLst>
                <a:path w="5827" h="1151" extrusionOk="0">
                  <a:moveTo>
                    <a:pt x="5251" y="121"/>
                  </a:moveTo>
                  <a:cubicBezTo>
                    <a:pt x="5502" y="121"/>
                    <a:pt x="5706" y="325"/>
                    <a:pt x="5706" y="576"/>
                  </a:cubicBezTo>
                  <a:cubicBezTo>
                    <a:pt x="5706" y="826"/>
                    <a:pt x="5502" y="1030"/>
                    <a:pt x="5251" y="1030"/>
                  </a:cubicBezTo>
                  <a:lnTo>
                    <a:pt x="567" y="1030"/>
                  </a:lnTo>
                  <a:cubicBezTo>
                    <a:pt x="316" y="1030"/>
                    <a:pt x="112" y="826"/>
                    <a:pt x="112" y="576"/>
                  </a:cubicBezTo>
                  <a:cubicBezTo>
                    <a:pt x="112" y="325"/>
                    <a:pt x="316" y="121"/>
                    <a:pt x="567" y="121"/>
                  </a:cubicBezTo>
                  <a:close/>
                  <a:moveTo>
                    <a:pt x="567" y="0"/>
                  </a:moveTo>
                  <a:cubicBezTo>
                    <a:pt x="251" y="0"/>
                    <a:pt x="1" y="260"/>
                    <a:pt x="1" y="576"/>
                  </a:cubicBezTo>
                  <a:cubicBezTo>
                    <a:pt x="1" y="891"/>
                    <a:pt x="251" y="1151"/>
                    <a:pt x="567" y="1151"/>
                  </a:cubicBezTo>
                  <a:lnTo>
                    <a:pt x="5251" y="1151"/>
                  </a:lnTo>
                  <a:cubicBezTo>
                    <a:pt x="5567" y="1151"/>
                    <a:pt x="5826" y="891"/>
                    <a:pt x="5826" y="576"/>
                  </a:cubicBezTo>
                  <a:cubicBezTo>
                    <a:pt x="5826" y="260"/>
                    <a:pt x="5567" y="0"/>
                    <a:pt x="5251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0"/>
            <p:cNvSpPr/>
            <p:nvPr/>
          </p:nvSpPr>
          <p:spPr>
            <a:xfrm>
              <a:off x="6362576" y="3211714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0"/>
            <p:cNvSpPr/>
            <p:nvPr/>
          </p:nvSpPr>
          <p:spPr>
            <a:xfrm>
              <a:off x="6608682" y="2809681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6608682" y="2809681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6131273" y="3328419"/>
              <a:ext cx="460564" cy="268880"/>
            </a:xfrm>
            <a:custGeom>
              <a:avLst/>
              <a:gdLst/>
              <a:ahLst/>
              <a:cxnLst/>
              <a:rect l="l" t="t" r="r" b="b"/>
              <a:pathLst>
                <a:path w="8090" h="4723" extrusionOk="0">
                  <a:moveTo>
                    <a:pt x="474" y="0"/>
                  </a:moveTo>
                  <a:cubicBezTo>
                    <a:pt x="214" y="0"/>
                    <a:pt x="1" y="214"/>
                    <a:pt x="1" y="474"/>
                  </a:cubicBezTo>
                  <a:lnTo>
                    <a:pt x="1" y="4249"/>
                  </a:lnTo>
                  <a:cubicBezTo>
                    <a:pt x="1" y="4509"/>
                    <a:pt x="214" y="4722"/>
                    <a:pt x="474" y="4722"/>
                  </a:cubicBezTo>
                  <a:lnTo>
                    <a:pt x="7617" y="4722"/>
                  </a:lnTo>
                  <a:cubicBezTo>
                    <a:pt x="7877" y="4722"/>
                    <a:pt x="8090" y="4509"/>
                    <a:pt x="8090" y="4249"/>
                  </a:cubicBezTo>
                  <a:lnTo>
                    <a:pt x="8090" y="474"/>
                  </a:lnTo>
                  <a:cubicBezTo>
                    <a:pt x="8090" y="214"/>
                    <a:pt x="7877" y="0"/>
                    <a:pt x="7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6466643" y="3355346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6463455" y="3352158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0"/>
            <p:cNvSpPr/>
            <p:nvPr/>
          </p:nvSpPr>
          <p:spPr>
            <a:xfrm>
              <a:off x="6365252" y="3443017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6362064" y="3439829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0"/>
            <p:cNvSpPr/>
            <p:nvPr/>
          </p:nvSpPr>
          <p:spPr>
            <a:xfrm>
              <a:off x="6461861" y="3355346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0"/>
            <p:cNvSpPr/>
            <p:nvPr/>
          </p:nvSpPr>
          <p:spPr>
            <a:xfrm>
              <a:off x="6458161" y="3352158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0"/>
            <p:cNvSpPr/>
            <p:nvPr/>
          </p:nvSpPr>
          <p:spPr>
            <a:xfrm>
              <a:off x="6359958" y="3443017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0"/>
            <p:cNvSpPr/>
            <p:nvPr/>
          </p:nvSpPr>
          <p:spPr>
            <a:xfrm>
              <a:off x="6356770" y="3439829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0"/>
            <p:cNvSpPr/>
            <p:nvPr/>
          </p:nvSpPr>
          <p:spPr>
            <a:xfrm>
              <a:off x="6263292" y="3494765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0"/>
            <p:cNvSpPr/>
            <p:nvPr/>
          </p:nvSpPr>
          <p:spPr>
            <a:xfrm>
              <a:off x="6260161" y="3491577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0"/>
            <p:cNvSpPr/>
            <p:nvPr/>
          </p:nvSpPr>
          <p:spPr>
            <a:xfrm>
              <a:off x="6258054" y="3494765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0"/>
            <p:cNvSpPr/>
            <p:nvPr/>
          </p:nvSpPr>
          <p:spPr>
            <a:xfrm>
              <a:off x="6254866" y="3491577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6166113" y="3528069"/>
              <a:ext cx="71903" cy="29091"/>
            </a:xfrm>
            <a:custGeom>
              <a:avLst/>
              <a:gdLst/>
              <a:ahLst/>
              <a:cxnLst/>
              <a:rect l="l" t="t" r="r" b="b"/>
              <a:pathLst>
                <a:path w="1263" h="511" extrusionOk="0">
                  <a:moveTo>
                    <a:pt x="1" y="0"/>
                  </a:moveTo>
                  <a:lnTo>
                    <a:pt x="1" y="510"/>
                  </a:lnTo>
                  <a:lnTo>
                    <a:pt x="1263" y="510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6162470" y="3524369"/>
              <a:ext cx="78734" cy="35923"/>
            </a:xfrm>
            <a:custGeom>
              <a:avLst/>
              <a:gdLst/>
              <a:ahLst/>
              <a:cxnLst/>
              <a:rect l="l" t="t" r="r" b="b"/>
              <a:pathLst>
                <a:path w="1383" h="631" extrusionOk="0">
                  <a:moveTo>
                    <a:pt x="1262" y="121"/>
                  </a:moveTo>
                  <a:lnTo>
                    <a:pt x="1262" y="520"/>
                  </a:lnTo>
                  <a:lnTo>
                    <a:pt x="121" y="520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75"/>
                  </a:lnTo>
                  <a:cubicBezTo>
                    <a:pt x="0" y="612"/>
                    <a:pt x="28" y="631"/>
                    <a:pt x="65" y="631"/>
                  </a:cubicBezTo>
                  <a:lnTo>
                    <a:pt x="1327" y="631"/>
                  </a:lnTo>
                  <a:cubicBezTo>
                    <a:pt x="1354" y="631"/>
                    <a:pt x="1382" y="612"/>
                    <a:pt x="1382" y="575"/>
                  </a:cubicBezTo>
                  <a:lnTo>
                    <a:pt x="1382" y="65"/>
                  </a:lnTo>
                  <a:cubicBezTo>
                    <a:pt x="1382" y="28"/>
                    <a:pt x="1354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6160876" y="3528069"/>
              <a:ext cx="71846" cy="26985"/>
            </a:xfrm>
            <a:custGeom>
              <a:avLst/>
              <a:gdLst/>
              <a:ahLst/>
              <a:cxnLst/>
              <a:rect l="l" t="t" r="r" b="b"/>
              <a:pathLst>
                <a:path w="1262" h="474" extrusionOk="0">
                  <a:moveTo>
                    <a:pt x="0" y="0"/>
                  </a:moveTo>
                  <a:lnTo>
                    <a:pt x="0" y="473"/>
                  </a:lnTo>
                  <a:lnTo>
                    <a:pt x="1262" y="473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6157176" y="3524369"/>
              <a:ext cx="78734" cy="34386"/>
            </a:xfrm>
            <a:custGeom>
              <a:avLst/>
              <a:gdLst/>
              <a:ahLst/>
              <a:cxnLst/>
              <a:rect l="l" t="t" r="r" b="b"/>
              <a:pathLst>
                <a:path w="1383" h="604" extrusionOk="0">
                  <a:moveTo>
                    <a:pt x="1262" y="121"/>
                  </a:moveTo>
                  <a:lnTo>
                    <a:pt x="1262" y="482"/>
                  </a:lnTo>
                  <a:lnTo>
                    <a:pt x="121" y="482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38"/>
                  </a:lnTo>
                  <a:cubicBezTo>
                    <a:pt x="0" y="575"/>
                    <a:pt x="28" y="603"/>
                    <a:pt x="65" y="603"/>
                  </a:cubicBezTo>
                  <a:lnTo>
                    <a:pt x="1327" y="603"/>
                  </a:lnTo>
                  <a:cubicBezTo>
                    <a:pt x="1355" y="603"/>
                    <a:pt x="1382" y="575"/>
                    <a:pt x="1382" y="538"/>
                  </a:cubicBezTo>
                  <a:lnTo>
                    <a:pt x="1382" y="65"/>
                  </a:lnTo>
                  <a:cubicBezTo>
                    <a:pt x="1382" y="28"/>
                    <a:pt x="1355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6176190" y="3382729"/>
              <a:ext cx="163731" cy="111184"/>
            </a:xfrm>
            <a:custGeom>
              <a:avLst/>
              <a:gdLst/>
              <a:ahLst/>
              <a:cxnLst/>
              <a:rect l="l" t="t" r="r" b="b"/>
              <a:pathLst>
                <a:path w="2876" h="1953" extrusionOk="0">
                  <a:moveTo>
                    <a:pt x="2653" y="1"/>
                  </a:moveTo>
                  <a:cubicBezTo>
                    <a:pt x="2594" y="1"/>
                    <a:pt x="2535" y="30"/>
                    <a:pt x="2496" y="85"/>
                  </a:cubicBezTo>
                  <a:lnTo>
                    <a:pt x="2486" y="85"/>
                  </a:lnTo>
                  <a:cubicBezTo>
                    <a:pt x="2338" y="290"/>
                    <a:pt x="2180" y="494"/>
                    <a:pt x="1995" y="661"/>
                  </a:cubicBezTo>
                  <a:cubicBezTo>
                    <a:pt x="1818" y="837"/>
                    <a:pt x="1624" y="1004"/>
                    <a:pt x="1410" y="1152"/>
                  </a:cubicBezTo>
                  <a:cubicBezTo>
                    <a:pt x="1197" y="1301"/>
                    <a:pt x="974" y="1440"/>
                    <a:pt x="742" y="1560"/>
                  </a:cubicBezTo>
                  <a:cubicBezTo>
                    <a:pt x="510" y="1681"/>
                    <a:pt x="279" y="1783"/>
                    <a:pt x="28" y="1876"/>
                  </a:cubicBezTo>
                  <a:cubicBezTo>
                    <a:pt x="10" y="1885"/>
                    <a:pt x="0" y="1904"/>
                    <a:pt x="0" y="1922"/>
                  </a:cubicBezTo>
                  <a:cubicBezTo>
                    <a:pt x="8" y="1937"/>
                    <a:pt x="22" y="1953"/>
                    <a:pt x="36" y="1953"/>
                  </a:cubicBezTo>
                  <a:cubicBezTo>
                    <a:pt x="40" y="1953"/>
                    <a:pt x="43" y="1952"/>
                    <a:pt x="47" y="1950"/>
                  </a:cubicBezTo>
                  <a:cubicBezTo>
                    <a:pt x="316" y="1885"/>
                    <a:pt x="566" y="1802"/>
                    <a:pt x="807" y="1700"/>
                  </a:cubicBezTo>
                  <a:cubicBezTo>
                    <a:pt x="1058" y="1598"/>
                    <a:pt x="1299" y="1486"/>
                    <a:pt x="1531" y="1347"/>
                  </a:cubicBezTo>
                  <a:cubicBezTo>
                    <a:pt x="1772" y="1217"/>
                    <a:pt x="1995" y="1069"/>
                    <a:pt x="2208" y="902"/>
                  </a:cubicBezTo>
                  <a:cubicBezTo>
                    <a:pt x="2421" y="735"/>
                    <a:pt x="2616" y="531"/>
                    <a:pt x="2802" y="327"/>
                  </a:cubicBezTo>
                  <a:cubicBezTo>
                    <a:pt x="2802" y="317"/>
                    <a:pt x="2802" y="317"/>
                    <a:pt x="2811" y="308"/>
                  </a:cubicBezTo>
                  <a:cubicBezTo>
                    <a:pt x="2876" y="225"/>
                    <a:pt x="2857" y="104"/>
                    <a:pt x="2765" y="39"/>
                  </a:cubicBezTo>
                  <a:cubicBezTo>
                    <a:pt x="2731" y="13"/>
                    <a:pt x="2692" y="1"/>
                    <a:pt x="2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6297108" y="3363259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0"/>
            <p:cNvSpPr/>
            <p:nvPr/>
          </p:nvSpPr>
          <p:spPr>
            <a:xfrm>
              <a:off x="7410929" y="3726638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0"/>
            <p:cNvSpPr/>
            <p:nvPr/>
          </p:nvSpPr>
          <p:spPr>
            <a:xfrm>
              <a:off x="5696618" y="4217195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1" r:id="rId10"/>
    <p:sldLayoutId id="2147483665" r:id="rId11"/>
    <p:sldLayoutId id="2147483666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rra4rf/Ecommerce-Ui-Testing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drive.google.com/drive/u/0/folders/1kUhTuCHqoDiN5uq6fR4CczWF83-8M2h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4"/>
          <p:cNvSpPr txBox="1">
            <a:spLocks noGrp="1"/>
          </p:cNvSpPr>
          <p:nvPr>
            <p:ph type="ctrTitle"/>
          </p:nvPr>
        </p:nvSpPr>
        <p:spPr>
          <a:xfrm>
            <a:off x="524360" y="690682"/>
            <a:ext cx="4865511" cy="22804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/>
              <a:t>Testing Of an E-commerce</a:t>
            </a:r>
            <a:br>
              <a:rPr lang="en-US" sz="3200" dirty="0"/>
            </a:br>
            <a:r>
              <a:rPr lang="en-US" sz="3200" dirty="0"/>
              <a:t>Website</a:t>
            </a:r>
            <a:endParaRPr sz="3200" b="0" dirty="0"/>
          </a:p>
        </p:txBody>
      </p:sp>
      <p:sp>
        <p:nvSpPr>
          <p:cNvPr id="711" name="Google Shape;711;p24"/>
          <p:cNvSpPr txBox="1">
            <a:spLocks noGrp="1"/>
          </p:cNvSpPr>
          <p:nvPr>
            <p:ph type="subTitle" idx="1"/>
          </p:nvPr>
        </p:nvSpPr>
        <p:spPr>
          <a:xfrm>
            <a:off x="609600" y="3214454"/>
            <a:ext cx="4370100" cy="8411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/>
            <a:r>
              <a:rPr lang="en-US" dirty="0"/>
              <a:t>Presented by </a:t>
            </a:r>
            <a:r>
              <a:rPr lang="en-US" b="1" dirty="0"/>
              <a:t>Team 2</a:t>
            </a:r>
          </a:p>
          <a:p>
            <a:pPr marL="0" indent="0" algn="ctr"/>
            <a:r>
              <a:rPr lang="en-US" dirty="0"/>
              <a:t>Team Leader</a:t>
            </a:r>
            <a:r>
              <a:rPr lang="en-US" b="1" dirty="0"/>
              <a:t>: Amr Ashraf</a:t>
            </a:r>
          </a:p>
          <a:p>
            <a:pPr marL="0" indent="0" algn="ctr"/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Submitted to </a:t>
            </a:r>
            <a:r>
              <a:rPr lang="en" b="1" dirty="0"/>
              <a:t>Eng. Abdelrhman Osama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712" name="Google Shape;712;p24"/>
          <p:cNvGrpSpPr/>
          <p:nvPr/>
        </p:nvGrpSpPr>
        <p:grpSpPr>
          <a:xfrm>
            <a:off x="5148240" y="1213448"/>
            <a:ext cx="3374953" cy="2676564"/>
            <a:chOff x="5148240" y="1213448"/>
            <a:chExt cx="3374953" cy="2676564"/>
          </a:xfrm>
        </p:grpSpPr>
        <p:grpSp>
          <p:nvGrpSpPr>
            <p:cNvPr id="713" name="Google Shape;713;p24"/>
            <p:cNvGrpSpPr/>
            <p:nvPr/>
          </p:nvGrpSpPr>
          <p:grpSpPr>
            <a:xfrm>
              <a:off x="8384122" y="2614871"/>
              <a:ext cx="139071" cy="139071"/>
              <a:chOff x="5448853" y="3419595"/>
              <a:chExt cx="78736" cy="78736"/>
            </a:xfrm>
          </p:grpSpPr>
          <p:sp>
            <p:nvSpPr>
              <p:cNvPr id="714" name="Google Shape;714;p24"/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24"/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24"/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24"/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24"/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24"/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24"/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24"/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2" name="Google Shape;722;p24"/>
            <p:cNvSpPr/>
            <p:nvPr/>
          </p:nvSpPr>
          <p:spPr>
            <a:xfrm>
              <a:off x="6756905" y="3331665"/>
              <a:ext cx="323574" cy="155533"/>
            </a:xfrm>
            <a:custGeom>
              <a:avLst/>
              <a:gdLst/>
              <a:ahLst/>
              <a:cxnLst/>
              <a:rect l="l" t="t" r="r" b="b"/>
              <a:pathLst>
                <a:path w="5484" h="2636" extrusionOk="0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4"/>
            <p:cNvSpPr/>
            <p:nvPr/>
          </p:nvSpPr>
          <p:spPr>
            <a:xfrm>
              <a:off x="6048099" y="1992822"/>
              <a:ext cx="6608" cy="77235"/>
            </a:xfrm>
            <a:custGeom>
              <a:avLst/>
              <a:gdLst/>
              <a:ahLst/>
              <a:cxnLst/>
              <a:rect l="l" t="t" r="r" b="b"/>
              <a:pathLst>
                <a:path w="112" h="1309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26"/>
                  </a:lnTo>
                  <a:cubicBezTo>
                    <a:pt x="0" y="353"/>
                    <a:pt x="28" y="381"/>
                    <a:pt x="56" y="381"/>
                  </a:cubicBezTo>
                  <a:cubicBezTo>
                    <a:pt x="93" y="381"/>
                    <a:pt x="112" y="353"/>
                    <a:pt x="112" y="326"/>
                  </a:cubicBezTo>
                  <a:lnTo>
                    <a:pt x="112" y="66"/>
                  </a:lnTo>
                  <a:cubicBezTo>
                    <a:pt x="112" y="29"/>
                    <a:pt x="93" y="1"/>
                    <a:pt x="56" y="1"/>
                  </a:cubicBezTo>
                  <a:close/>
                  <a:moveTo>
                    <a:pt x="56" y="734"/>
                  </a:moveTo>
                  <a:cubicBezTo>
                    <a:pt x="28" y="734"/>
                    <a:pt x="0" y="752"/>
                    <a:pt x="0" y="789"/>
                  </a:cubicBezTo>
                  <a:lnTo>
                    <a:pt x="0" y="1253"/>
                  </a:lnTo>
                  <a:cubicBezTo>
                    <a:pt x="0" y="1281"/>
                    <a:pt x="28" y="1309"/>
                    <a:pt x="56" y="1309"/>
                  </a:cubicBezTo>
                  <a:cubicBezTo>
                    <a:pt x="93" y="1309"/>
                    <a:pt x="112" y="1281"/>
                    <a:pt x="112" y="1253"/>
                  </a:cubicBezTo>
                  <a:lnTo>
                    <a:pt x="112" y="789"/>
                  </a:lnTo>
                  <a:cubicBezTo>
                    <a:pt x="112" y="752"/>
                    <a:pt x="93" y="734"/>
                    <a:pt x="56" y="7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4"/>
            <p:cNvSpPr/>
            <p:nvPr/>
          </p:nvSpPr>
          <p:spPr>
            <a:xfrm>
              <a:off x="6344236" y="1821005"/>
              <a:ext cx="327350" cy="131400"/>
            </a:xfrm>
            <a:custGeom>
              <a:avLst/>
              <a:gdLst/>
              <a:ahLst/>
              <a:cxnLst/>
              <a:rect l="l" t="t" r="r" b="b"/>
              <a:pathLst>
                <a:path w="5548" h="2227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20" y="111"/>
                  </a:lnTo>
                  <a:cubicBezTo>
                    <a:pt x="557" y="111"/>
                    <a:pt x="585" y="93"/>
                    <a:pt x="585" y="56"/>
                  </a:cubicBezTo>
                  <a:cubicBezTo>
                    <a:pt x="585" y="28"/>
                    <a:pt x="557" y="0"/>
                    <a:pt x="520" y="0"/>
                  </a:cubicBezTo>
                  <a:close/>
                  <a:moveTo>
                    <a:pt x="983" y="0"/>
                  </a:moveTo>
                  <a:cubicBezTo>
                    <a:pt x="956" y="0"/>
                    <a:pt x="928" y="28"/>
                    <a:pt x="928" y="56"/>
                  </a:cubicBezTo>
                  <a:cubicBezTo>
                    <a:pt x="928" y="93"/>
                    <a:pt x="956" y="111"/>
                    <a:pt x="983" y="111"/>
                  </a:cubicBezTo>
                  <a:lnTo>
                    <a:pt x="1447" y="111"/>
                  </a:lnTo>
                  <a:cubicBezTo>
                    <a:pt x="1484" y="111"/>
                    <a:pt x="1512" y="93"/>
                    <a:pt x="1512" y="56"/>
                  </a:cubicBezTo>
                  <a:cubicBezTo>
                    <a:pt x="1512" y="28"/>
                    <a:pt x="1484" y="0"/>
                    <a:pt x="1447" y="0"/>
                  </a:cubicBezTo>
                  <a:close/>
                  <a:moveTo>
                    <a:pt x="1911" y="0"/>
                  </a:moveTo>
                  <a:cubicBezTo>
                    <a:pt x="1883" y="0"/>
                    <a:pt x="1855" y="28"/>
                    <a:pt x="1855" y="56"/>
                  </a:cubicBezTo>
                  <a:cubicBezTo>
                    <a:pt x="1855" y="93"/>
                    <a:pt x="1883" y="111"/>
                    <a:pt x="1911" y="111"/>
                  </a:cubicBezTo>
                  <a:lnTo>
                    <a:pt x="2375" y="111"/>
                  </a:lnTo>
                  <a:cubicBezTo>
                    <a:pt x="2412" y="111"/>
                    <a:pt x="2440" y="93"/>
                    <a:pt x="2440" y="56"/>
                  </a:cubicBezTo>
                  <a:cubicBezTo>
                    <a:pt x="2440" y="28"/>
                    <a:pt x="2412" y="0"/>
                    <a:pt x="2375" y="0"/>
                  </a:cubicBezTo>
                  <a:close/>
                  <a:moveTo>
                    <a:pt x="2839" y="0"/>
                  </a:moveTo>
                  <a:cubicBezTo>
                    <a:pt x="2811" y="0"/>
                    <a:pt x="2783" y="28"/>
                    <a:pt x="2783" y="56"/>
                  </a:cubicBezTo>
                  <a:cubicBezTo>
                    <a:pt x="2783" y="93"/>
                    <a:pt x="2811" y="111"/>
                    <a:pt x="2839" y="111"/>
                  </a:cubicBezTo>
                  <a:lnTo>
                    <a:pt x="3303" y="111"/>
                  </a:lnTo>
                  <a:cubicBezTo>
                    <a:pt x="3340" y="111"/>
                    <a:pt x="3368" y="93"/>
                    <a:pt x="3368" y="56"/>
                  </a:cubicBezTo>
                  <a:cubicBezTo>
                    <a:pt x="3368" y="28"/>
                    <a:pt x="3340" y="0"/>
                    <a:pt x="3303" y="0"/>
                  </a:cubicBezTo>
                  <a:close/>
                  <a:moveTo>
                    <a:pt x="3766" y="0"/>
                  </a:moveTo>
                  <a:cubicBezTo>
                    <a:pt x="3739" y="0"/>
                    <a:pt x="3711" y="19"/>
                    <a:pt x="3711" y="56"/>
                  </a:cubicBezTo>
                  <a:cubicBezTo>
                    <a:pt x="3711" y="93"/>
                    <a:pt x="3739" y="111"/>
                    <a:pt x="3766" y="111"/>
                  </a:cubicBezTo>
                  <a:lnTo>
                    <a:pt x="3850" y="111"/>
                  </a:lnTo>
                  <a:lnTo>
                    <a:pt x="3850" y="380"/>
                  </a:lnTo>
                  <a:cubicBezTo>
                    <a:pt x="3850" y="418"/>
                    <a:pt x="3878" y="436"/>
                    <a:pt x="3906" y="436"/>
                  </a:cubicBezTo>
                  <a:cubicBezTo>
                    <a:pt x="3943" y="436"/>
                    <a:pt x="3971" y="418"/>
                    <a:pt x="3971" y="380"/>
                  </a:cubicBezTo>
                  <a:lnTo>
                    <a:pt x="3971" y="56"/>
                  </a:lnTo>
                  <a:cubicBezTo>
                    <a:pt x="3971" y="19"/>
                    <a:pt x="3943" y="0"/>
                    <a:pt x="3906" y="0"/>
                  </a:cubicBezTo>
                  <a:close/>
                  <a:moveTo>
                    <a:pt x="3906" y="789"/>
                  </a:moveTo>
                  <a:cubicBezTo>
                    <a:pt x="3878" y="789"/>
                    <a:pt x="3850" y="816"/>
                    <a:pt x="3850" y="844"/>
                  </a:cubicBezTo>
                  <a:lnTo>
                    <a:pt x="3850" y="1308"/>
                  </a:lnTo>
                  <a:cubicBezTo>
                    <a:pt x="3850" y="1345"/>
                    <a:pt x="3878" y="1364"/>
                    <a:pt x="3906" y="1364"/>
                  </a:cubicBezTo>
                  <a:cubicBezTo>
                    <a:pt x="3943" y="1364"/>
                    <a:pt x="3971" y="1345"/>
                    <a:pt x="3971" y="1308"/>
                  </a:cubicBezTo>
                  <a:lnTo>
                    <a:pt x="3971" y="844"/>
                  </a:lnTo>
                  <a:cubicBezTo>
                    <a:pt x="3971" y="816"/>
                    <a:pt x="3943" y="789"/>
                    <a:pt x="3906" y="789"/>
                  </a:cubicBezTo>
                  <a:close/>
                  <a:moveTo>
                    <a:pt x="3906" y="1716"/>
                  </a:moveTo>
                  <a:cubicBezTo>
                    <a:pt x="3878" y="1716"/>
                    <a:pt x="3850" y="1744"/>
                    <a:pt x="3850" y="1772"/>
                  </a:cubicBezTo>
                  <a:lnTo>
                    <a:pt x="3850" y="2162"/>
                  </a:lnTo>
                  <a:cubicBezTo>
                    <a:pt x="3850" y="2199"/>
                    <a:pt x="3878" y="2227"/>
                    <a:pt x="3906" y="2227"/>
                  </a:cubicBezTo>
                  <a:lnTo>
                    <a:pt x="3980" y="2227"/>
                  </a:lnTo>
                  <a:cubicBezTo>
                    <a:pt x="4017" y="2227"/>
                    <a:pt x="4035" y="2199"/>
                    <a:pt x="4035" y="2162"/>
                  </a:cubicBezTo>
                  <a:cubicBezTo>
                    <a:pt x="4035" y="2134"/>
                    <a:pt x="4017" y="2106"/>
                    <a:pt x="3980" y="2106"/>
                  </a:cubicBezTo>
                  <a:lnTo>
                    <a:pt x="3971" y="2106"/>
                  </a:lnTo>
                  <a:lnTo>
                    <a:pt x="3971" y="1772"/>
                  </a:lnTo>
                  <a:cubicBezTo>
                    <a:pt x="3971" y="1744"/>
                    <a:pt x="3943" y="1716"/>
                    <a:pt x="3906" y="1716"/>
                  </a:cubicBezTo>
                  <a:close/>
                  <a:moveTo>
                    <a:pt x="4444" y="2106"/>
                  </a:moveTo>
                  <a:cubicBezTo>
                    <a:pt x="4416" y="2106"/>
                    <a:pt x="4388" y="2134"/>
                    <a:pt x="4388" y="2162"/>
                  </a:cubicBezTo>
                  <a:cubicBezTo>
                    <a:pt x="4388" y="2199"/>
                    <a:pt x="4416" y="2227"/>
                    <a:pt x="4444" y="2227"/>
                  </a:cubicBezTo>
                  <a:lnTo>
                    <a:pt x="4907" y="2227"/>
                  </a:lnTo>
                  <a:cubicBezTo>
                    <a:pt x="4945" y="2227"/>
                    <a:pt x="4963" y="2199"/>
                    <a:pt x="4963" y="2162"/>
                  </a:cubicBezTo>
                  <a:cubicBezTo>
                    <a:pt x="4963" y="2134"/>
                    <a:pt x="4945" y="2106"/>
                    <a:pt x="4907" y="2106"/>
                  </a:cubicBezTo>
                  <a:close/>
                  <a:moveTo>
                    <a:pt x="5371" y="2106"/>
                  </a:moveTo>
                  <a:cubicBezTo>
                    <a:pt x="5343" y="2106"/>
                    <a:pt x="5316" y="2134"/>
                    <a:pt x="5316" y="2162"/>
                  </a:cubicBezTo>
                  <a:cubicBezTo>
                    <a:pt x="5316" y="2199"/>
                    <a:pt x="5343" y="2227"/>
                    <a:pt x="5371" y="2227"/>
                  </a:cubicBezTo>
                  <a:lnTo>
                    <a:pt x="5492" y="2227"/>
                  </a:lnTo>
                  <a:cubicBezTo>
                    <a:pt x="5520" y="2227"/>
                    <a:pt x="5548" y="2199"/>
                    <a:pt x="5548" y="2162"/>
                  </a:cubicBezTo>
                  <a:cubicBezTo>
                    <a:pt x="5548" y="2134"/>
                    <a:pt x="5520" y="2106"/>
                    <a:pt x="5492" y="2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4"/>
            <p:cNvSpPr/>
            <p:nvPr/>
          </p:nvSpPr>
          <p:spPr>
            <a:xfrm>
              <a:off x="7379802" y="2174552"/>
              <a:ext cx="423171" cy="165917"/>
            </a:xfrm>
            <a:custGeom>
              <a:avLst/>
              <a:gdLst/>
              <a:ahLst/>
              <a:cxnLst/>
              <a:rect l="l" t="t" r="r" b="b"/>
              <a:pathLst>
                <a:path w="7172" h="281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520" y="121"/>
                  </a:lnTo>
                  <a:cubicBezTo>
                    <a:pt x="557" y="121"/>
                    <a:pt x="576" y="94"/>
                    <a:pt x="576" y="66"/>
                  </a:cubicBezTo>
                  <a:cubicBezTo>
                    <a:pt x="576" y="29"/>
                    <a:pt x="557" y="1"/>
                    <a:pt x="520" y="1"/>
                  </a:cubicBezTo>
                  <a:close/>
                  <a:moveTo>
                    <a:pt x="984" y="1"/>
                  </a:moveTo>
                  <a:cubicBezTo>
                    <a:pt x="956" y="1"/>
                    <a:pt x="928" y="29"/>
                    <a:pt x="928" y="66"/>
                  </a:cubicBezTo>
                  <a:cubicBezTo>
                    <a:pt x="928" y="94"/>
                    <a:pt x="956" y="121"/>
                    <a:pt x="984" y="121"/>
                  </a:cubicBezTo>
                  <a:lnTo>
                    <a:pt x="1448" y="121"/>
                  </a:lnTo>
                  <a:cubicBezTo>
                    <a:pt x="1485" y="121"/>
                    <a:pt x="1503" y="94"/>
                    <a:pt x="1503" y="66"/>
                  </a:cubicBezTo>
                  <a:cubicBezTo>
                    <a:pt x="1503" y="29"/>
                    <a:pt x="1485" y="1"/>
                    <a:pt x="1448" y="1"/>
                  </a:cubicBezTo>
                  <a:close/>
                  <a:moveTo>
                    <a:pt x="1912" y="1"/>
                  </a:moveTo>
                  <a:cubicBezTo>
                    <a:pt x="1875" y="1"/>
                    <a:pt x="1856" y="29"/>
                    <a:pt x="1856" y="66"/>
                  </a:cubicBezTo>
                  <a:cubicBezTo>
                    <a:pt x="1856" y="94"/>
                    <a:pt x="1875" y="121"/>
                    <a:pt x="1912" y="121"/>
                  </a:cubicBezTo>
                  <a:lnTo>
                    <a:pt x="2264" y="121"/>
                  </a:lnTo>
                  <a:cubicBezTo>
                    <a:pt x="2273" y="149"/>
                    <a:pt x="2301" y="168"/>
                    <a:pt x="2329" y="168"/>
                  </a:cubicBezTo>
                  <a:cubicBezTo>
                    <a:pt x="2357" y="168"/>
                    <a:pt x="2385" y="149"/>
                    <a:pt x="2385" y="112"/>
                  </a:cubicBezTo>
                  <a:lnTo>
                    <a:pt x="2385" y="66"/>
                  </a:lnTo>
                  <a:cubicBezTo>
                    <a:pt x="2385" y="29"/>
                    <a:pt x="2357" y="1"/>
                    <a:pt x="2329" y="1"/>
                  </a:cubicBezTo>
                  <a:close/>
                  <a:moveTo>
                    <a:pt x="2329" y="520"/>
                  </a:moveTo>
                  <a:cubicBezTo>
                    <a:pt x="2292" y="520"/>
                    <a:pt x="2264" y="548"/>
                    <a:pt x="2264" y="576"/>
                  </a:cubicBezTo>
                  <a:lnTo>
                    <a:pt x="2264" y="1040"/>
                  </a:lnTo>
                  <a:cubicBezTo>
                    <a:pt x="2264" y="1068"/>
                    <a:pt x="2292" y="1095"/>
                    <a:pt x="2329" y="1095"/>
                  </a:cubicBezTo>
                  <a:cubicBezTo>
                    <a:pt x="2357" y="1095"/>
                    <a:pt x="2385" y="1077"/>
                    <a:pt x="2385" y="1040"/>
                  </a:cubicBezTo>
                  <a:lnTo>
                    <a:pt x="2385" y="576"/>
                  </a:lnTo>
                  <a:cubicBezTo>
                    <a:pt x="2385" y="548"/>
                    <a:pt x="2357" y="520"/>
                    <a:pt x="2329" y="520"/>
                  </a:cubicBezTo>
                  <a:close/>
                  <a:moveTo>
                    <a:pt x="2329" y="1448"/>
                  </a:moveTo>
                  <a:cubicBezTo>
                    <a:pt x="2292" y="1448"/>
                    <a:pt x="2264" y="1476"/>
                    <a:pt x="2264" y="1504"/>
                  </a:cubicBezTo>
                  <a:lnTo>
                    <a:pt x="2264" y="1680"/>
                  </a:lnTo>
                  <a:cubicBezTo>
                    <a:pt x="2264" y="1717"/>
                    <a:pt x="2292" y="1745"/>
                    <a:pt x="2329" y="1745"/>
                  </a:cubicBezTo>
                  <a:lnTo>
                    <a:pt x="2607" y="1745"/>
                  </a:lnTo>
                  <a:cubicBezTo>
                    <a:pt x="2644" y="1745"/>
                    <a:pt x="2672" y="1717"/>
                    <a:pt x="2672" y="1680"/>
                  </a:cubicBezTo>
                  <a:cubicBezTo>
                    <a:pt x="2672" y="1652"/>
                    <a:pt x="2644" y="1624"/>
                    <a:pt x="2607" y="1624"/>
                  </a:cubicBezTo>
                  <a:lnTo>
                    <a:pt x="2385" y="1624"/>
                  </a:lnTo>
                  <a:lnTo>
                    <a:pt x="2385" y="1504"/>
                  </a:lnTo>
                  <a:cubicBezTo>
                    <a:pt x="2385" y="1476"/>
                    <a:pt x="2357" y="1448"/>
                    <a:pt x="2329" y="1448"/>
                  </a:cubicBezTo>
                  <a:close/>
                  <a:moveTo>
                    <a:pt x="3071" y="1624"/>
                  </a:moveTo>
                  <a:cubicBezTo>
                    <a:pt x="3043" y="1624"/>
                    <a:pt x="3016" y="1652"/>
                    <a:pt x="3016" y="1680"/>
                  </a:cubicBezTo>
                  <a:cubicBezTo>
                    <a:pt x="3016" y="1717"/>
                    <a:pt x="3043" y="1745"/>
                    <a:pt x="3071" y="1745"/>
                  </a:cubicBezTo>
                  <a:lnTo>
                    <a:pt x="3535" y="1745"/>
                  </a:lnTo>
                  <a:cubicBezTo>
                    <a:pt x="3572" y="1745"/>
                    <a:pt x="3600" y="1717"/>
                    <a:pt x="3600" y="1680"/>
                  </a:cubicBezTo>
                  <a:cubicBezTo>
                    <a:pt x="3600" y="1652"/>
                    <a:pt x="3572" y="1624"/>
                    <a:pt x="3535" y="1624"/>
                  </a:cubicBezTo>
                  <a:close/>
                  <a:moveTo>
                    <a:pt x="3999" y="1624"/>
                  </a:moveTo>
                  <a:cubicBezTo>
                    <a:pt x="3971" y="1624"/>
                    <a:pt x="3943" y="1652"/>
                    <a:pt x="3943" y="1680"/>
                  </a:cubicBezTo>
                  <a:cubicBezTo>
                    <a:pt x="3943" y="1717"/>
                    <a:pt x="3971" y="1745"/>
                    <a:pt x="3999" y="1745"/>
                  </a:cubicBezTo>
                  <a:lnTo>
                    <a:pt x="4463" y="1745"/>
                  </a:lnTo>
                  <a:cubicBezTo>
                    <a:pt x="4500" y="1745"/>
                    <a:pt x="4528" y="1717"/>
                    <a:pt x="4528" y="1680"/>
                  </a:cubicBezTo>
                  <a:cubicBezTo>
                    <a:pt x="4528" y="1652"/>
                    <a:pt x="4500" y="1624"/>
                    <a:pt x="4463" y="1624"/>
                  </a:cubicBezTo>
                  <a:close/>
                  <a:moveTo>
                    <a:pt x="4927" y="1624"/>
                  </a:moveTo>
                  <a:cubicBezTo>
                    <a:pt x="4899" y="1624"/>
                    <a:pt x="4871" y="1652"/>
                    <a:pt x="4871" y="1680"/>
                  </a:cubicBezTo>
                  <a:cubicBezTo>
                    <a:pt x="4871" y="1717"/>
                    <a:pt x="4899" y="1745"/>
                    <a:pt x="4927" y="1745"/>
                  </a:cubicBezTo>
                  <a:lnTo>
                    <a:pt x="5390" y="1745"/>
                  </a:lnTo>
                  <a:cubicBezTo>
                    <a:pt x="5427" y="1745"/>
                    <a:pt x="5455" y="1717"/>
                    <a:pt x="5455" y="1680"/>
                  </a:cubicBezTo>
                  <a:cubicBezTo>
                    <a:pt x="5455" y="1652"/>
                    <a:pt x="5427" y="1624"/>
                    <a:pt x="5390" y="1624"/>
                  </a:cubicBezTo>
                  <a:close/>
                  <a:moveTo>
                    <a:pt x="5854" y="1624"/>
                  </a:moveTo>
                  <a:cubicBezTo>
                    <a:pt x="5826" y="1624"/>
                    <a:pt x="5799" y="1652"/>
                    <a:pt x="5799" y="1680"/>
                  </a:cubicBezTo>
                  <a:cubicBezTo>
                    <a:pt x="5799" y="1717"/>
                    <a:pt x="5826" y="1745"/>
                    <a:pt x="5854" y="1745"/>
                  </a:cubicBezTo>
                  <a:lnTo>
                    <a:pt x="6318" y="1745"/>
                  </a:lnTo>
                  <a:cubicBezTo>
                    <a:pt x="6355" y="1745"/>
                    <a:pt x="6383" y="1717"/>
                    <a:pt x="6383" y="1680"/>
                  </a:cubicBezTo>
                  <a:cubicBezTo>
                    <a:pt x="6383" y="1652"/>
                    <a:pt x="6355" y="1624"/>
                    <a:pt x="6318" y="1624"/>
                  </a:cubicBezTo>
                  <a:close/>
                  <a:moveTo>
                    <a:pt x="6782" y="1624"/>
                  </a:moveTo>
                  <a:cubicBezTo>
                    <a:pt x="6754" y="1624"/>
                    <a:pt x="6726" y="1652"/>
                    <a:pt x="6726" y="1689"/>
                  </a:cubicBezTo>
                  <a:cubicBezTo>
                    <a:pt x="6726" y="1717"/>
                    <a:pt x="6754" y="1745"/>
                    <a:pt x="6782" y="1745"/>
                  </a:cubicBezTo>
                  <a:lnTo>
                    <a:pt x="7051" y="1745"/>
                  </a:lnTo>
                  <a:lnTo>
                    <a:pt x="7051" y="1828"/>
                  </a:lnTo>
                  <a:cubicBezTo>
                    <a:pt x="7051" y="1856"/>
                    <a:pt x="7079" y="1884"/>
                    <a:pt x="7107" y="1884"/>
                  </a:cubicBezTo>
                  <a:cubicBezTo>
                    <a:pt x="7144" y="1884"/>
                    <a:pt x="7172" y="1856"/>
                    <a:pt x="7172" y="1828"/>
                  </a:cubicBezTo>
                  <a:lnTo>
                    <a:pt x="7172" y="1689"/>
                  </a:lnTo>
                  <a:cubicBezTo>
                    <a:pt x="7172" y="1652"/>
                    <a:pt x="7144" y="1624"/>
                    <a:pt x="7107" y="1624"/>
                  </a:cubicBezTo>
                  <a:close/>
                  <a:moveTo>
                    <a:pt x="7107" y="2227"/>
                  </a:moveTo>
                  <a:cubicBezTo>
                    <a:pt x="7079" y="2227"/>
                    <a:pt x="7051" y="2255"/>
                    <a:pt x="7051" y="2292"/>
                  </a:cubicBezTo>
                  <a:lnTo>
                    <a:pt x="7051" y="2756"/>
                  </a:lnTo>
                  <a:cubicBezTo>
                    <a:pt x="7051" y="2784"/>
                    <a:pt x="7079" y="2812"/>
                    <a:pt x="7107" y="2812"/>
                  </a:cubicBezTo>
                  <a:cubicBezTo>
                    <a:pt x="7144" y="2812"/>
                    <a:pt x="7172" y="2784"/>
                    <a:pt x="7172" y="2756"/>
                  </a:cubicBezTo>
                  <a:lnTo>
                    <a:pt x="7172" y="2292"/>
                  </a:lnTo>
                  <a:cubicBezTo>
                    <a:pt x="7172" y="2255"/>
                    <a:pt x="7144" y="2227"/>
                    <a:pt x="7107" y="2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4"/>
            <p:cNvSpPr/>
            <p:nvPr/>
          </p:nvSpPr>
          <p:spPr>
            <a:xfrm>
              <a:off x="7580708" y="2958941"/>
              <a:ext cx="85437" cy="160430"/>
            </a:xfrm>
            <a:custGeom>
              <a:avLst/>
              <a:gdLst/>
              <a:ahLst/>
              <a:cxnLst/>
              <a:rect l="l" t="t" r="r" b="b"/>
              <a:pathLst>
                <a:path w="1448" h="2719" extrusionOk="0">
                  <a:moveTo>
                    <a:pt x="1392" y="0"/>
                  </a:moveTo>
                  <a:cubicBezTo>
                    <a:pt x="1364" y="0"/>
                    <a:pt x="1336" y="28"/>
                    <a:pt x="1336" y="65"/>
                  </a:cubicBezTo>
                  <a:lnTo>
                    <a:pt x="1336" y="529"/>
                  </a:lnTo>
                  <a:cubicBezTo>
                    <a:pt x="1336" y="557"/>
                    <a:pt x="1364" y="585"/>
                    <a:pt x="1392" y="585"/>
                  </a:cubicBezTo>
                  <a:cubicBezTo>
                    <a:pt x="1429" y="585"/>
                    <a:pt x="1447" y="557"/>
                    <a:pt x="1447" y="529"/>
                  </a:cubicBezTo>
                  <a:lnTo>
                    <a:pt x="1447" y="65"/>
                  </a:lnTo>
                  <a:cubicBezTo>
                    <a:pt x="1447" y="28"/>
                    <a:pt x="1429" y="0"/>
                    <a:pt x="1392" y="0"/>
                  </a:cubicBezTo>
                  <a:close/>
                  <a:moveTo>
                    <a:pt x="1392" y="928"/>
                  </a:moveTo>
                  <a:cubicBezTo>
                    <a:pt x="1364" y="928"/>
                    <a:pt x="1336" y="956"/>
                    <a:pt x="1336" y="993"/>
                  </a:cubicBezTo>
                  <a:lnTo>
                    <a:pt x="1336" y="1457"/>
                  </a:lnTo>
                  <a:cubicBezTo>
                    <a:pt x="1336" y="1485"/>
                    <a:pt x="1364" y="1512"/>
                    <a:pt x="1392" y="1512"/>
                  </a:cubicBezTo>
                  <a:cubicBezTo>
                    <a:pt x="1429" y="1512"/>
                    <a:pt x="1447" y="1485"/>
                    <a:pt x="1447" y="1457"/>
                  </a:cubicBezTo>
                  <a:lnTo>
                    <a:pt x="1447" y="993"/>
                  </a:lnTo>
                  <a:cubicBezTo>
                    <a:pt x="1447" y="956"/>
                    <a:pt x="1429" y="928"/>
                    <a:pt x="1392" y="928"/>
                  </a:cubicBezTo>
                  <a:close/>
                  <a:moveTo>
                    <a:pt x="520" y="1447"/>
                  </a:moveTo>
                  <a:cubicBezTo>
                    <a:pt x="483" y="1447"/>
                    <a:pt x="455" y="1475"/>
                    <a:pt x="455" y="1503"/>
                  </a:cubicBezTo>
                  <a:cubicBezTo>
                    <a:pt x="455" y="1540"/>
                    <a:pt x="483" y="1559"/>
                    <a:pt x="520" y="1559"/>
                  </a:cubicBezTo>
                  <a:lnTo>
                    <a:pt x="983" y="1559"/>
                  </a:lnTo>
                  <a:cubicBezTo>
                    <a:pt x="1011" y="1559"/>
                    <a:pt x="1039" y="1540"/>
                    <a:pt x="1039" y="1503"/>
                  </a:cubicBezTo>
                  <a:cubicBezTo>
                    <a:pt x="1039" y="1475"/>
                    <a:pt x="1011" y="1447"/>
                    <a:pt x="983" y="1447"/>
                  </a:cubicBezTo>
                  <a:close/>
                  <a:moveTo>
                    <a:pt x="56" y="1447"/>
                  </a:moveTo>
                  <a:cubicBezTo>
                    <a:pt x="28" y="1447"/>
                    <a:pt x="0" y="1475"/>
                    <a:pt x="0" y="1503"/>
                  </a:cubicBezTo>
                  <a:lnTo>
                    <a:pt x="0" y="1967"/>
                  </a:lnTo>
                  <a:cubicBezTo>
                    <a:pt x="0" y="2004"/>
                    <a:pt x="28" y="2032"/>
                    <a:pt x="56" y="2032"/>
                  </a:cubicBezTo>
                  <a:cubicBezTo>
                    <a:pt x="93" y="2032"/>
                    <a:pt x="111" y="2004"/>
                    <a:pt x="111" y="1967"/>
                  </a:cubicBezTo>
                  <a:lnTo>
                    <a:pt x="111" y="1503"/>
                  </a:lnTo>
                  <a:cubicBezTo>
                    <a:pt x="111" y="1475"/>
                    <a:pt x="93" y="1447"/>
                    <a:pt x="56" y="1447"/>
                  </a:cubicBezTo>
                  <a:close/>
                  <a:moveTo>
                    <a:pt x="56" y="2375"/>
                  </a:moveTo>
                  <a:cubicBezTo>
                    <a:pt x="28" y="2375"/>
                    <a:pt x="0" y="2403"/>
                    <a:pt x="0" y="2431"/>
                  </a:cubicBezTo>
                  <a:lnTo>
                    <a:pt x="0" y="2653"/>
                  </a:lnTo>
                  <a:cubicBezTo>
                    <a:pt x="0" y="2690"/>
                    <a:pt x="28" y="2718"/>
                    <a:pt x="56" y="2718"/>
                  </a:cubicBezTo>
                  <a:cubicBezTo>
                    <a:pt x="93" y="2718"/>
                    <a:pt x="111" y="2690"/>
                    <a:pt x="111" y="2653"/>
                  </a:cubicBezTo>
                  <a:lnTo>
                    <a:pt x="111" y="2431"/>
                  </a:lnTo>
                  <a:cubicBezTo>
                    <a:pt x="111" y="2403"/>
                    <a:pt x="93" y="2375"/>
                    <a:pt x="56" y="2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4"/>
            <p:cNvSpPr/>
            <p:nvPr/>
          </p:nvSpPr>
          <p:spPr>
            <a:xfrm>
              <a:off x="8240247" y="1261064"/>
              <a:ext cx="108448" cy="108389"/>
            </a:xfrm>
            <a:custGeom>
              <a:avLst/>
              <a:gdLst/>
              <a:ahLst/>
              <a:cxnLst/>
              <a:rect l="l" t="t" r="r" b="b"/>
              <a:pathLst>
                <a:path w="1838" h="1837" extrusionOk="0">
                  <a:moveTo>
                    <a:pt x="928" y="186"/>
                  </a:moveTo>
                  <a:lnTo>
                    <a:pt x="1179" y="649"/>
                  </a:lnTo>
                  <a:cubicBezTo>
                    <a:pt x="1179" y="659"/>
                    <a:pt x="1188" y="659"/>
                    <a:pt x="1197" y="668"/>
                  </a:cubicBezTo>
                  <a:lnTo>
                    <a:pt x="1661" y="928"/>
                  </a:lnTo>
                  <a:lnTo>
                    <a:pt x="1197" y="1178"/>
                  </a:lnTo>
                  <a:cubicBezTo>
                    <a:pt x="1188" y="1178"/>
                    <a:pt x="1179" y="1188"/>
                    <a:pt x="1179" y="1197"/>
                  </a:cubicBezTo>
                  <a:lnTo>
                    <a:pt x="919" y="1661"/>
                  </a:lnTo>
                  <a:lnTo>
                    <a:pt x="669" y="1197"/>
                  </a:lnTo>
                  <a:cubicBezTo>
                    <a:pt x="659" y="1188"/>
                    <a:pt x="650" y="1178"/>
                    <a:pt x="641" y="1178"/>
                  </a:cubicBezTo>
                  <a:lnTo>
                    <a:pt x="186" y="918"/>
                  </a:lnTo>
                  <a:lnTo>
                    <a:pt x="650" y="668"/>
                  </a:lnTo>
                  <a:cubicBezTo>
                    <a:pt x="659" y="659"/>
                    <a:pt x="659" y="649"/>
                    <a:pt x="669" y="640"/>
                  </a:cubicBezTo>
                  <a:lnTo>
                    <a:pt x="928" y="186"/>
                  </a:lnTo>
                  <a:close/>
                  <a:moveTo>
                    <a:pt x="928" y="0"/>
                  </a:moveTo>
                  <a:cubicBezTo>
                    <a:pt x="900" y="0"/>
                    <a:pt x="882" y="9"/>
                    <a:pt x="873" y="28"/>
                  </a:cubicBezTo>
                  <a:lnTo>
                    <a:pt x="576" y="575"/>
                  </a:lnTo>
                  <a:lnTo>
                    <a:pt x="28" y="863"/>
                  </a:lnTo>
                  <a:cubicBezTo>
                    <a:pt x="10" y="881"/>
                    <a:pt x="1" y="900"/>
                    <a:pt x="1" y="918"/>
                  </a:cubicBezTo>
                  <a:cubicBezTo>
                    <a:pt x="1" y="937"/>
                    <a:pt x="10" y="956"/>
                    <a:pt x="28" y="965"/>
                  </a:cubicBezTo>
                  <a:lnTo>
                    <a:pt x="576" y="1271"/>
                  </a:lnTo>
                  <a:lnTo>
                    <a:pt x="863" y="1809"/>
                  </a:lnTo>
                  <a:cubicBezTo>
                    <a:pt x="882" y="1828"/>
                    <a:pt x="900" y="1837"/>
                    <a:pt x="919" y="1837"/>
                  </a:cubicBezTo>
                  <a:cubicBezTo>
                    <a:pt x="938" y="1837"/>
                    <a:pt x="956" y="1828"/>
                    <a:pt x="975" y="1809"/>
                  </a:cubicBezTo>
                  <a:lnTo>
                    <a:pt x="1271" y="1271"/>
                  </a:lnTo>
                  <a:lnTo>
                    <a:pt x="1810" y="974"/>
                  </a:lnTo>
                  <a:cubicBezTo>
                    <a:pt x="1828" y="965"/>
                    <a:pt x="1837" y="946"/>
                    <a:pt x="1837" y="928"/>
                  </a:cubicBezTo>
                  <a:cubicBezTo>
                    <a:pt x="1837" y="900"/>
                    <a:pt x="1828" y="881"/>
                    <a:pt x="1810" y="872"/>
                  </a:cubicBezTo>
                  <a:lnTo>
                    <a:pt x="1271" y="575"/>
                  </a:lnTo>
                  <a:lnTo>
                    <a:pt x="975" y="28"/>
                  </a:lnTo>
                  <a:cubicBezTo>
                    <a:pt x="965" y="9"/>
                    <a:pt x="947" y="0"/>
                    <a:pt x="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4"/>
            <p:cNvSpPr/>
            <p:nvPr/>
          </p:nvSpPr>
          <p:spPr>
            <a:xfrm>
              <a:off x="6505138" y="1371577"/>
              <a:ext cx="121547" cy="121075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4"/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4"/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4"/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4"/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4"/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4"/>
            <p:cNvSpPr/>
            <p:nvPr/>
          </p:nvSpPr>
          <p:spPr>
            <a:xfrm>
              <a:off x="5442194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4"/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4"/>
            <p:cNvSpPr/>
            <p:nvPr/>
          </p:nvSpPr>
          <p:spPr>
            <a:xfrm>
              <a:off x="5509517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4"/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4"/>
            <p:cNvSpPr/>
            <p:nvPr/>
          </p:nvSpPr>
          <p:spPr>
            <a:xfrm>
              <a:off x="5442194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4"/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4"/>
            <p:cNvSpPr/>
            <p:nvPr/>
          </p:nvSpPr>
          <p:spPr>
            <a:xfrm>
              <a:off x="5509517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4"/>
            <p:cNvSpPr/>
            <p:nvPr/>
          </p:nvSpPr>
          <p:spPr>
            <a:xfrm>
              <a:off x="8380379" y="2008694"/>
              <a:ext cx="26315" cy="25784"/>
            </a:xfrm>
            <a:custGeom>
              <a:avLst/>
              <a:gdLst/>
              <a:ahLst/>
              <a:cxnLst/>
              <a:rect l="l" t="t" r="r" b="b"/>
              <a:pathLst>
                <a:path w="446" h="437" extrusionOk="0">
                  <a:moveTo>
                    <a:pt x="0" y="437"/>
                  </a:moveTo>
                  <a:lnTo>
                    <a:pt x="446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4"/>
            <p:cNvSpPr/>
            <p:nvPr/>
          </p:nvSpPr>
          <p:spPr>
            <a:xfrm>
              <a:off x="8380379" y="1940840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4"/>
            <p:cNvSpPr/>
            <p:nvPr/>
          </p:nvSpPr>
          <p:spPr>
            <a:xfrm>
              <a:off x="7173999" y="2893271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4"/>
            <p:cNvSpPr/>
            <p:nvPr/>
          </p:nvSpPr>
          <p:spPr>
            <a:xfrm>
              <a:off x="7173999" y="2988502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4"/>
            <p:cNvSpPr/>
            <p:nvPr/>
          </p:nvSpPr>
          <p:spPr>
            <a:xfrm>
              <a:off x="7203028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4"/>
            <p:cNvSpPr/>
            <p:nvPr/>
          </p:nvSpPr>
          <p:spPr>
            <a:xfrm>
              <a:off x="7107797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4"/>
            <p:cNvSpPr/>
            <p:nvPr/>
          </p:nvSpPr>
          <p:spPr>
            <a:xfrm>
              <a:off x="7130750" y="2983015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4"/>
            <p:cNvSpPr/>
            <p:nvPr/>
          </p:nvSpPr>
          <p:spPr>
            <a:xfrm>
              <a:off x="7126914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29" y="559"/>
                    <a:pt x="47" y="569"/>
                    <a:pt x="66" y="569"/>
                  </a:cubicBezTo>
                  <a:cubicBezTo>
                    <a:pt x="75" y="56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4"/>
            <p:cNvSpPr/>
            <p:nvPr/>
          </p:nvSpPr>
          <p:spPr>
            <a:xfrm>
              <a:off x="7198072" y="2915692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446"/>
                  </a:moveTo>
                  <a:lnTo>
                    <a:pt x="446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4"/>
            <p:cNvSpPr/>
            <p:nvPr/>
          </p:nvSpPr>
          <p:spPr>
            <a:xfrm>
              <a:off x="7194237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38" y="559"/>
                    <a:pt x="47" y="559"/>
                    <a:pt x="66" y="559"/>
                  </a:cubicBezTo>
                  <a:cubicBezTo>
                    <a:pt x="75" y="55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4"/>
            <p:cNvSpPr/>
            <p:nvPr/>
          </p:nvSpPr>
          <p:spPr>
            <a:xfrm>
              <a:off x="7130750" y="2915692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4"/>
            <p:cNvSpPr/>
            <p:nvPr/>
          </p:nvSpPr>
          <p:spPr>
            <a:xfrm>
              <a:off x="7126914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65" y="0"/>
                  </a:moveTo>
                  <a:cubicBezTo>
                    <a:pt x="49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59"/>
                    <a:pt x="511" y="559"/>
                  </a:cubicBezTo>
                  <a:cubicBezTo>
                    <a:pt x="520" y="55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4"/>
            <p:cNvSpPr/>
            <p:nvPr/>
          </p:nvSpPr>
          <p:spPr>
            <a:xfrm>
              <a:off x="7198072" y="2983015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4"/>
            <p:cNvSpPr/>
            <p:nvPr/>
          </p:nvSpPr>
          <p:spPr>
            <a:xfrm>
              <a:off x="7194237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5" y="0"/>
                  </a:moveTo>
                  <a:cubicBezTo>
                    <a:pt x="50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69"/>
                    <a:pt x="511" y="569"/>
                  </a:cubicBezTo>
                  <a:cubicBezTo>
                    <a:pt x="520" y="56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4"/>
            <p:cNvSpPr/>
            <p:nvPr/>
          </p:nvSpPr>
          <p:spPr>
            <a:xfrm>
              <a:off x="6401705" y="1879536"/>
              <a:ext cx="52572" cy="52041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4"/>
            <p:cNvSpPr/>
            <p:nvPr/>
          </p:nvSpPr>
          <p:spPr>
            <a:xfrm>
              <a:off x="8286210" y="1697806"/>
              <a:ext cx="47144" cy="47675"/>
            </a:xfrm>
            <a:custGeom>
              <a:avLst/>
              <a:gdLst/>
              <a:ahLst/>
              <a:cxnLst/>
              <a:rect l="l" t="t" r="r" b="b"/>
              <a:pathLst>
                <a:path w="799" h="808" extrusionOk="0">
                  <a:moveTo>
                    <a:pt x="400" y="112"/>
                  </a:moveTo>
                  <a:cubicBezTo>
                    <a:pt x="557" y="112"/>
                    <a:pt x="687" y="242"/>
                    <a:pt x="687" y="400"/>
                  </a:cubicBezTo>
                  <a:cubicBezTo>
                    <a:pt x="687" y="557"/>
                    <a:pt x="557" y="687"/>
                    <a:pt x="400" y="687"/>
                  </a:cubicBezTo>
                  <a:cubicBezTo>
                    <a:pt x="242" y="687"/>
                    <a:pt x="112" y="557"/>
                    <a:pt x="112" y="400"/>
                  </a:cubicBezTo>
                  <a:cubicBezTo>
                    <a:pt x="112" y="242"/>
                    <a:pt x="242" y="112"/>
                    <a:pt x="400" y="112"/>
                  </a:cubicBezTo>
                  <a:close/>
                  <a:moveTo>
                    <a:pt x="400" y="1"/>
                  </a:moveTo>
                  <a:cubicBezTo>
                    <a:pt x="177" y="1"/>
                    <a:pt x="1" y="177"/>
                    <a:pt x="1" y="400"/>
                  </a:cubicBezTo>
                  <a:cubicBezTo>
                    <a:pt x="1" y="622"/>
                    <a:pt x="177" y="808"/>
                    <a:pt x="400" y="808"/>
                  </a:cubicBezTo>
                  <a:cubicBezTo>
                    <a:pt x="622" y="808"/>
                    <a:pt x="799" y="622"/>
                    <a:pt x="799" y="400"/>
                  </a:cubicBezTo>
                  <a:cubicBezTo>
                    <a:pt x="799" y="177"/>
                    <a:pt x="622" y="1"/>
                    <a:pt x="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4"/>
            <p:cNvSpPr/>
            <p:nvPr/>
          </p:nvSpPr>
          <p:spPr>
            <a:xfrm>
              <a:off x="8222723" y="3615765"/>
              <a:ext cx="33455" cy="3345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12"/>
                  </a:moveTo>
                  <a:cubicBezTo>
                    <a:pt x="381" y="112"/>
                    <a:pt x="455" y="186"/>
                    <a:pt x="455" y="279"/>
                  </a:cubicBezTo>
                  <a:cubicBezTo>
                    <a:pt x="455" y="371"/>
                    <a:pt x="381" y="445"/>
                    <a:pt x="288" y="445"/>
                  </a:cubicBezTo>
                  <a:cubicBezTo>
                    <a:pt x="196" y="445"/>
                    <a:pt x="121" y="371"/>
                    <a:pt x="121" y="279"/>
                  </a:cubicBezTo>
                  <a:cubicBezTo>
                    <a:pt x="121" y="186"/>
                    <a:pt x="196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66"/>
                    <a:pt x="288" y="566"/>
                  </a:cubicBezTo>
                  <a:cubicBezTo>
                    <a:pt x="446" y="566"/>
                    <a:pt x="567" y="436"/>
                    <a:pt x="567" y="279"/>
                  </a:cubicBezTo>
                  <a:cubicBezTo>
                    <a:pt x="567" y="121"/>
                    <a:pt x="437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4"/>
            <p:cNvSpPr/>
            <p:nvPr/>
          </p:nvSpPr>
          <p:spPr>
            <a:xfrm>
              <a:off x="5649591" y="1243540"/>
              <a:ext cx="33455" cy="32865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4"/>
            <p:cNvSpPr/>
            <p:nvPr/>
          </p:nvSpPr>
          <p:spPr>
            <a:xfrm>
              <a:off x="6843404" y="1371577"/>
              <a:ext cx="517872" cy="515688"/>
            </a:xfrm>
            <a:custGeom>
              <a:avLst/>
              <a:gdLst/>
              <a:ahLst/>
              <a:cxnLst/>
              <a:rect l="l" t="t" r="r" b="b"/>
              <a:pathLst>
                <a:path w="8777" h="8740" extrusionOk="0">
                  <a:moveTo>
                    <a:pt x="4373" y="2429"/>
                  </a:moveTo>
                  <a:cubicBezTo>
                    <a:pt x="4599" y="2429"/>
                    <a:pt x="4826" y="2469"/>
                    <a:pt x="5047" y="2552"/>
                  </a:cubicBezTo>
                  <a:cubicBezTo>
                    <a:pt x="5733" y="2803"/>
                    <a:pt x="6327" y="3656"/>
                    <a:pt x="6309" y="4389"/>
                  </a:cubicBezTo>
                  <a:cubicBezTo>
                    <a:pt x="6290" y="5029"/>
                    <a:pt x="5984" y="5595"/>
                    <a:pt x="5464" y="5947"/>
                  </a:cubicBezTo>
                  <a:cubicBezTo>
                    <a:pt x="5138" y="6175"/>
                    <a:pt x="4763" y="6289"/>
                    <a:pt x="4380" y="6289"/>
                  </a:cubicBezTo>
                  <a:cubicBezTo>
                    <a:pt x="4154" y="6289"/>
                    <a:pt x="3926" y="6249"/>
                    <a:pt x="3702" y="6170"/>
                  </a:cubicBezTo>
                  <a:cubicBezTo>
                    <a:pt x="3015" y="5919"/>
                    <a:pt x="2431" y="5057"/>
                    <a:pt x="2450" y="4324"/>
                  </a:cubicBezTo>
                  <a:cubicBezTo>
                    <a:pt x="2459" y="3693"/>
                    <a:pt x="2765" y="3118"/>
                    <a:pt x="3284" y="2765"/>
                  </a:cubicBezTo>
                  <a:cubicBezTo>
                    <a:pt x="3616" y="2544"/>
                    <a:pt x="3992" y="2429"/>
                    <a:pt x="4373" y="2429"/>
                  </a:cubicBezTo>
                  <a:close/>
                  <a:moveTo>
                    <a:pt x="4370" y="2312"/>
                  </a:moveTo>
                  <a:cubicBezTo>
                    <a:pt x="3966" y="2312"/>
                    <a:pt x="3569" y="2434"/>
                    <a:pt x="3219" y="2673"/>
                  </a:cubicBezTo>
                  <a:cubicBezTo>
                    <a:pt x="2672" y="3044"/>
                    <a:pt x="2347" y="3647"/>
                    <a:pt x="2329" y="4324"/>
                  </a:cubicBezTo>
                  <a:cubicBezTo>
                    <a:pt x="2310" y="5112"/>
                    <a:pt x="2923" y="6003"/>
                    <a:pt x="3665" y="6272"/>
                  </a:cubicBezTo>
                  <a:cubicBezTo>
                    <a:pt x="3897" y="6365"/>
                    <a:pt x="4138" y="6402"/>
                    <a:pt x="4379" y="6402"/>
                  </a:cubicBezTo>
                  <a:cubicBezTo>
                    <a:pt x="4787" y="6402"/>
                    <a:pt x="5186" y="6281"/>
                    <a:pt x="5529" y="6049"/>
                  </a:cubicBezTo>
                  <a:cubicBezTo>
                    <a:pt x="6077" y="5669"/>
                    <a:pt x="6401" y="5066"/>
                    <a:pt x="6420" y="4389"/>
                  </a:cubicBezTo>
                  <a:cubicBezTo>
                    <a:pt x="6438" y="3600"/>
                    <a:pt x="5826" y="2710"/>
                    <a:pt x="5084" y="2441"/>
                  </a:cubicBezTo>
                  <a:cubicBezTo>
                    <a:pt x="4850" y="2355"/>
                    <a:pt x="4609" y="2312"/>
                    <a:pt x="4370" y="2312"/>
                  </a:cubicBezTo>
                  <a:close/>
                  <a:moveTo>
                    <a:pt x="5019" y="112"/>
                  </a:moveTo>
                  <a:lnTo>
                    <a:pt x="6197" y="474"/>
                  </a:lnTo>
                  <a:cubicBezTo>
                    <a:pt x="6216" y="474"/>
                    <a:pt x="6234" y="493"/>
                    <a:pt x="6244" y="511"/>
                  </a:cubicBezTo>
                  <a:cubicBezTo>
                    <a:pt x="6253" y="530"/>
                    <a:pt x="6253" y="548"/>
                    <a:pt x="6253" y="567"/>
                  </a:cubicBezTo>
                  <a:lnTo>
                    <a:pt x="6012" y="1346"/>
                  </a:lnTo>
                  <a:cubicBezTo>
                    <a:pt x="5993" y="1430"/>
                    <a:pt x="6021" y="1522"/>
                    <a:pt x="6105" y="1569"/>
                  </a:cubicBezTo>
                  <a:cubicBezTo>
                    <a:pt x="6346" y="1726"/>
                    <a:pt x="6578" y="1912"/>
                    <a:pt x="6772" y="2125"/>
                  </a:cubicBezTo>
                  <a:cubicBezTo>
                    <a:pt x="6813" y="2166"/>
                    <a:pt x="6864" y="2188"/>
                    <a:pt x="6917" y="2188"/>
                  </a:cubicBezTo>
                  <a:cubicBezTo>
                    <a:pt x="6949" y="2188"/>
                    <a:pt x="6982" y="2180"/>
                    <a:pt x="7014" y="2162"/>
                  </a:cubicBezTo>
                  <a:lnTo>
                    <a:pt x="7728" y="1782"/>
                  </a:lnTo>
                  <a:cubicBezTo>
                    <a:pt x="7741" y="1776"/>
                    <a:pt x="7754" y="1769"/>
                    <a:pt x="7771" y="1769"/>
                  </a:cubicBezTo>
                  <a:cubicBezTo>
                    <a:pt x="7777" y="1769"/>
                    <a:pt x="7785" y="1770"/>
                    <a:pt x="7793" y="1773"/>
                  </a:cubicBezTo>
                  <a:cubicBezTo>
                    <a:pt x="7811" y="1782"/>
                    <a:pt x="7830" y="1791"/>
                    <a:pt x="7839" y="1810"/>
                  </a:cubicBezTo>
                  <a:lnTo>
                    <a:pt x="8424" y="2895"/>
                  </a:lnTo>
                  <a:cubicBezTo>
                    <a:pt x="8433" y="2914"/>
                    <a:pt x="8433" y="2932"/>
                    <a:pt x="8424" y="2960"/>
                  </a:cubicBezTo>
                  <a:cubicBezTo>
                    <a:pt x="8424" y="2979"/>
                    <a:pt x="8405" y="2997"/>
                    <a:pt x="8387" y="3007"/>
                  </a:cubicBezTo>
                  <a:lnTo>
                    <a:pt x="7672" y="3387"/>
                  </a:lnTo>
                  <a:cubicBezTo>
                    <a:pt x="7598" y="3433"/>
                    <a:pt x="7552" y="3517"/>
                    <a:pt x="7580" y="3610"/>
                  </a:cubicBezTo>
                  <a:cubicBezTo>
                    <a:pt x="7644" y="3888"/>
                    <a:pt x="7672" y="4185"/>
                    <a:pt x="7663" y="4472"/>
                  </a:cubicBezTo>
                  <a:cubicBezTo>
                    <a:pt x="7663" y="4565"/>
                    <a:pt x="7719" y="4649"/>
                    <a:pt x="7802" y="4667"/>
                  </a:cubicBezTo>
                  <a:lnTo>
                    <a:pt x="8581" y="4908"/>
                  </a:lnTo>
                  <a:cubicBezTo>
                    <a:pt x="8619" y="4918"/>
                    <a:pt x="8646" y="4964"/>
                    <a:pt x="8637" y="5001"/>
                  </a:cubicBezTo>
                  <a:lnTo>
                    <a:pt x="8275" y="6189"/>
                  </a:lnTo>
                  <a:cubicBezTo>
                    <a:pt x="8268" y="6217"/>
                    <a:pt x="8238" y="6241"/>
                    <a:pt x="8208" y="6241"/>
                  </a:cubicBezTo>
                  <a:cubicBezTo>
                    <a:pt x="8199" y="6241"/>
                    <a:pt x="8191" y="6239"/>
                    <a:pt x="8183" y="6235"/>
                  </a:cubicBezTo>
                  <a:lnTo>
                    <a:pt x="7403" y="6003"/>
                  </a:lnTo>
                  <a:cubicBezTo>
                    <a:pt x="7384" y="5997"/>
                    <a:pt x="7365" y="5994"/>
                    <a:pt x="7346" y="5994"/>
                  </a:cubicBezTo>
                  <a:cubicBezTo>
                    <a:pt x="7280" y="5994"/>
                    <a:pt x="7217" y="6029"/>
                    <a:pt x="7181" y="6086"/>
                  </a:cubicBezTo>
                  <a:cubicBezTo>
                    <a:pt x="7023" y="6337"/>
                    <a:pt x="6837" y="6569"/>
                    <a:pt x="6624" y="6764"/>
                  </a:cubicBezTo>
                  <a:cubicBezTo>
                    <a:pt x="6559" y="6829"/>
                    <a:pt x="6550" y="6921"/>
                    <a:pt x="6587" y="7005"/>
                  </a:cubicBezTo>
                  <a:lnTo>
                    <a:pt x="6977" y="7719"/>
                  </a:lnTo>
                  <a:cubicBezTo>
                    <a:pt x="6995" y="7756"/>
                    <a:pt x="6977" y="7803"/>
                    <a:pt x="6939" y="7830"/>
                  </a:cubicBezTo>
                  <a:lnTo>
                    <a:pt x="5854" y="8406"/>
                  </a:lnTo>
                  <a:cubicBezTo>
                    <a:pt x="5842" y="8415"/>
                    <a:pt x="5828" y="8419"/>
                    <a:pt x="5815" y="8419"/>
                  </a:cubicBezTo>
                  <a:cubicBezTo>
                    <a:pt x="5788" y="8419"/>
                    <a:pt x="5761" y="8403"/>
                    <a:pt x="5743" y="8378"/>
                  </a:cubicBezTo>
                  <a:lnTo>
                    <a:pt x="5362" y="7663"/>
                  </a:lnTo>
                  <a:cubicBezTo>
                    <a:pt x="5324" y="7594"/>
                    <a:pt x="5260" y="7557"/>
                    <a:pt x="5186" y="7557"/>
                  </a:cubicBezTo>
                  <a:cubicBezTo>
                    <a:pt x="5171" y="7557"/>
                    <a:pt x="5155" y="7558"/>
                    <a:pt x="5140" y="7561"/>
                  </a:cubicBezTo>
                  <a:cubicBezTo>
                    <a:pt x="4896" y="7627"/>
                    <a:pt x="4637" y="7656"/>
                    <a:pt x="4384" y="7656"/>
                  </a:cubicBezTo>
                  <a:cubicBezTo>
                    <a:pt x="4348" y="7656"/>
                    <a:pt x="4312" y="7655"/>
                    <a:pt x="4277" y="7654"/>
                  </a:cubicBezTo>
                  <a:cubicBezTo>
                    <a:pt x="4271" y="7654"/>
                    <a:pt x="4265" y="7653"/>
                    <a:pt x="4259" y="7653"/>
                  </a:cubicBezTo>
                  <a:cubicBezTo>
                    <a:pt x="4174" y="7653"/>
                    <a:pt x="4100" y="7715"/>
                    <a:pt x="4082" y="7793"/>
                  </a:cubicBezTo>
                  <a:lnTo>
                    <a:pt x="3841" y="8573"/>
                  </a:lnTo>
                  <a:cubicBezTo>
                    <a:pt x="3841" y="8591"/>
                    <a:pt x="3822" y="8610"/>
                    <a:pt x="3804" y="8619"/>
                  </a:cubicBezTo>
                  <a:cubicBezTo>
                    <a:pt x="3795" y="8624"/>
                    <a:pt x="3785" y="8626"/>
                    <a:pt x="3776" y="8626"/>
                  </a:cubicBezTo>
                  <a:cubicBezTo>
                    <a:pt x="3767" y="8626"/>
                    <a:pt x="3758" y="8624"/>
                    <a:pt x="3748" y="8619"/>
                  </a:cubicBezTo>
                  <a:lnTo>
                    <a:pt x="2570" y="8266"/>
                  </a:lnTo>
                  <a:cubicBezTo>
                    <a:pt x="2524" y="8257"/>
                    <a:pt x="2496" y="8211"/>
                    <a:pt x="2514" y="8164"/>
                  </a:cubicBezTo>
                  <a:lnTo>
                    <a:pt x="2746" y="7394"/>
                  </a:lnTo>
                  <a:cubicBezTo>
                    <a:pt x="2774" y="7302"/>
                    <a:pt x="2737" y="7218"/>
                    <a:pt x="2663" y="7172"/>
                  </a:cubicBezTo>
                  <a:cubicBezTo>
                    <a:pt x="2412" y="7014"/>
                    <a:pt x="2180" y="6829"/>
                    <a:pt x="1986" y="6615"/>
                  </a:cubicBezTo>
                  <a:cubicBezTo>
                    <a:pt x="1949" y="6578"/>
                    <a:pt x="1893" y="6550"/>
                    <a:pt x="1837" y="6550"/>
                  </a:cubicBezTo>
                  <a:cubicBezTo>
                    <a:pt x="1809" y="6550"/>
                    <a:pt x="1782" y="6560"/>
                    <a:pt x="1744" y="6578"/>
                  </a:cubicBezTo>
                  <a:lnTo>
                    <a:pt x="1030" y="6958"/>
                  </a:lnTo>
                  <a:cubicBezTo>
                    <a:pt x="1018" y="6965"/>
                    <a:pt x="1004" y="6968"/>
                    <a:pt x="991" y="6968"/>
                  </a:cubicBezTo>
                  <a:cubicBezTo>
                    <a:pt x="964" y="6968"/>
                    <a:pt x="937" y="6955"/>
                    <a:pt x="919" y="6931"/>
                  </a:cubicBezTo>
                  <a:lnTo>
                    <a:pt x="334" y="5845"/>
                  </a:lnTo>
                  <a:cubicBezTo>
                    <a:pt x="325" y="5827"/>
                    <a:pt x="325" y="5799"/>
                    <a:pt x="334" y="5780"/>
                  </a:cubicBezTo>
                  <a:cubicBezTo>
                    <a:pt x="334" y="5762"/>
                    <a:pt x="353" y="5743"/>
                    <a:pt x="372" y="5734"/>
                  </a:cubicBezTo>
                  <a:lnTo>
                    <a:pt x="1086" y="5344"/>
                  </a:lnTo>
                  <a:cubicBezTo>
                    <a:pt x="1160" y="5307"/>
                    <a:pt x="1206" y="5214"/>
                    <a:pt x="1179" y="5131"/>
                  </a:cubicBezTo>
                  <a:cubicBezTo>
                    <a:pt x="1114" y="4843"/>
                    <a:pt x="1086" y="4556"/>
                    <a:pt x="1095" y="4259"/>
                  </a:cubicBezTo>
                  <a:cubicBezTo>
                    <a:pt x="1095" y="4175"/>
                    <a:pt x="1039" y="4092"/>
                    <a:pt x="956" y="4064"/>
                  </a:cubicBezTo>
                  <a:lnTo>
                    <a:pt x="177" y="3832"/>
                  </a:lnTo>
                  <a:cubicBezTo>
                    <a:pt x="158" y="3823"/>
                    <a:pt x="140" y="3814"/>
                    <a:pt x="130" y="3795"/>
                  </a:cubicBezTo>
                  <a:cubicBezTo>
                    <a:pt x="121" y="3777"/>
                    <a:pt x="121" y="3749"/>
                    <a:pt x="121" y="3730"/>
                  </a:cubicBezTo>
                  <a:lnTo>
                    <a:pt x="483" y="2552"/>
                  </a:lnTo>
                  <a:cubicBezTo>
                    <a:pt x="483" y="2534"/>
                    <a:pt x="501" y="2515"/>
                    <a:pt x="520" y="2506"/>
                  </a:cubicBezTo>
                  <a:cubicBezTo>
                    <a:pt x="539" y="2496"/>
                    <a:pt x="557" y="2496"/>
                    <a:pt x="576" y="2496"/>
                  </a:cubicBezTo>
                  <a:lnTo>
                    <a:pt x="1355" y="2738"/>
                  </a:lnTo>
                  <a:cubicBezTo>
                    <a:pt x="1369" y="2741"/>
                    <a:pt x="1384" y="2742"/>
                    <a:pt x="1398" y="2742"/>
                  </a:cubicBezTo>
                  <a:cubicBezTo>
                    <a:pt x="1469" y="2742"/>
                    <a:pt x="1539" y="2706"/>
                    <a:pt x="1577" y="2645"/>
                  </a:cubicBezTo>
                  <a:cubicBezTo>
                    <a:pt x="1735" y="2394"/>
                    <a:pt x="1921" y="2172"/>
                    <a:pt x="2134" y="1968"/>
                  </a:cubicBezTo>
                  <a:cubicBezTo>
                    <a:pt x="2199" y="1912"/>
                    <a:pt x="2208" y="1810"/>
                    <a:pt x="2171" y="1736"/>
                  </a:cubicBezTo>
                  <a:lnTo>
                    <a:pt x="1782" y="1021"/>
                  </a:lnTo>
                  <a:cubicBezTo>
                    <a:pt x="1782" y="1003"/>
                    <a:pt x="1772" y="975"/>
                    <a:pt x="1782" y="956"/>
                  </a:cubicBezTo>
                  <a:cubicBezTo>
                    <a:pt x="1791" y="938"/>
                    <a:pt x="1800" y="919"/>
                    <a:pt x="1819" y="910"/>
                  </a:cubicBezTo>
                  <a:lnTo>
                    <a:pt x="2904" y="326"/>
                  </a:lnTo>
                  <a:cubicBezTo>
                    <a:pt x="2913" y="321"/>
                    <a:pt x="2923" y="319"/>
                    <a:pt x="2933" y="319"/>
                  </a:cubicBezTo>
                  <a:cubicBezTo>
                    <a:pt x="2943" y="319"/>
                    <a:pt x="2955" y="321"/>
                    <a:pt x="2969" y="326"/>
                  </a:cubicBezTo>
                  <a:cubicBezTo>
                    <a:pt x="2988" y="326"/>
                    <a:pt x="3006" y="344"/>
                    <a:pt x="3015" y="363"/>
                  </a:cubicBezTo>
                  <a:lnTo>
                    <a:pt x="3396" y="1077"/>
                  </a:lnTo>
                  <a:cubicBezTo>
                    <a:pt x="3433" y="1136"/>
                    <a:pt x="3500" y="1178"/>
                    <a:pt x="3568" y="1178"/>
                  </a:cubicBezTo>
                  <a:cubicBezTo>
                    <a:pt x="3585" y="1178"/>
                    <a:pt x="3602" y="1175"/>
                    <a:pt x="3618" y="1170"/>
                  </a:cubicBezTo>
                  <a:cubicBezTo>
                    <a:pt x="3870" y="1113"/>
                    <a:pt x="4122" y="1085"/>
                    <a:pt x="4379" y="1085"/>
                  </a:cubicBezTo>
                  <a:cubicBezTo>
                    <a:pt x="4416" y="1085"/>
                    <a:pt x="4453" y="1085"/>
                    <a:pt x="4490" y="1086"/>
                  </a:cubicBezTo>
                  <a:cubicBezTo>
                    <a:pt x="4574" y="1086"/>
                    <a:pt x="4657" y="1031"/>
                    <a:pt x="4685" y="947"/>
                  </a:cubicBezTo>
                  <a:lnTo>
                    <a:pt x="4917" y="168"/>
                  </a:lnTo>
                  <a:cubicBezTo>
                    <a:pt x="4917" y="149"/>
                    <a:pt x="4936" y="131"/>
                    <a:pt x="4954" y="122"/>
                  </a:cubicBezTo>
                  <a:cubicBezTo>
                    <a:pt x="4973" y="112"/>
                    <a:pt x="4991" y="112"/>
                    <a:pt x="5019" y="112"/>
                  </a:cubicBezTo>
                  <a:close/>
                  <a:moveTo>
                    <a:pt x="4993" y="0"/>
                  </a:moveTo>
                  <a:cubicBezTo>
                    <a:pt x="4959" y="0"/>
                    <a:pt x="4927" y="8"/>
                    <a:pt x="4899" y="20"/>
                  </a:cubicBezTo>
                  <a:cubicBezTo>
                    <a:pt x="4852" y="47"/>
                    <a:pt x="4824" y="84"/>
                    <a:pt x="4806" y="140"/>
                  </a:cubicBezTo>
                  <a:lnTo>
                    <a:pt x="4574" y="919"/>
                  </a:lnTo>
                  <a:cubicBezTo>
                    <a:pt x="4565" y="947"/>
                    <a:pt x="4537" y="975"/>
                    <a:pt x="4490" y="975"/>
                  </a:cubicBezTo>
                  <a:cubicBezTo>
                    <a:pt x="4439" y="972"/>
                    <a:pt x="4387" y="970"/>
                    <a:pt x="4334" y="970"/>
                  </a:cubicBezTo>
                  <a:cubicBezTo>
                    <a:pt x="4087" y="970"/>
                    <a:pt x="3836" y="1005"/>
                    <a:pt x="3591" y="1059"/>
                  </a:cubicBezTo>
                  <a:cubicBezTo>
                    <a:pt x="3582" y="1061"/>
                    <a:pt x="3574" y="1062"/>
                    <a:pt x="3566" y="1062"/>
                  </a:cubicBezTo>
                  <a:cubicBezTo>
                    <a:pt x="3541" y="1062"/>
                    <a:pt x="3521" y="1050"/>
                    <a:pt x="3507" y="1021"/>
                  </a:cubicBezTo>
                  <a:lnTo>
                    <a:pt x="3117" y="307"/>
                  </a:lnTo>
                  <a:cubicBezTo>
                    <a:pt x="3099" y="261"/>
                    <a:pt x="3052" y="224"/>
                    <a:pt x="3006" y="214"/>
                  </a:cubicBezTo>
                  <a:cubicBezTo>
                    <a:pt x="2985" y="207"/>
                    <a:pt x="2965" y="204"/>
                    <a:pt x="2946" y="204"/>
                  </a:cubicBezTo>
                  <a:cubicBezTo>
                    <a:pt x="2915" y="204"/>
                    <a:pt x="2886" y="212"/>
                    <a:pt x="2858" y="224"/>
                  </a:cubicBezTo>
                  <a:lnTo>
                    <a:pt x="1772" y="808"/>
                  </a:lnTo>
                  <a:cubicBezTo>
                    <a:pt x="1726" y="836"/>
                    <a:pt x="1689" y="873"/>
                    <a:pt x="1670" y="929"/>
                  </a:cubicBezTo>
                  <a:cubicBezTo>
                    <a:pt x="1661" y="975"/>
                    <a:pt x="1661" y="1031"/>
                    <a:pt x="1689" y="1077"/>
                  </a:cubicBezTo>
                  <a:lnTo>
                    <a:pt x="2078" y="1791"/>
                  </a:lnTo>
                  <a:cubicBezTo>
                    <a:pt x="2088" y="1828"/>
                    <a:pt x="2088" y="1866"/>
                    <a:pt x="2060" y="1884"/>
                  </a:cubicBezTo>
                  <a:cubicBezTo>
                    <a:pt x="1837" y="2098"/>
                    <a:pt x="1642" y="2329"/>
                    <a:pt x="1485" y="2589"/>
                  </a:cubicBezTo>
                  <a:cubicBezTo>
                    <a:pt x="1469" y="2612"/>
                    <a:pt x="1442" y="2629"/>
                    <a:pt x="1412" y="2629"/>
                  </a:cubicBezTo>
                  <a:cubicBezTo>
                    <a:pt x="1405" y="2629"/>
                    <a:pt x="1399" y="2628"/>
                    <a:pt x="1392" y="2626"/>
                  </a:cubicBezTo>
                  <a:lnTo>
                    <a:pt x="613" y="2394"/>
                  </a:lnTo>
                  <a:cubicBezTo>
                    <a:pt x="595" y="2387"/>
                    <a:pt x="576" y="2384"/>
                    <a:pt x="557" y="2384"/>
                  </a:cubicBezTo>
                  <a:cubicBezTo>
                    <a:pt x="525" y="2384"/>
                    <a:pt x="493" y="2392"/>
                    <a:pt x="464" y="2404"/>
                  </a:cubicBezTo>
                  <a:cubicBezTo>
                    <a:pt x="418" y="2431"/>
                    <a:pt x="390" y="2469"/>
                    <a:pt x="372" y="2524"/>
                  </a:cubicBezTo>
                  <a:lnTo>
                    <a:pt x="19" y="3702"/>
                  </a:lnTo>
                  <a:cubicBezTo>
                    <a:pt x="0" y="3749"/>
                    <a:pt x="10" y="3804"/>
                    <a:pt x="28" y="3851"/>
                  </a:cubicBezTo>
                  <a:cubicBezTo>
                    <a:pt x="56" y="3897"/>
                    <a:pt x="103" y="3925"/>
                    <a:pt x="149" y="3944"/>
                  </a:cubicBezTo>
                  <a:lnTo>
                    <a:pt x="928" y="4175"/>
                  </a:lnTo>
                  <a:cubicBezTo>
                    <a:pt x="965" y="4194"/>
                    <a:pt x="984" y="4222"/>
                    <a:pt x="984" y="4259"/>
                  </a:cubicBezTo>
                  <a:cubicBezTo>
                    <a:pt x="975" y="4565"/>
                    <a:pt x="1002" y="4862"/>
                    <a:pt x="1077" y="5159"/>
                  </a:cubicBezTo>
                  <a:cubicBezTo>
                    <a:pt x="1086" y="5196"/>
                    <a:pt x="1067" y="5233"/>
                    <a:pt x="1030" y="5252"/>
                  </a:cubicBezTo>
                  <a:lnTo>
                    <a:pt x="316" y="5632"/>
                  </a:lnTo>
                  <a:cubicBezTo>
                    <a:pt x="269" y="5660"/>
                    <a:pt x="242" y="5697"/>
                    <a:pt x="223" y="5753"/>
                  </a:cubicBezTo>
                  <a:cubicBezTo>
                    <a:pt x="214" y="5799"/>
                    <a:pt x="214" y="5855"/>
                    <a:pt x="242" y="5901"/>
                  </a:cubicBezTo>
                  <a:lnTo>
                    <a:pt x="826" y="6986"/>
                  </a:lnTo>
                  <a:cubicBezTo>
                    <a:pt x="858" y="7049"/>
                    <a:pt x="923" y="7087"/>
                    <a:pt x="991" y="7087"/>
                  </a:cubicBezTo>
                  <a:cubicBezTo>
                    <a:pt x="1024" y="7087"/>
                    <a:pt x="1056" y="7078"/>
                    <a:pt x="1086" y="7061"/>
                  </a:cubicBezTo>
                  <a:lnTo>
                    <a:pt x="1800" y="6680"/>
                  </a:lnTo>
                  <a:cubicBezTo>
                    <a:pt x="1813" y="6674"/>
                    <a:pt x="1826" y="6671"/>
                    <a:pt x="1839" y="6671"/>
                  </a:cubicBezTo>
                  <a:cubicBezTo>
                    <a:pt x="1862" y="6671"/>
                    <a:pt x="1884" y="6681"/>
                    <a:pt x="1902" y="6699"/>
                  </a:cubicBezTo>
                  <a:cubicBezTo>
                    <a:pt x="2106" y="6912"/>
                    <a:pt x="2338" y="7107"/>
                    <a:pt x="2598" y="7265"/>
                  </a:cubicBezTo>
                  <a:cubicBezTo>
                    <a:pt x="2635" y="7283"/>
                    <a:pt x="2644" y="7320"/>
                    <a:pt x="2635" y="7357"/>
                  </a:cubicBezTo>
                  <a:lnTo>
                    <a:pt x="2403" y="8137"/>
                  </a:lnTo>
                  <a:cubicBezTo>
                    <a:pt x="2366" y="8239"/>
                    <a:pt x="2431" y="8350"/>
                    <a:pt x="2533" y="8378"/>
                  </a:cubicBezTo>
                  <a:lnTo>
                    <a:pt x="3711" y="8740"/>
                  </a:lnTo>
                  <a:lnTo>
                    <a:pt x="3767" y="8740"/>
                  </a:lnTo>
                  <a:cubicBezTo>
                    <a:pt x="3804" y="8740"/>
                    <a:pt x="3832" y="8740"/>
                    <a:pt x="3860" y="8721"/>
                  </a:cubicBezTo>
                  <a:cubicBezTo>
                    <a:pt x="3906" y="8693"/>
                    <a:pt x="3943" y="8656"/>
                    <a:pt x="3952" y="8600"/>
                  </a:cubicBezTo>
                  <a:lnTo>
                    <a:pt x="4194" y="7830"/>
                  </a:lnTo>
                  <a:cubicBezTo>
                    <a:pt x="4203" y="7793"/>
                    <a:pt x="4231" y="7775"/>
                    <a:pt x="4268" y="7775"/>
                  </a:cubicBezTo>
                  <a:cubicBezTo>
                    <a:pt x="4299" y="7776"/>
                    <a:pt x="4330" y="7776"/>
                    <a:pt x="4361" y="7776"/>
                  </a:cubicBezTo>
                  <a:cubicBezTo>
                    <a:pt x="4634" y="7776"/>
                    <a:pt x="4901" y="7740"/>
                    <a:pt x="5168" y="7682"/>
                  </a:cubicBezTo>
                  <a:cubicBezTo>
                    <a:pt x="5174" y="7680"/>
                    <a:pt x="5181" y="7680"/>
                    <a:pt x="5187" y="7680"/>
                  </a:cubicBezTo>
                  <a:cubicBezTo>
                    <a:pt x="5217" y="7680"/>
                    <a:pt x="5245" y="7696"/>
                    <a:pt x="5260" y="7719"/>
                  </a:cubicBezTo>
                  <a:lnTo>
                    <a:pt x="5641" y="8433"/>
                  </a:lnTo>
                  <a:cubicBezTo>
                    <a:pt x="5680" y="8499"/>
                    <a:pt x="5752" y="8537"/>
                    <a:pt x="5824" y="8537"/>
                  </a:cubicBezTo>
                  <a:cubicBezTo>
                    <a:pt x="5853" y="8537"/>
                    <a:pt x="5883" y="8530"/>
                    <a:pt x="5910" y="8517"/>
                  </a:cubicBezTo>
                  <a:lnTo>
                    <a:pt x="6995" y="7933"/>
                  </a:lnTo>
                  <a:cubicBezTo>
                    <a:pt x="7088" y="7877"/>
                    <a:pt x="7125" y="7756"/>
                    <a:pt x="7079" y="7663"/>
                  </a:cubicBezTo>
                  <a:lnTo>
                    <a:pt x="6689" y="6949"/>
                  </a:lnTo>
                  <a:cubicBezTo>
                    <a:pt x="6670" y="6921"/>
                    <a:pt x="6680" y="6875"/>
                    <a:pt x="6708" y="6856"/>
                  </a:cubicBezTo>
                  <a:cubicBezTo>
                    <a:pt x="6930" y="6643"/>
                    <a:pt x="7116" y="6411"/>
                    <a:pt x="7283" y="6151"/>
                  </a:cubicBezTo>
                  <a:cubicBezTo>
                    <a:pt x="7298" y="6128"/>
                    <a:pt x="7326" y="6112"/>
                    <a:pt x="7351" y="6112"/>
                  </a:cubicBezTo>
                  <a:cubicBezTo>
                    <a:pt x="7356" y="6112"/>
                    <a:pt x="7361" y="6113"/>
                    <a:pt x="7366" y="6114"/>
                  </a:cubicBezTo>
                  <a:lnTo>
                    <a:pt x="8145" y="6355"/>
                  </a:lnTo>
                  <a:cubicBezTo>
                    <a:pt x="8163" y="6360"/>
                    <a:pt x="8181" y="6363"/>
                    <a:pt x="8198" y="6363"/>
                  </a:cubicBezTo>
                  <a:cubicBezTo>
                    <a:pt x="8283" y="6363"/>
                    <a:pt x="8365" y="6309"/>
                    <a:pt x="8396" y="6216"/>
                  </a:cubicBezTo>
                  <a:lnTo>
                    <a:pt x="8748" y="5038"/>
                  </a:lnTo>
                  <a:cubicBezTo>
                    <a:pt x="8776" y="4936"/>
                    <a:pt x="8721" y="4825"/>
                    <a:pt x="8619" y="4797"/>
                  </a:cubicBezTo>
                  <a:lnTo>
                    <a:pt x="7839" y="4565"/>
                  </a:lnTo>
                  <a:cubicBezTo>
                    <a:pt x="7802" y="4556"/>
                    <a:pt x="7784" y="4519"/>
                    <a:pt x="7784" y="4482"/>
                  </a:cubicBezTo>
                  <a:cubicBezTo>
                    <a:pt x="7793" y="4175"/>
                    <a:pt x="7765" y="3879"/>
                    <a:pt x="7691" y="3582"/>
                  </a:cubicBezTo>
                  <a:cubicBezTo>
                    <a:pt x="7682" y="3545"/>
                    <a:pt x="7700" y="3508"/>
                    <a:pt x="7728" y="3489"/>
                  </a:cubicBezTo>
                  <a:lnTo>
                    <a:pt x="8442" y="3109"/>
                  </a:lnTo>
                  <a:cubicBezTo>
                    <a:pt x="8489" y="3081"/>
                    <a:pt x="8526" y="3044"/>
                    <a:pt x="8544" y="2988"/>
                  </a:cubicBezTo>
                  <a:cubicBezTo>
                    <a:pt x="8554" y="2942"/>
                    <a:pt x="8554" y="2886"/>
                    <a:pt x="8526" y="2840"/>
                  </a:cubicBezTo>
                  <a:lnTo>
                    <a:pt x="7941" y="1754"/>
                  </a:lnTo>
                  <a:cubicBezTo>
                    <a:pt x="7913" y="1708"/>
                    <a:pt x="7876" y="1680"/>
                    <a:pt x="7830" y="1662"/>
                  </a:cubicBezTo>
                  <a:cubicBezTo>
                    <a:pt x="7810" y="1658"/>
                    <a:pt x="7789" y="1656"/>
                    <a:pt x="7769" y="1656"/>
                  </a:cubicBezTo>
                  <a:cubicBezTo>
                    <a:pt x="7735" y="1656"/>
                    <a:pt x="7702" y="1662"/>
                    <a:pt x="7672" y="1680"/>
                  </a:cubicBezTo>
                  <a:lnTo>
                    <a:pt x="6958" y="2060"/>
                  </a:lnTo>
                  <a:cubicBezTo>
                    <a:pt x="6948" y="2067"/>
                    <a:pt x="6937" y="2070"/>
                    <a:pt x="6926" y="2070"/>
                  </a:cubicBezTo>
                  <a:cubicBezTo>
                    <a:pt x="6905" y="2070"/>
                    <a:pt x="6883" y="2060"/>
                    <a:pt x="6865" y="2042"/>
                  </a:cubicBezTo>
                  <a:cubicBezTo>
                    <a:pt x="6661" y="1828"/>
                    <a:pt x="6420" y="1634"/>
                    <a:pt x="6160" y="1476"/>
                  </a:cubicBezTo>
                  <a:cubicBezTo>
                    <a:pt x="6132" y="1457"/>
                    <a:pt x="6114" y="1420"/>
                    <a:pt x="6132" y="1383"/>
                  </a:cubicBezTo>
                  <a:lnTo>
                    <a:pt x="6364" y="604"/>
                  </a:lnTo>
                  <a:cubicBezTo>
                    <a:pt x="6374" y="558"/>
                    <a:pt x="6374" y="502"/>
                    <a:pt x="6346" y="456"/>
                  </a:cubicBezTo>
                  <a:cubicBezTo>
                    <a:pt x="6327" y="409"/>
                    <a:pt x="6281" y="372"/>
                    <a:pt x="6234" y="363"/>
                  </a:cubicBezTo>
                  <a:lnTo>
                    <a:pt x="5056" y="10"/>
                  </a:lnTo>
                  <a:cubicBezTo>
                    <a:pt x="5035" y="3"/>
                    <a:pt x="5014" y="0"/>
                    <a:pt x="49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4"/>
            <p:cNvSpPr/>
            <p:nvPr/>
          </p:nvSpPr>
          <p:spPr>
            <a:xfrm>
              <a:off x="7731226" y="2764939"/>
              <a:ext cx="652517" cy="651101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4"/>
            <p:cNvSpPr/>
            <p:nvPr/>
          </p:nvSpPr>
          <p:spPr>
            <a:xfrm>
              <a:off x="5349677" y="3784338"/>
              <a:ext cx="1411122" cy="6608"/>
            </a:xfrm>
            <a:custGeom>
              <a:avLst/>
              <a:gdLst/>
              <a:ahLst/>
              <a:cxnLst/>
              <a:rect l="l" t="t" r="r" b="b"/>
              <a:pathLst>
                <a:path w="23916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2" name="Google Shape;762;p24"/>
            <p:cNvSpPr/>
            <p:nvPr/>
          </p:nvSpPr>
          <p:spPr>
            <a:xfrm>
              <a:off x="5615133" y="3875734"/>
              <a:ext cx="879679" cy="6608"/>
            </a:xfrm>
            <a:custGeom>
              <a:avLst/>
              <a:gdLst/>
              <a:ahLst/>
              <a:cxnLst/>
              <a:rect l="l" t="t" r="r" b="b"/>
              <a:pathLst>
                <a:path w="14909" h="11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14853" y="112"/>
                  </a:lnTo>
                  <a:cubicBezTo>
                    <a:pt x="14890" y="112"/>
                    <a:pt x="14908" y="93"/>
                    <a:pt x="14908" y="56"/>
                  </a:cubicBezTo>
                  <a:cubicBezTo>
                    <a:pt x="14908" y="28"/>
                    <a:pt x="14890" y="1"/>
                    <a:pt x="14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4"/>
            <p:cNvSpPr/>
            <p:nvPr/>
          </p:nvSpPr>
          <p:spPr>
            <a:xfrm>
              <a:off x="7107207" y="3142854"/>
              <a:ext cx="958508" cy="662902"/>
            </a:xfrm>
            <a:custGeom>
              <a:avLst/>
              <a:gdLst/>
              <a:ahLst/>
              <a:cxnLst/>
              <a:rect l="l" t="t" r="r" b="b"/>
              <a:pathLst>
                <a:path w="16245" h="11235" extrusionOk="0">
                  <a:moveTo>
                    <a:pt x="418" y="0"/>
                  </a:moveTo>
                  <a:cubicBezTo>
                    <a:pt x="186" y="0"/>
                    <a:pt x="1" y="186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096" y="11234"/>
                  </a:lnTo>
                  <a:cubicBezTo>
                    <a:pt x="16179" y="11234"/>
                    <a:pt x="16244" y="11169"/>
                    <a:pt x="16244" y="11086"/>
                  </a:cubicBezTo>
                  <a:lnTo>
                    <a:pt x="16244" y="427"/>
                  </a:lnTo>
                  <a:cubicBezTo>
                    <a:pt x="16244" y="186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4"/>
            <p:cNvSpPr/>
            <p:nvPr/>
          </p:nvSpPr>
          <p:spPr>
            <a:xfrm>
              <a:off x="7103372" y="3139550"/>
              <a:ext cx="966178" cy="669451"/>
            </a:xfrm>
            <a:custGeom>
              <a:avLst/>
              <a:gdLst/>
              <a:ahLst/>
              <a:cxnLst/>
              <a:rect l="l" t="t" r="r" b="b"/>
              <a:pathLst>
                <a:path w="16375" h="11346" extrusionOk="0">
                  <a:moveTo>
                    <a:pt x="15883" y="112"/>
                  </a:moveTo>
                  <a:cubicBezTo>
                    <a:pt x="16087" y="112"/>
                    <a:pt x="16254" y="279"/>
                    <a:pt x="16254" y="483"/>
                  </a:cubicBezTo>
                  <a:lnTo>
                    <a:pt x="16254" y="11142"/>
                  </a:lnTo>
                  <a:cubicBezTo>
                    <a:pt x="16254" y="11188"/>
                    <a:pt x="16217" y="11235"/>
                    <a:pt x="16161" y="11235"/>
                  </a:cubicBezTo>
                  <a:lnTo>
                    <a:pt x="205" y="11235"/>
                  </a:lnTo>
                  <a:cubicBezTo>
                    <a:pt x="159" y="11235"/>
                    <a:pt x="121" y="11188"/>
                    <a:pt x="121" y="11142"/>
                  </a:cubicBezTo>
                  <a:lnTo>
                    <a:pt x="121" y="483"/>
                  </a:lnTo>
                  <a:cubicBezTo>
                    <a:pt x="121" y="279"/>
                    <a:pt x="279" y="112"/>
                    <a:pt x="483" y="112"/>
                  </a:cubicBezTo>
                  <a:close/>
                  <a:moveTo>
                    <a:pt x="483" y="1"/>
                  </a:moveTo>
                  <a:cubicBezTo>
                    <a:pt x="224" y="1"/>
                    <a:pt x="1" y="214"/>
                    <a:pt x="1" y="483"/>
                  </a:cubicBezTo>
                  <a:lnTo>
                    <a:pt x="1" y="11142"/>
                  </a:lnTo>
                  <a:cubicBezTo>
                    <a:pt x="1" y="11253"/>
                    <a:pt x="94" y="11346"/>
                    <a:pt x="214" y="11346"/>
                  </a:cubicBezTo>
                  <a:lnTo>
                    <a:pt x="16161" y="11346"/>
                  </a:lnTo>
                  <a:cubicBezTo>
                    <a:pt x="16281" y="11346"/>
                    <a:pt x="16365" y="11253"/>
                    <a:pt x="16374" y="11142"/>
                  </a:cubicBezTo>
                  <a:lnTo>
                    <a:pt x="16374" y="483"/>
                  </a:lnTo>
                  <a:cubicBezTo>
                    <a:pt x="16374" y="214"/>
                    <a:pt x="16152" y="1"/>
                    <a:pt x="15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4"/>
            <p:cNvSpPr/>
            <p:nvPr/>
          </p:nvSpPr>
          <p:spPr>
            <a:xfrm>
              <a:off x="7177303" y="3206342"/>
              <a:ext cx="818316" cy="535927"/>
            </a:xfrm>
            <a:custGeom>
              <a:avLst/>
              <a:gdLst/>
              <a:ahLst/>
              <a:cxnLst/>
              <a:rect l="l" t="t" r="r" b="b"/>
              <a:pathLst>
                <a:path w="13869" h="9083" extrusionOk="0">
                  <a:moveTo>
                    <a:pt x="0" y="0"/>
                  </a:moveTo>
                  <a:lnTo>
                    <a:pt x="0" y="1856"/>
                  </a:lnTo>
                  <a:lnTo>
                    <a:pt x="0" y="7375"/>
                  </a:lnTo>
                  <a:lnTo>
                    <a:pt x="0" y="9082"/>
                  </a:lnTo>
                  <a:lnTo>
                    <a:pt x="13869" y="9082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4"/>
            <p:cNvSpPr/>
            <p:nvPr/>
          </p:nvSpPr>
          <p:spPr>
            <a:xfrm>
              <a:off x="7173468" y="3203038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1912"/>
                  </a:lnTo>
                  <a:cubicBezTo>
                    <a:pt x="0" y="1939"/>
                    <a:pt x="28" y="1967"/>
                    <a:pt x="65" y="1967"/>
                  </a:cubicBezTo>
                  <a:cubicBezTo>
                    <a:pt x="93" y="1967"/>
                    <a:pt x="121" y="1939"/>
                    <a:pt x="121" y="1912"/>
                  </a:cubicBezTo>
                  <a:lnTo>
                    <a:pt x="121" y="112"/>
                  </a:lnTo>
                  <a:lnTo>
                    <a:pt x="13878" y="112"/>
                  </a:lnTo>
                  <a:lnTo>
                    <a:pt x="13878" y="9073"/>
                  </a:lnTo>
                  <a:lnTo>
                    <a:pt x="121" y="9073"/>
                  </a:lnTo>
                  <a:lnTo>
                    <a:pt x="121" y="7431"/>
                  </a:lnTo>
                  <a:cubicBezTo>
                    <a:pt x="121" y="7403"/>
                    <a:pt x="93" y="7376"/>
                    <a:pt x="65" y="7376"/>
                  </a:cubicBezTo>
                  <a:cubicBezTo>
                    <a:pt x="28" y="7376"/>
                    <a:pt x="0" y="7403"/>
                    <a:pt x="0" y="7431"/>
                  </a:cubicBezTo>
                  <a:lnTo>
                    <a:pt x="0" y="9138"/>
                  </a:lnTo>
                  <a:cubicBezTo>
                    <a:pt x="0" y="9166"/>
                    <a:pt x="28" y="9194"/>
                    <a:pt x="65" y="9194"/>
                  </a:cubicBezTo>
                  <a:lnTo>
                    <a:pt x="13934" y="9194"/>
                  </a:lnTo>
                  <a:cubicBezTo>
                    <a:pt x="13971" y="9194"/>
                    <a:pt x="13990" y="9166"/>
                    <a:pt x="13990" y="9138"/>
                  </a:cubicBezTo>
                  <a:lnTo>
                    <a:pt x="13990" y="56"/>
                  </a:lnTo>
                  <a:cubicBezTo>
                    <a:pt x="13990" y="28"/>
                    <a:pt x="13971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4"/>
            <p:cNvSpPr/>
            <p:nvPr/>
          </p:nvSpPr>
          <p:spPr>
            <a:xfrm>
              <a:off x="7173468" y="3369427"/>
              <a:ext cx="7139" cy="180727"/>
            </a:xfrm>
            <a:custGeom>
              <a:avLst/>
              <a:gdLst/>
              <a:ahLst/>
              <a:cxnLst/>
              <a:rect l="l" t="t" r="r" b="b"/>
              <a:pathLst>
                <a:path w="121" h="3063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006"/>
                  </a:lnTo>
                  <a:cubicBezTo>
                    <a:pt x="0" y="3043"/>
                    <a:pt x="28" y="3062"/>
                    <a:pt x="65" y="3062"/>
                  </a:cubicBezTo>
                  <a:cubicBezTo>
                    <a:pt x="93" y="3062"/>
                    <a:pt x="121" y="3043"/>
                    <a:pt x="121" y="3006"/>
                  </a:cubicBezTo>
                  <a:lnTo>
                    <a:pt x="121" y="66"/>
                  </a:lnTo>
                  <a:cubicBezTo>
                    <a:pt x="121" y="29"/>
                    <a:pt x="93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4"/>
            <p:cNvSpPr/>
            <p:nvPr/>
          </p:nvSpPr>
          <p:spPr>
            <a:xfrm>
              <a:off x="7575752" y="3164745"/>
              <a:ext cx="21418" cy="21418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12"/>
                  </a:moveTo>
                  <a:cubicBezTo>
                    <a:pt x="214" y="112"/>
                    <a:pt x="251" y="139"/>
                    <a:pt x="242" y="177"/>
                  </a:cubicBezTo>
                  <a:cubicBezTo>
                    <a:pt x="242" y="214"/>
                    <a:pt x="214" y="251"/>
                    <a:pt x="177" y="251"/>
                  </a:cubicBezTo>
                  <a:cubicBezTo>
                    <a:pt x="149" y="251"/>
                    <a:pt x="112" y="214"/>
                    <a:pt x="112" y="177"/>
                  </a:cubicBezTo>
                  <a:cubicBezTo>
                    <a:pt x="112" y="149"/>
                    <a:pt x="140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1" y="84"/>
                    <a:pt x="1" y="177"/>
                  </a:cubicBezTo>
                  <a:cubicBezTo>
                    <a:pt x="1" y="279"/>
                    <a:pt x="84" y="362"/>
                    <a:pt x="177" y="362"/>
                  </a:cubicBezTo>
                  <a:cubicBezTo>
                    <a:pt x="279" y="362"/>
                    <a:pt x="362" y="279"/>
                    <a:pt x="362" y="177"/>
                  </a:cubicBezTo>
                  <a:cubicBezTo>
                    <a:pt x="362" y="84"/>
                    <a:pt x="279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4"/>
            <p:cNvSpPr/>
            <p:nvPr/>
          </p:nvSpPr>
          <p:spPr>
            <a:xfrm>
              <a:off x="6950141" y="3800741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82"/>
                  </a:lnTo>
                  <a:cubicBezTo>
                    <a:pt x="0" y="1197"/>
                    <a:pt x="251" y="1457"/>
                    <a:pt x="566" y="1457"/>
                  </a:cubicBezTo>
                  <a:lnTo>
                    <a:pt x="21003" y="1457"/>
                  </a:lnTo>
                  <a:cubicBezTo>
                    <a:pt x="21309" y="1457"/>
                    <a:pt x="21569" y="1197"/>
                    <a:pt x="21569" y="882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4"/>
            <p:cNvSpPr/>
            <p:nvPr/>
          </p:nvSpPr>
          <p:spPr>
            <a:xfrm>
              <a:off x="6946836" y="3797495"/>
              <a:ext cx="1279249" cy="92517"/>
            </a:xfrm>
            <a:custGeom>
              <a:avLst/>
              <a:gdLst/>
              <a:ahLst/>
              <a:cxnLst/>
              <a:rect l="l" t="t" r="r" b="b"/>
              <a:pathLst>
                <a:path w="21681" h="1568" extrusionOk="0">
                  <a:moveTo>
                    <a:pt x="21569" y="111"/>
                  </a:moveTo>
                  <a:lnTo>
                    <a:pt x="21569" y="937"/>
                  </a:lnTo>
                  <a:cubicBezTo>
                    <a:pt x="21569" y="1225"/>
                    <a:pt x="21337" y="1447"/>
                    <a:pt x="21059" y="1447"/>
                  </a:cubicBezTo>
                  <a:lnTo>
                    <a:pt x="622" y="1447"/>
                  </a:lnTo>
                  <a:cubicBezTo>
                    <a:pt x="344" y="1447"/>
                    <a:pt x="112" y="1225"/>
                    <a:pt x="112" y="937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lnTo>
                    <a:pt x="1" y="937"/>
                  </a:lnTo>
                  <a:cubicBezTo>
                    <a:pt x="1" y="1290"/>
                    <a:pt x="279" y="1568"/>
                    <a:pt x="622" y="1568"/>
                  </a:cubicBezTo>
                  <a:lnTo>
                    <a:pt x="21059" y="1568"/>
                  </a:lnTo>
                  <a:cubicBezTo>
                    <a:pt x="21402" y="1568"/>
                    <a:pt x="21680" y="1290"/>
                    <a:pt x="21680" y="937"/>
                  </a:cubicBezTo>
                  <a:lnTo>
                    <a:pt x="21680" y="56"/>
                  </a:lnTo>
                  <a:cubicBezTo>
                    <a:pt x="21680" y="19"/>
                    <a:pt x="21653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4"/>
            <p:cNvSpPr/>
            <p:nvPr/>
          </p:nvSpPr>
          <p:spPr>
            <a:xfrm>
              <a:off x="6958873" y="3863166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1217" y="112"/>
                  </a:lnTo>
                  <a:cubicBezTo>
                    <a:pt x="21244" y="112"/>
                    <a:pt x="21272" y="84"/>
                    <a:pt x="21272" y="56"/>
                  </a:cubicBezTo>
                  <a:cubicBezTo>
                    <a:pt x="21272" y="19"/>
                    <a:pt x="21244" y="0"/>
                    <a:pt x="21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4"/>
            <p:cNvSpPr/>
            <p:nvPr/>
          </p:nvSpPr>
          <p:spPr>
            <a:xfrm>
              <a:off x="7464649" y="3806228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4"/>
            <p:cNvSpPr/>
            <p:nvPr/>
          </p:nvSpPr>
          <p:spPr>
            <a:xfrm>
              <a:off x="7461345" y="3802393"/>
              <a:ext cx="250233" cy="33986"/>
            </a:xfrm>
            <a:custGeom>
              <a:avLst/>
              <a:gdLst/>
              <a:ahLst/>
              <a:cxnLst/>
              <a:rect l="l" t="t" r="r" b="b"/>
              <a:pathLst>
                <a:path w="4241" h="576" extrusionOk="0">
                  <a:moveTo>
                    <a:pt x="4120" y="121"/>
                  </a:moveTo>
                  <a:lnTo>
                    <a:pt x="4120" y="455"/>
                  </a:lnTo>
                  <a:lnTo>
                    <a:pt x="121" y="455"/>
                  </a:lnTo>
                  <a:lnTo>
                    <a:pt x="121" y="121"/>
                  </a:lnTo>
                  <a:close/>
                  <a:moveTo>
                    <a:pt x="66" y="1"/>
                  </a:moveTo>
                  <a:cubicBezTo>
                    <a:pt x="29" y="1"/>
                    <a:pt x="1" y="28"/>
                    <a:pt x="1" y="65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lnTo>
                    <a:pt x="4175" y="576"/>
                  </a:lnTo>
                  <a:cubicBezTo>
                    <a:pt x="4212" y="576"/>
                    <a:pt x="4240" y="548"/>
                    <a:pt x="4240" y="520"/>
                  </a:cubicBezTo>
                  <a:lnTo>
                    <a:pt x="4240" y="65"/>
                  </a:lnTo>
                  <a:cubicBezTo>
                    <a:pt x="4240" y="28"/>
                    <a:pt x="4212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4"/>
            <p:cNvSpPr/>
            <p:nvPr/>
          </p:nvSpPr>
          <p:spPr>
            <a:xfrm>
              <a:off x="7340388" y="330812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298" y="1"/>
                  </a:moveTo>
                  <a:cubicBezTo>
                    <a:pt x="140" y="1"/>
                    <a:pt x="1" y="131"/>
                    <a:pt x="1" y="298"/>
                  </a:cubicBezTo>
                  <a:lnTo>
                    <a:pt x="1" y="6058"/>
                  </a:lnTo>
                  <a:cubicBezTo>
                    <a:pt x="1" y="6225"/>
                    <a:pt x="140" y="6355"/>
                    <a:pt x="298" y="6355"/>
                  </a:cubicBezTo>
                  <a:lnTo>
                    <a:pt x="7144" y="6355"/>
                  </a:lnTo>
                  <a:cubicBezTo>
                    <a:pt x="7301" y="6355"/>
                    <a:pt x="7441" y="6225"/>
                    <a:pt x="7441" y="6058"/>
                  </a:cubicBezTo>
                  <a:lnTo>
                    <a:pt x="7441" y="298"/>
                  </a:lnTo>
                  <a:cubicBezTo>
                    <a:pt x="7441" y="131"/>
                    <a:pt x="7301" y="1"/>
                    <a:pt x="7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4"/>
            <p:cNvSpPr/>
            <p:nvPr/>
          </p:nvSpPr>
          <p:spPr>
            <a:xfrm>
              <a:off x="7369418" y="327856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353" y="1"/>
                  </a:moveTo>
                  <a:cubicBezTo>
                    <a:pt x="158" y="1"/>
                    <a:pt x="0" y="159"/>
                    <a:pt x="0" y="344"/>
                  </a:cubicBezTo>
                  <a:lnTo>
                    <a:pt x="0" y="6012"/>
                  </a:lnTo>
                  <a:cubicBezTo>
                    <a:pt x="0" y="6198"/>
                    <a:pt x="158" y="6355"/>
                    <a:pt x="353" y="6355"/>
                  </a:cubicBezTo>
                  <a:lnTo>
                    <a:pt x="7088" y="6355"/>
                  </a:lnTo>
                  <a:cubicBezTo>
                    <a:pt x="7283" y="6355"/>
                    <a:pt x="7440" y="6198"/>
                    <a:pt x="7440" y="6012"/>
                  </a:cubicBezTo>
                  <a:lnTo>
                    <a:pt x="7440" y="344"/>
                  </a:lnTo>
                  <a:cubicBezTo>
                    <a:pt x="7440" y="159"/>
                    <a:pt x="728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4"/>
            <p:cNvSpPr/>
            <p:nvPr/>
          </p:nvSpPr>
          <p:spPr>
            <a:xfrm>
              <a:off x="7366113" y="3274727"/>
              <a:ext cx="445593" cy="382695"/>
            </a:xfrm>
            <a:custGeom>
              <a:avLst/>
              <a:gdLst/>
              <a:ahLst/>
              <a:cxnLst/>
              <a:rect l="l" t="t" r="r" b="b"/>
              <a:pathLst>
                <a:path w="7552" h="6486" extrusionOk="0">
                  <a:moveTo>
                    <a:pt x="7144" y="121"/>
                  </a:moveTo>
                  <a:cubicBezTo>
                    <a:pt x="7301" y="121"/>
                    <a:pt x="7431" y="251"/>
                    <a:pt x="7431" y="409"/>
                  </a:cubicBezTo>
                  <a:lnTo>
                    <a:pt x="7431" y="6077"/>
                  </a:lnTo>
                  <a:cubicBezTo>
                    <a:pt x="7431" y="6235"/>
                    <a:pt x="7301" y="6365"/>
                    <a:pt x="7144" y="6365"/>
                  </a:cubicBezTo>
                  <a:lnTo>
                    <a:pt x="409" y="6365"/>
                  </a:lnTo>
                  <a:cubicBezTo>
                    <a:pt x="251" y="6365"/>
                    <a:pt x="121" y="6235"/>
                    <a:pt x="121" y="6077"/>
                  </a:cubicBezTo>
                  <a:lnTo>
                    <a:pt x="121" y="409"/>
                  </a:lnTo>
                  <a:cubicBezTo>
                    <a:pt x="121" y="251"/>
                    <a:pt x="251" y="121"/>
                    <a:pt x="409" y="121"/>
                  </a:cubicBezTo>
                  <a:close/>
                  <a:moveTo>
                    <a:pt x="409" y="1"/>
                  </a:moveTo>
                  <a:cubicBezTo>
                    <a:pt x="186" y="1"/>
                    <a:pt x="1" y="186"/>
                    <a:pt x="1" y="409"/>
                  </a:cubicBezTo>
                  <a:lnTo>
                    <a:pt x="1" y="6077"/>
                  </a:lnTo>
                  <a:cubicBezTo>
                    <a:pt x="1" y="6300"/>
                    <a:pt x="186" y="6485"/>
                    <a:pt x="409" y="6485"/>
                  </a:cubicBezTo>
                  <a:lnTo>
                    <a:pt x="7144" y="6485"/>
                  </a:lnTo>
                  <a:cubicBezTo>
                    <a:pt x="7366" y="6485"/>
                    <a:pt x="7552" y="6300"/>
                    <a:pt x="7552" y="6077"/>
                  </a:cubicBezTo>
                  <a:lnTo>
                    <a:pt x="7552" y="409"/>
                  </a:lnTo>
                  <a:cubicBezTo>
                    <a:pt x="7552" y="186"/>
                    <a:pt x="7366" y="1"/>
                    <a:pt x="7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4"/>
            <p:cNvSpPr/>
            <p:nvPr/>
          </p:nvSpPr>
          <p:spPr>
            <a:xfrm>
              <a:off x="7437271" y="3476164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16" y="1"/>
                  </a:moveTo>
                  <a:cubicBezTo>
                    <a:pt x="140" y="1"/>
                    <a:pt x="1" y="140"/>
                    <a:pt x="1" y="325"/>
                  </a:cubicBezTo>
                  <a:lnTo>
                    <a:pt x="1" y="362"/>
                  </a:lnTo>
                  <a:cubicBezTo>
                    <a:pt x="1" y="539"/>
                    <a:pt x="140" y="687"/>
                    <a:pt x="316" y="687"/>
                  </a:cubicBezTo>
                  <a:lnTo>
                    <a:pt x="4806" y="687"/>
                  </a:lnTo>
                  <a:cubicBezTo>
                    <a:pt x="4982" y="687"/>
                    <a:pt x="5131" y="539"/>
                    <a:pt x="5131" y="362"/>
                  </a:cubicBezTo>
                  <a:lnTo>
                    <a:pt x="5131" y="325"/>
                  </a:lnTo>
                  <a:cubicBezTo>
                    <a:pt x="5131" y="140"/>
                    <a:pt x="4982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4"/>
            <p:cNvSpPr/>
            <p:nvPr/>
          </p:nvSpPr>
          <p:spPr>
            <a:xfrm>
              <a:off x="7433436" y="3472919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71" y="111"/>
                  </a:moveTo>
                  <a:cubicBezTo>
                    <a:pt x="5019" y="111"/>
                    <a:pt x="5131" y="232"/>
                    <a:pt x="5131" y="380"/>
                  </a:cubicBezTo>
                  <a:lnTo>
                    <a:pt x="5131" y="417"/>
                  </a:lnTo>
                  <a:cubicBezTo>
                    <a:pt x="5131" y="566"/>
                    <a:pt x="5019" y="677"/>
                    <a:pt x="4871" y="677"/>
                  </a:cubicBezTo>
                  <a:lnTo>
                    <a:pt x="381" y="677"/>
                  </a:lnTo>
                  <a:cubicBezTo>
                    <a:pt x="242" y="677"/>
                    <a:pt x="121" y="566"/>
                    <a:pt x="121" y="417"/>
                  </a:cubicBezTo>
                  <a:lnTo>
                    <a:pt x="121" y="380"/>
                  </a:lnTo>
                  <a:cubicBezTo>
                    <a:pt x="121" y="232"/>
                    <a:pt x="242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77" y="0"/>
                    <a:pt x="1" y="167"/>
                    <a:pt x="1" y="380"/>
                  </a:cubicBezTo>
                  <a:lnTo>
                    <a:pt x="1" y="417"/>
                  </a:lnTo>
                  <a:cubicBezTo>
                    <a:pt x="1" y="631"/>
                    <a:pt x="177" y="798"/>
                    <a:pt x="381" y="798"/>
                  </a:cubicBezTo>
                  <a:lnTo>
                    <a:pt x="4871" y="798"/>
                  </a:lnTo>
                  <a:cubicBezTo>
                    <a:pt x="5084" y="798"/>
                    <a:pt x="5251" y="631"/>
                    <a:pt x="5251" y="417"/>
                  </a:cubicBezTo>
                  <a:lnTo>
                    <a:pt x="5251" y="380"/>
                  </a:lnTo>
                  <a:cubicBezTo>
                    <a:pt x="5251" y="167"/>
                    <a:pt x="5084" y="0"/>
                    <a:pt x="4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4"/>
            <p:cNvSpPr/>
            <p:nvPr/>
          </p:nvSpPr>
          <p:spPr>
            <a:xfrm>
              <a:off x="7470136" y="3487138"/>
              <a:ext cx="234833" cy="16993"/>
            </a:xfrm>
            <a:custGeom>
              <a:avLst/>
              <a:gdLst/>
              <a:ahLst/>
              <a:cxnLst/>
              <a:rect l="l" t="t" r="r" b="b"/>
              <a:pathLst>
                <a:path w="3980" h="288" extrusionOk="0">
                  <a:moveTo>
                    <a:pt x="3850" y="56"/>
                  </a:moveTo>
                  <a:cubicBezTo>
                    <a:pt x="3887" y="56"/>
                    <a:pt x="3924" y="93"/>
                    <a:pt x="3924" y="130"/>
                  </a:cubicBezTo>
                  <a:lnTo>
                    <a:pt x="3924" y="149"/>
                  </a:lnTo>
                  <a:cubicBezTo>
                    <a:pt x="3924" y="195"/>
                    <a:pt x="3887" y="223"/>
                    <a:pt x="3850" y="223"/>
                  </a:cubicBezTo>
                  <a:lnTo>
                    <a:pt x="139" y="223"/>
                  </a:lnTo>
                  <a:cubicBezTo>
                    <a:pt x="93" y="223"/>
                    <a:pt x="56" y="195"/>
                    <a:pt x="56" y="149"/>
                  </a:cubicBezTo>
                  <a:lnTo>
                    <a:pt x="56" y="130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0" y="0"/>
                  </a:moveTo>
                  <a:cubicBezTo>
                    <a:pt x="56" y="0"/>
                    <a:pt x="0" y="56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56" y="288"/>
                    <a:pt x="130" y="288"/>
                  </a:cubicBezTo>
                  <a:lnTo>
                    <a:pt x="3841" y="288"/>
                  </a:lnTo>
                  <a:cubicBezTo>
                    <a:pt x="3924" y="288"/>
                    <a:pt x="3980" y="223"/>
                    <a:pt x="3980" y="149"/>
                  </a:cubicBezTo>
                  <a:lnTo>
                    <a:pt x="3980" y="139"/>
                  </a:lnTo>
                  <a:cubicBezTo>
                    <a:pt x="3980" y="56"/>
                    <a:pt x="3924" y="0"/>
                    <a:pt x="3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4"/>
            <p:cNvSpPr/>
            <p:nvPr/>
          </p:nvSpPr>
          <p:spPr>
            <a:xfrm>
              <a:off x="7489253" y="3539120"/>
              <a:ext cx="198251" cy="23601"/>
            </a:xfrm>
            <a:custGeom>
              <a:avLst/>
              <a:gdLst/>
              <a:ahLst/>
              <a:cxnLst/>
              <a:rect l="l" t="t" r="r" b="b"/>
              <a:pathLst>
                <a:path w="3360" h="400" extrusionOk="0">
                  <a:moveTo>
                    <a:pt x="205" y="0"/>
                  </a:moveTo>
                  <a:cubicBezTo>
                    <a:pt x="94" y="0"/>
                    <a:pt x="1" y="93"/>
                    <a:pt x="1" y="205"/>
                  </a:cubicBezTo>
                  <a:cubicBezTo>
                    <a:pt x="1" y="316"/>
                    <a:pt x="94" y="399"/>
                    <a:pt x="205" y="399"/>
                  </a:cubicBezTo>
                  <a:lnTo>
                    <a:pt x="3155" y="399"/>
                  </a:lnTo>
                  <a:cubicBezTo>
                    <a:pt x="3266" y="399"/>
                    <a:pt x="3359" y="316"/>
                    <a:pt x="3359" y="205"/>
                  </a:cubicBezTo>
                  <a:cubicBezTo>
                    <a:pt x="3359" y="93"/>
                    <a:pt x="3266" y="0"/>
                    <a:pt x="3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4"/>
            <p:cNvSpPr/>
            <p:nvPr/>
          </p:nvSpPr>
          <p:spPr>
            <a:xfrm>
              <a:off x="7486008" y="3535816"/>
              <a:ext cx="204741" cy="30741"/>
            </a:xfrm>
            <a:custGeom>
              <a:avLst/>
              <a:gdLst/>
              <a:ahLst/>
              <a:cxnLst/>
              <a:rect l="l" t="t" r="r" b="b"/>
              <a:pathLst>
                <a:path w="3470" h="521" extrusionOk="0">
                  <a:moveTo>
                    <a:pt x="3210" y="121"/>
                  </a:moveTo>
                  <a:cubicBezTo>
                    <a:pt x="3294" y="121"/>
                    <a:pt x="3358" y="177"/>
                    <a:pt x="3358" y="261"/>
                  </a:cubicBezTo>
                  <a:cubicBezTo>
                    <a:pt x="3358" y="335"/>
                    <a:pt x="3294" y="400"/>
                    <a:pt x="3210" y="400"/>
                  </a:cubicBezTo>
                  <a:lnTo>
                    <a:pt x="260" y="400"/>
                  </a:lnTo>
                  <a:cubicBezTo>
                    <a:pt x="177" y="400"/>
                    <a:pt x="121" y="335"/>
                    <a:pt x="121" y="261"/>
                  </a:cubicBezTo>
                  <a:cubicBezTo>
                    <a:pt x="121" y="177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1"/>
                  </a:cubicBezTo>
                  <a:cubicBezTo>
                    <a:pt x="0" y="400"/>
                    <a:pt x="112" y="520"/>
                    <a:pt x="260" y="520"/>
                  </a:cubicBezTo>
                  <a:lnTo>
                    <a:pt x="3210" y="520"/>
                  </a:lnTo>
                  <a:cubicBezTo>
                    <a:pt x="3358" y="520"/>
                    <a:pt x="3470" y="400"/>
                    <a:pt x="3470" y="261"/>
                  </a:cubicBezTo>
                  <a:cubicBezTo>
                    <a:pt x="3470" y="112"/>
                    <a:pt x="3358" y="1"/>
                    <a:pt x="3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4"/>
            <p:cNvSpPr/>
            <p:nvPr/>
          </p:nvSpPr>
          <p:spPr>
            <a:xfrm>
              <a:off x="7529257" y="3545139"/>
              <a:ext cx="11506" cy="11565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4"/>
            <p:cNvSpPr/>
            <p:nvPr/>
          </p:nvSpPr>
          <p:spPr>
            <a:xfrm>
              <a:off x="7551148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4"/>
            <p:cNvSpPr/>
            <p:nvPr/>
          </p:nvSpPr>
          <p:spPr>
            <a:xfrm>
              <a:off x="757191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4"/>
            <p:cNvSpPr/>
            <p:nvPr/>
          </p:nvSpPr>
          <p:spPr>
            <a:xfrm>
              <a:off x="759380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4"/>
            <p:cNvSpPr/>
            <p:nvPr/>
          </p:nvSpPr>
          <p:spPr>
            <a:xfrm>
              <a:off x="761463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75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4"/>
            <p:cNvSpPr/>
            <p:nvPr/>
          </p:nvSpPr>
          <p:spPr>
            <a:xfrm>
              <a:off x="763652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8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4"/>
            <p:cNvSpPr/>
            <p:nvPr/>
          </p:nvSpPr>
          <p:spPr>
            <a:xfrm>
              <a:off x="7524832" y="3322342"/>
              <a:ext cx="127093" cy="127093"/>
            </a:xfrm>
            <a:custGeom>
              <a:avLst/>
              <a:gdLst/>
              <a:ahLst/>
              <a:cxnLst/>
              <a:rect l="l" t="t" r="r" b="b"/>
              <a:pathLst>
                <a:path w="2154" h="2154" extrusionOk="0">
                  <a:moveTo>
                    <a:pt x="1077" y="1"/>
                  </a:moveTo>
                  <a:cubicBezTo>
                    <a:pt x="483" y="1"/>
                    <a:pt x="1" y="483"/>
                    <a:pt x="1" y="1077"/>
                  </a:cubicBezTo>
                  <a:cubicBezTo>
                    <a:pt x="1" y="1671"/>
                    <a:pt x="483" y="2153"/>
                    <a:pt x="1077" y="2153"/>
                  </a:cubicBezTo>
                  <a:cubicBezTo>
                    <a:pt x="1671" y="2153"/>
                    <a:pt x="2153" y="1671"/>
                    <a:pt x="2153" y="1077"/>
                  </a:cubicBezTo>
                  <a:cubicBezTo>
                    <a:pt x="2153" y="483"/>
                    <a:pt x="1671" y="1"/>
                    <a:pt x="1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4"/>
            <p:cNvSpPr/>
            <p:nvPr/>
          </p:nvSpPr>
          <p:spPr>
            <a:xfrm>
              <a:off x="7521587" y="3319097"/>
              <a:ext cx="133583" cy="133583"/>
            </a:xfrm>
            <a:custGeom>
              <a:avLst/>
              <a:gdLst/>
              <a:ahLst/>
              <a:cxnLst/>
              <a:rect l="l" t="t" r="r" b="b"/>
              <a:pathLst>
                <a:path w="2264" h="2264" extrusionOk="0">
                  <a:moveTo>
                    <a:pt x="1132" y="112"/>
                  </a:moveTo>
                  <a:cubicBezTo>
                    <a:pt x="1698" y="112"/>
                    <a:pt x="2152" y="575"/>
                    <a:pt x="2152" y="1132"/>
                  </a:cubicBezTo>
                  <a:cubicBezTo>
                    <a:pt x="2152" y="1689"/>
                    <a:pt x="1698" y="2152"/>
                    <a:pt x="1132" y="2152"/>
                  </a:cubicBezTo>
                  <a:cubicBezTo>
                    <a:pt x="575" y="2152"/>
                    <a:pt x="121" y="1689"/>
                    <a:pt x="121" y="1132"/>
                  </a:cubicBezTo>
                  <a:cubicBezTo>
                    <a:pt x="121" y="575"/>
                    <a:pt x="575" y="112"/>
                    <a:pt x="1132" y="112"/>
                  </a:cubicBezTo>
                  <a:close/>
                  <a:moveTo>
                    <a:pt x="1132" y="0"/>
                  </a:moveTo>
                  <a:cubicBezTo>
                    <a:pt x="511" y="0"/>
                    <a:pt x="0" y="510"/>
                    <a:pt x="0" y="1132"/>
                  </a:cubicBezTo>
                  <a:cubicBezTo>
                    <a:pt x="0" y="1754"/>
                    <a:pt x="511" y="2264"/>
                    <a:pt x="1132" y="2264"/>
                  </a:cubicBezTo>
                  <a:cubicBezTo>
                    <a:pt x="1763" y="2264"/>
                    <a:pt x="2264" y="1754"/>
                    <a:pt x="2264" y="1132"/>
                  </a:cubicBezTo>
                  <a:cubicBezTo>
                    <a:pt x="2264" y="510"/>
                    <a:pt x="1763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4"/>
            <p:cNvSpPr/>
            <p:nvPr/>
          </p:nvSpPr>
          <p:spPr>
            <a:xfrm>
              <a:off x="7560411" y="3389665"/>
              <a:ext cx="56466" cy="28558"/>
            </a:xfrm>
            <a:custGeom>
              <a:avLst/>
              <a:gdLst/>
              <a:ahLst/>
              <a:cxnLst/>
              <a:rect l="l" t="t" r="r" b="b"/>
              <a:pathLst>
                <a:path w="957" h="484" extrusionOk="0">
                  <a:moveTo>
                    <a:pt x="474" y="1"/>
                  </a:moveTo>
                  <a:cubicBezTo>
                    <a:pt x="214" y="1"/>
                    <a:pt x="1" y="214"/>
                    <a:pt x="1" y="483"/>
                  </a:cubicBezTo>
                  <a:lnTo>
                    <a:pt x="956" y="483"/>
                  </a:lnTo>
                  <a:cubicBezTo>
                    <a:pt x="956" y="214"/>
                    <a:pt x="743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4"/>
            <p:cNvSpPr/>
            <p:nvPr/>
          </p:nvSpPr>
          <p:spPr>
            <a:xfrm>
              <a:off x="7556576" y="3386420"/>
              <a:ext cx="63606" cy="35107"/>
            </a:xfrm>
            <a:custGeom>
              <a:avLst/>
              <a:gdLst/>
              <a:ahLst/>
              <a:cxnLst/>
              <a:rect l="l" t="t" r="r" b="b"/>
              <a:pathLst>
                <a:path w="1078" h="595" extrusionOk="0">
                  <a:moveTo>
                    <a:pt x="539" y="112"/>
                  </a:moveTo>
                  <a:cubicBezTo>
                    <a:pt x="752" y="112"/>
                    <a:pt x="929" y="269"/>
                    <a:pt x="956" y="473"/>
                  </a:cubicBezTo>
                  <a:lnTo>
                    <a:pt x="122" y="473"/>
                  </a:lnTo>
                  <a:cubicBezTo>
                    <a:pt x="149" y="269"/>
                    <a:pt x="326" y="112"/>
                    <a:pt x="539" y="112"/>
                  </a:cubicBezTo>
                  <a:close/>
                  <a:moveTo>
                    <a:pt x="539" y="0"/>
                  </a:moveTo>
                  <a:cubicBezTo>
                    <a:pt x="242" y="0"/>
                    <a:pt x="1" y="241"/>
                    <a:pt x="1" y="538"/>
                  </a:cubicBezTo>
                  <a:cubicBezTo>
                    <a:pt x="1" y="594"/>
                    <a:pt x="1" y="594"/>
                    <a:pt x="233" y="594"/>
                  </a:cubicBezTo>
                  <a:lnTo>
                    <a:pt x="585" y="594"/>
                  </a:lnTo>
                  <a:cubicBezTo>
                    <a:pt x="1077" y="594"/>
                    <a:pt x="1077" y="594"/>
                    <a:pt x="1077" y="538"/>
                  </a:cubicBezTo>
                  <a:cubicBezTo>
                    <a:pt x="1077" y="241"/>
                    <a:pt x="836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4"/>
            <p:cNvSpPr/>
            <p:nvPr/>
          </p:nvSpPr>
          <p:spPr>
            <a:xfrm>
              <a:off x="7572507" y="3353555"/>
              <a:ext cx="32334" cy="32393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69" y="1"/>
                  </a:moveTo>
                  <a:cubicBezTo>
                    <a:pt x="121" y="1"/>
                    <a:pt x="0" y="131"/>
                    <a:pt x="0" y="279"/>
                  </a:cubicBezTo>
                  <a:cubicBezTo>
                    <a:pt x="0" y="427"/>
                    <a:pt x="121" y="548"/>
                    <a:pt x="269" y="548"/>
                  </a:cubicBezTo>
                  <a:cubicBezTo>
                    <a:pt x="427" y="548"/>
                    <a:pt x="547" y="427"/>
                    <a:pt x="547" y="279"/>
                  </a:cubicBezTo>
                  <a:cubicBezTo>
                    <a:pt x="547" y="131"/>
                    <a:pt x="427" y="1"/>
                    <a:pt x="2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4"/>
            <p:cNvSpPr/>
            <p:nvPr/>
          </p:nvSpPr>
          <p:spPr>
            <a:xfrm>
              <a:off x="7569203" y="3350310"/>
              <a:ext cx="38883" cy="38883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325" y="121"/>
                  </a:moveTo>
                  <a:cubicBezTo>
                    <a:pt x="446" y="121"/>
                    <a:pt x="538" y="213"/>
                    <a:pt x="538" y="334"/>
                  </a:cubicBezTo>
                  <a:cubicBezTo>
                    <a:pt x="538" y="445"/>
                    <a:pt x="446" y="547"/>
                    <a:pt x="325" y="547"/>
                  </a:cubicBezTo>
                  <a:cubicBezTo>
                    <a:pt x="214" y="547"/>
                    <a:pt x="112" y="445"/>
                    <a:pt x="112" y="334"/>
                  </a:cubicBezTo>
                  <a:cubicBezTo>
                    <a:pt x="112" y="213"/>
                    <a:pt x="214" y="121"/>
                    <a:pt x="325" y="121"/>
                  </a:cubicBezTo>
                  <a:close/>
                  <a:moveTo>
                    <a:pt x="325" y="0"/>
                  </a:moveTo>
                  <a:cubicBezTo>
                    <a:pt x="149" y="0"/>
                    <a:pt x="0" y="148"/>
                    <a:pt x="0" y="334"/>
                  </a:cubicBezTo>
                  <a:cubicBezTo>
                    <a:pt x="0" y="510"/>
                    <a:pt x="149" y="659"/>
                    <a:pt x="325" y="659"/>
                  </a:cubicBezTo>
                  <a:cubicBezTo>
                    <a:pt x="511" y="659"/>
                    <a:pt x="659" y="510"/>
                    <a:pt x="659" y="334"/>
                  </a:cubicBezTo>
                  <a:cubicBezTo>
                    <a:pt x="659" y="148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4"/>
            <p:cNvSpPr/>
            <p:nvPr/>
          </p:nvSpPr>
          <p:spPr>
            <a:xfrm>
              <a:off x="7541825" y="3581839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42" y="0"/>
                  </a:moveTo>
                  <a:cubicBezTo>
                    <a:pt x="112" y="0"/>
                    <a:pt x="1" y="111"/>
                    <a:pt x="1" y="251"/>
                  </a:cubicBezTo>
                  <a:cubicBezTo>
                    <a:pt x="1" y="380"/>
                    <a:pt x="112" y="492"/>
                    <a:pt x="242" y="492"/>
                  </a:cubicBezTo>
                  <a:lnTo>
                    <a:pt x="1336" y="492"/>
                  </a:lnTo>
                  <a:cubicBezTo>
                    <a:pt x="1476" y="492"/>
                    <a:pt x="1587" y="380"/>
                    <a:pt x="1587" y="251"/>
                  </a:cubicBezTo>
                  <a:cubicBezTo>
                    <a:pt x="1587" y="111"/>
                    <a:pt x="1476" y="0"/>
                    <a:pt x="1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4"/>
            <p:cNvSpPr/>
            <p:nvPr/>
          </p:nvSpPr>
          <p:spPr>
            <a:xfrm>
              <a:off x="7537990" y="3578534"/>
              <a:ext cx="100778" cy="35638"/>
            </a:xfrm>
            <a:custGeom>
              <a:avLst/>
              <a:gdLst/>
              <a:ahLst/>
              <a:cxnLst/>
              <a:rect l="l" t="t" r="r" b="b"/>
              <a:pathLst>
                <a:path w="1708" h="604" extrusionOk="0">
                  <a:moveTo>
                    <a:pt x="1401" y="112"/>
                  </a:moveTo>
                  <a:cubicBezTo>
                    <a:pt x="1503" y="112"/>
                    <a:pt x="1587" y="195"/>
                    <a:pt x="1587" y="307"/>
                  </a:cubicBezTo>
                  <a:cubicBezTo>
                    <a:pt x="1587" y="409"/>
                    <a:pt x="1503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21" y="409"/>
                    <a:pt x="121" y="307"/>
                  </a:cubicBezTo>
                  <a:cubicBezTo>
                    <a:pt x="121" y="195"/>
                    <a:pt x="205" y="112"/>
                    <a:pt x="307" y="112"/>
                  </a:cubicBezTo>
                  <a:close/>
                  <a:moveTo>
                    <a:pt x="307" y="0"/>
                  </a:moveTo>
                  <a:cubicBezTo>
                    <a:pt x="140" y="0"/>
                    <a:pt x="1" y="130"/>
                    <a:pt x="1" y="307"/>
                  </a:cubicBezTo>
                  <a:cubicBezTo>
                    <a:pt x="1" y="474"/>
                    <a:pt x="140" y="603"/>
                    <a:pt x="307" y="603"/>
                  </a:cubicBezTo>
                  <a:lnTo>
                    <a:pt x="1401" y="603"/>
                  </a:lnTo>
                  <a:cubicBezTo>
                    <a:pt x="1568" y="603"/>
                    <a:pt x="1707" y="474"/>
                    <a:pt x="1707" y="307"/>
                  </a:cubicBezTo>
                  <a:cubicBezTo>
                    <a:pt x="1707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4"/>
            <p:cNvSpPr/>
            <p:nvPr/>
          </p:nvSpPr>
          <p:spPr>
            <a:xfrm>
              <a:off x="7134585" y="1285137"/>
              <a:ext cx="959039" cy="662902"/>
            </a:xfrm>
            <a:custGeom>
              <a:avLst/>
              <a:gdLst/>
              <a:ahLst/>
              <a:cxnLst/>
              <a:rect l="l" t="t" r="r" b="b"/>
              <a:pathLst>
                <a:path w="16254" h="11235" extrusionOk="0">
                  <a:moveTo>
                    <a:pt x="427" y="0"/>
                  </a:moveTo>
                  <a:cubicBezTo>
                    <a:pt x="195" y="0"/>
                    <a:pt x="1" y="195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105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4"/>
            <p:cNvSpPr/>
            <p:nvPr/>
          </p:nvSpPr>
          <p:spPr>
            <a:xfrm>
              <a:off x="7131340" y="1281833"/>
              <a:ext cx="965588" cy="670041"/>
            </a:xfrm>
            <a:custGeom>
              <a:avLst/>
              <a:gdLst/>
              <a:ahLst/>
              <a:cxnLst/>
              <a:rect l="l" t="t" r="r" b="b"/>
              <a:pathLst>
                <a:path w="16365" h="11356" extrusionOk="0">
                  <a:moveTo>
                    <a:pt x="15882" y="121"/>
                  </a:moveTo>
                  <a:cubicBezTo>
                    <a:pt x="16086" y="121"/>
                    <a:pt x="16243" y="279"/>
                    <a:pt x="16243" y="483"/>
                  </a:cubicBezTo>
                  <a:lnTo>
                    <a:pt x="16243" y="11142"/>
                  </a:lnTo>
                  <a:cubicBezTo>
                    <a:pt x="16243" y="11198"/>
                    <a:pt x="1620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11" y="11198"/>
                    <a:pt x="111" y="11142"/>
                  </a:cubicBezTo>
                  <a:lnTo>
                    <a:pt x="111" y="483"/>
                  </a:lnTo>
                  <a:cubicBezTo>
                    <a:pt x="111" y="279"/>
                    <a:pt x="278" y="121"/>
                    <a:pt x="482" y="121"/>
                  </a:cubicBezTo>
                  <a:close/>
                  <a:moveTo>
                    <a:pt x="482" y="1"/>
                  </a:moveTo>
                  <a:cubicBezTo>
                    <a:pt x="21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4" y="11355"/>
                  </a:cubicBezTo>
                  <a:lnTo>
                    <a:pt x="16160" y="11355"/>
                  </a:lnTo>
                  <a:cubicBezTo>
                    <a:pt x="16271" y="11355"/>
                    <a:pt x="16364" y="11262"/>
                    <a:pt x="16364" y="11142"/>
                  </a:cubicBezTo>
                  <a:lnTo>
                    <a:pt x="16364" y="483"/>
                  </a:lnTo>
                  <a:cubicBezTo>
                    <a:pt x="16364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4"/>
            <p:cNvSpPr/>
            <p:nvPr/>
          </p:nvSpPr>
          <p:spPr>
            <a:xfrm>
              <a:off x="7204681" y="1349156"/>
              <a:ext cx="818847" cy="535396"/>
            </a:xfrm>
            <a:custGeom>
              <a:avLst/>
              <a:gdLst/>
              <a:ahLst/>
              <a:cxnLst/>
              <a:rect l="l" t="t" r="r" b="b"/>
              <a:pathLst>
                <a:path w="13878" h="9074" extrusionOk="0">
                  <a:moveTo>
                    <a:pt x="0" y="1"/>
                  </a:moveTo>
                  <a:lnTo>
                    <a:pt x="0" y="1847"/>
                  </a:lnTo>
                  <a:lnTo>
                    <a:pt x="0" y="7376"/>
                  </a:lnTo>
                  <a:lnTo>
                    <a:pt x="0" y="9073"/>
                  </a:lnTo>
                  <a:lnTo>
                    <a:pt x="13878" y="9073"/>
                  </a:lnTo>
                  <a:lnTo>
                    <a:pt x="13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4"/>
            <p:cNvSpPr/>
            <p:nvPr/>
          </p:nvSpPr>
          <p:spPr>
            <a:xfrm>
              <a:off x="7201376" y="1345320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1912"/>
                  </a:lnTo>
                  <a:cubicBezTo>
                    <a:pt x="0" y="1949"/>
                    <a:pt x="28" y="1967"/>
                    <a:pt x="56" y="1967"/>
                  </a:cubicBezTo>
                  <a:cubicBezTo>
                    <a:pt x="93" y="1967"/>
                    <a:pt x="112" y="1949"/>
                    <a:pt x="112" y="1912"/>
                  </a:cubicBezTo>
                  <a:lnTo>
                    <a:pt x="112" y="121"/>
                  </a:lnTo>
                  <a:lnTo>
                    <a:pt x="13869" y="121"/>
                  </a:lnTo>
                  <a:lnTo>
                    <a:pt x="13869" y="9083"/>
                  </a:lnTo>
                  <a:lnTo>
                    <a:pt x="112" y="9083"/>
                  </a:lnTo>
                  <a:lnTo>
                    <a:pt x="112" y="7441"/>
                  </a:lnTo>
                  <a:cubicBezTo>
                    <a:pt x="112" y="7403"/>
                    <a:pt x="93" y="7385"/>
                    <a:pt x="56" y="7385"/>
                  </a:cubicBezTo>
                  <a:cubicBezTo>
                    <a:pt x="28" y="7385"/>
                    <a:pt x="0" y="7403"/>
                    <a:pt x="0" y="7441"/>
                  </a:cubicBezTo>
                  <a:lnTo>
                    <a:pt x="0" y="9138"/>
                  </a:lnTo>
                  <a:cubicBezTo>
                    <a:pt x="0" y="9175"/>
                    <a:pt x="28" y="9194"/>
                    <a:pt x="56" y="9194"/>
                  </a:cubicBezTo>
                  <a:lnTo>
                    <a:pt x="13934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4"/>
            <p:cNvSpPr/>
            <p:nvPr/>
          </p:nvSpPr>
          <p:spPr>
            <a:xfrm>
              <a:off x="7201376" y="1512300"/>
              <a:ext cx="6608" cy="180668"/>
            </a:xfrm>
            <a:custGeom>
              <a:avLst/>
              <a:gdLst/>
              <a:ahLst/>
              <a:cxnLst/>
              <a:rect l="l" t="t" r="r" b="b"/>
              <a:pathLst>
                <a:path w="112" h="30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006"/>
                  </a:lnTo>
                  <a:cubicBezTo>
                    <a:pt x="0" y="3034"/>
                    <a:pt x="28" y="3061"/>
                    <a:pt x="56" y="3061"/>
                  </a:cubicBezTo>
                  <a:cubicBezTo>
                    <a:pt x="93" y="3061"/>
                    <a:pt x="112" y="3034"/>
                    <a:pt x="112" y="3006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4"/>
            <p:cNvSpPr/>
            <p:nvPr/>
          </p:nvSpPr>
          <p:spPr>
            <a:xfrm>
              <a:off x="7603130" y="1307027"/>
              <a:ext cx="21949" cy="21418"/>
            </a:xfrm>
            <a:custGeom>
              <a:avLst/>
              <a:gdLst/>
              <a:ahLst/>
              <a:cxnLst/>
              <a:rect l="l" t="t" r="r" b="b"/>
              <a:pathLst>
                <a:path w="372" h="363" extrusionOk="0">
                  <a:moveTo>
                    <a:pt x="186" y="121"/>
                  </a:moveTo>
                  <a:cubicBezTo>
                    <a:pt x="223" y="121"/>
                    <a:pt x="251" y="149"/>
                    <a:pt x="251" y="186"/>
                  </a:cubicBezTo>
                  <a:cubicBezTo>
                    <a:pt x="251" y="223"/>
                    <a:pt x="223" y="251"/>
                    <a:pt x="186" y="251"/>
                  </a:cubicBezTo>
                  <a:cubicBezTo>
                    <a:pt x="149" y="251"/>
                    <a:pt x="121" y="223"/>
                    <a:pt x="121" y="186"/>
                  </a:cubicBezTo>
                  <a:cubicBezTo>
                    <a:pt x="121" y="149"/>
                    <a:pt x="149" y="121"/>
                    <a:pt x="186" y="121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6" y="362"/>
                  </a:cubicBezTo>
                  <a:cubicBezTo>
                    <a:pt x="288" y="362"/>
                    <a:pt x="372" y="288"/>
                    <a:pt x="372" y="186"/>
                  </a:cubicBezTo>
                  <a:cubicBezTo>
                    <a:pt x="372" y="84"/>
                    <a:pt x="288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4"/>
            <p:cNvSpPr/>
            <p:nvPr/>
          </p:nvSpPr>
          <p:spPr>
            <a:xfrm>
              <a:off x="6977518" y="1943023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91"/>
                  </a:lnTo>
                  <a:cubicBezTo>
                    <a:pt x="0" y="1207"/>
                    <a:pt x="260" y="1457"/>
                    <a:pt x="575" y="1457"/>
                  </a:cubicBezTo>
                  <a:lnTo>
                    <a:pt x="21003" y="1457"/>
                  </a:lnTo>
                  <a:cubicBezTo>
                    <a:pt x="21318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4"/>
            <p:cNvSpPr/>
            <p:nvPr/>
          </p:nvSpPr>
          <p:spPr>
            <a:xfrm>
              <a:off x="6974214" y="1939778"/>
              <a:ext cx="1279781" cy="92517"/>
            </a:xfrm>
            <a:custGeom>
              <a:avLst/>
              <a:gdLst/>
              <a:ahLst/>
              <a:cxnLst/>
              <a:rect l="l" t="t" r="r" b="b"/>
              <a:pathLst>
                <a:path w="21690" h="1568" extrusionOk="0">
                  <a:moveTo>
                    <a:pt x="21569" y="111"/>
                  </a:moveTo>
                  <a:lnTo>
                    <a:pt x="21569" y="946"/>
                  </a:lnTo>
                  <a:cubicBezTo>
                    <a:pt x="21569" y="1225"/>
                    <a:pt x="21337" y="1457"/>
                    <a:pt x="21059" y="1457"/>
                  </a:cubicBezTo>
                  <a:lnTo>
                    <a:pt x="631" y="1457"/>
                  </a:lnTo>
                  <a:cubicBezTo>
                    <a:pt x="344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lnTo>
                    <a:pt x="1" y="946"/>
                  </a:lnTo>
                  <a:cubicBezTo>
                    <a:pt x="1" y="1290"/>
                    <a:pt x="279" y="1568"/>
                    <a:pt x="631" y="1568"/>
                  </a:cubicBezTo>
                  <a:lnTo>
                    <a:pt x="21059" y="1568"/>
                  </a:lnTo>
                  <a:cubicBezTo>
                    <a:pt x="21402" y="1568"/>
                    <a:pt x="21690" y="1290"/>
                    <a:pt x="21690" y="946"/>
                  </a:cubicBezTo>
                  <a:lnTo>
                    <a:pt x="21690" y="56"/>
                  </a:lnTo>
                  <a:cubicBezTo>
                    <a:pt x="21690" y="28"/>
                    <a:pt x="21662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4"/>
            <p:cNvSpPr/>
            <p:nvPr/>
          </p:nvSpPr>
          <p:spPr>
            <a:xfrm>
              <a:off x="6986251" y="2005449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1216" y="112"/>
                  </a:lnTo>
                  <a:cubicBezTo>
                    <a:pt x="21254" y="112"/>
                    <a:pt x="21272" y="93"/>
                    <a:pt x="21272" y="56"/>
                  </a:cubicBezTo>
                  <a:cubicBezTo>
                    <a:pt x="21272" y="28"/>
                    <a:pt x="2125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4"/>
            <p:cNvSpPr/>
            <p:nvPr/>
          </p:nvSpPr>
          <p:spPr>
            <a:xfrm>
              <a:off x="7492557" y="1948511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1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4"/>
            <p:cNvSpPr/>
            <p:nvPr/>
          </p:nvSpPr>
          <p:spPr>
            <a:xfrm>
              <a:off x="7489253" y="1945206"/>
              <a:ext cx="249702" cy="33455"/>
            </a:xfrm>
            <a:custGeom>
              <a:avLst/>
              <a:gdLst/>
              <a:ahLst/>
              <a:cxnLst/>
              <a:rect l="l" t="t" r="r" b="b"/>
              <a:pathLst>
                <a:path w="4232" h="567" extrusionOk="0">
                  <a:moveTo>
                    <a:pt x="4120" y="112"/>
                  </a:moveTo>
                  <a:lnTo>
                    <a:pt x="4120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511"/>
                  </a:lnTo>
                  <a:cubicBezTo>
                    <a:pt x="1" y="539"/>
                    <a:pt x="29" y="567"/>
                    <a:pt x="57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4"/>
            <p:cNvSpPr/>
            <p:nvPr/>
          </p:nvSpPr>
          <p:spPr>
            <a:xfrm>
              <a:off x="7368297" y="1450405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298" y="1"/>
                  </a:moveTo>
                  <a:cubicBezTo>
                    <a:pt x="131" y="1"/>
                    <a:pt x="1" y="140"/>
                    <a:pt x="1" y="298"/>
                  </a:cubicBezTo>
                  <a:lnTo>
                    <a:pt x="1" y="6068"/>
                  </a:lnTo>
                  <a:cubicBezTo>
                    <a:pt x="1" y="6235"/>
                    <a:pt x="131" y="6365"/>
                    <a:pt x="298" y="6365"/>
                  </a:cubicBezTo>
                  <a:lnTo>
                    <a:pt x="7135" y="6365"/>
                  </a:lnTo>
                  <a:cubicBezTo>
                    <a:pt x="7302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2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4"/>
            <p:cNvSpPr/>
            <p:nvPr/>
          </p:nvSpPr>
          <p:spPr>
            <a:xfrm>
              <a:off x="7397326" y="1420844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lnTo>
                    <a:pt x="0" y="6012"/>
                  </a:lnTo>
                  <a:cubicBezTo>
                    <a:pt x="0" y="6207"/>
                    <a:pt x="158" y="6365"/>
                    <a:pt x="353" y="6365"/>
                  </a:cubicBezTo>
                  <a:lnTo>
                    <a:pt x="7088" y="6365"/>
                  </a:lnTo>
                  <a:cubicBezTo>
                    <a:pt x="7273" y="6365"/>
                    <a:pt x="7431" y="6207"/>
                    <a:pt x="7431" y="6012"/>
                  </a:cubicBezTo>
                  <a:lnTo>
                    <a:pt x="7431" y="353"/>
                  </a:lnTo>
                  <a:cubicBezTo>
                    <a:pt x="7431" y="159"/>
                    <a:pt x="727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4"/>
            <p:cNvSpPr/>
            <p:nvPr/>
          </p:nvSpPr>
          <p:spPr>
            <a:xfrm>
              <a:off x="7394022" y="1417599"/>
              <a:ext cx="445652" cy="382105"/>
            </a:xfrm>
            <a:custGeom>
              <a:avLst/>
              <a:gdLst/>
              <a:ahLst/>
              <a:cxnLst/>
              <a:rect l="l" t="t" r="r" b="b"/>
              <a:pathLst>
                <a:path w="7553" h="6476" extrusionOk="0">
                  <a:moveTo>
                    <a:pt x="7144" y="112"/>
                  </a:moveTo>
                  <a:cubicBezTo>
                    <a:pt x="7302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2" y="6355"/>
                    <a:pt x="7144" y="6355"/>
                  </a:cubicBezTo>
                  <a:lnTo>
                    <a:pt x="409" y="6355"/>
                  </a:lnTo>
                  <a:cubicBezTo>
                    <a:pt x="242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2" y="112"/>
                    <a:pt x="409" y="112"/>
                  </a:cubicBezTo>
                  <a:close/>
                  <a:moveTo>
                    <a:pt x="409" y="0"/>
                  </a:moveTo>
                  <a:cubicBezTo>
                    <a:pt x="177" y="0"/>
                    <a:pt x="1" y="176"/>
                    <a:pt x="1" y="408"/>
                  </a:cubicBezTo>
                  <a:lnTo>
                    <a:pt x="1" y="6067"/>
                  </a:lnTo>
                  <a:cubicBezTo>
                    <a:pt x="1" y="6290"/>
                    <a:pt x="177" y="6475"/>
                    <a:pt x="409" y="6475"/>
                  </a:cubicBezTo>
                  <a:lnTo>
                    <a:pt x="7144" y="6475"/>
                  </a:lnTo>
                  <a:cubicBezTo>
                    <a:pt x="7367" y="6475"/>
                    <a:pt x="7552" y="6290"/>
                    <a:pt x="7543" y="6067"/>
                  </a:cubicBezTo>
                  <a:lnTo>
                    <a:pt x="7543" y="408"/>
                  </a:lnTo>
                  <a:cubicBezTo>
                    <a:pt x="7543" y="186"/>
                    <a:pt x="7367" y="0"/>
                    <a:pt x="7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4"/>
            <p:cNvSpPr/>
            <p:nvPr/>
          </p:nvSpPr>
          <p:spPr>
            <a:xfrm>
              <a:off x="7464649" y="1618446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25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5" y="687"/>
                  </a:cubicBezTo>
                  <a:lnTo>
                    <a:pt x="4806" y="687"/>
                  </a:lnTo>
                  <a:cubicBezTo>
                    <a:pt x="4991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1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4"/>
            <p:cNvSpPr/>
            <p:nvPr/>
          </p:nvSpPr>
          <p:spPr>
            <a:xfrm>
              <a:off x="7461345" y="1615201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62" y="111"/>
                  </a:moveTo>
                  <a:cubicBezTo>
                    <a:pt x="5010" y="111"/>
                    <a:pt x="5131" y="232"/>
                    <a:pt x="5131" y="380"/>
                  </a:cubicBezTo>
                  <a:lnTo>
                    <a:pt x="5131" y="418"/>
                  </a:lnTo>
                  <a:cubicBezTo>
                    <a:pt x="5131" y="566"/>
                    <a:pt x="5010" y="687"/>
                    <a:pt x="4862" y="687"/>
                  </a:cubicBezTo>
                  <a:lnTo>
                    <a:pt x="381" y="687"/>
                  </a:lnTo>
                  <a:cubicBezTo>
                    <a:pt x="233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3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8" y="0"/>
                    <a:pt x="1" y="167"/>
                    <a:pt x="1" y="380"/>
                  </a:cubicBezTo>
                  <a:lnTo>
                    <a:pt x="1" y="418"/>
                  </a:lnTo>
                  <a:cubicBezTo>
                    <a:pt x="1" y="631"/>
                    <a:pt x="168" y="798"/>
                    <a:pt x="381" y="798"/>
                  </a:cubicBezTo>
                  <a:lnTo>
                    <a:pt x="4862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4"/>
            <p:cNvSpPr/>
            <p:nvPr/>
          </p:nvSpPr>
          <p:spPr>
            <a:xfrm>
              <a:off x="7497514" y="1629421"/>
              <a:ext cx="235423" cy="16993"/>
            </a:xfrm>
            <a:custGeom>
              <a:avLst/>
              <a:gdLst/>
              <a:ahLst/>
              <a:cxnLst/>
              <a:rect l="l" t="t" r="r" b="b"/>
              <a:pathLst>
                <a:path w="3990" h="288" extrusionOk="0">
                  <a:moveTo>
                    <a:pt x="3850" y="56"/>
                  </a:moveTo>
                  <a:cubicBezTo>
                    <a:pt x="3896" y="56"/>
                    <a:pt x="3933" y="93"/>
                    <a:pt x="3933" y="139"/>
                  </a:cubicBezTo>
                  <a:lnTo>
                    <a:pt x="3933" y="149"/>
                  </a:lnTo>
                  <a:cubicBezTo>
                    <a:pt x="3933" y="195"/>
                    <a:pt x="3896" y="232"/>
                    <a:pt x="3850" y="232"/>
                  </a:cubicBezTo>
                  <a:lnTo>
                    <a:pt x="139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9" y="0"/>
                  </a:moveTo>
                  <a:cubicBezTo>
                    <a:pt x="65" y="0"/>
                    <a:pt x="0" y="65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65" y="288"/>
                    <a:pt x="139" y="288"/>
                  </a:cubicBezTo>
                  <a:lnTo>
                    <a:pt x="3850" y="288"/>
                  </a:lnTo>
                  <a:cubicBezTo>
                    <a:pt x="3924" y="288"/>
                    <a:pt x="3989" y="232"/>
                    <a:pt x="3989" y="149"/>
                  </a:cubicBezTo>
                  <a:lnTo>
                    <a:pt x="3989" y="139"/>
                  </a:lnTo>
                  <a:cubicBezTo>
                    <a:pt x="3989" y="65"/>
                    <a:pt x="3924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4"/>
            <p:cNvSpPr/>
            <p:nvPr/>
          </p:nvSpPr>
          <p:spPr>
            <a:xfrm>
              <a:off x="7517221" y="1681934"/>
              <a:ext cx="198192" cy="23601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195" y="1"/>
                  </a:moveTo>
                  <a:cubicBezTo>
                    <a:pt x="93" y="1"/>
                    <a:pt x="0" y="84"/>
                    <a:pt x="0" y="196"/>
                  </a:cubicBezTo>
                  <a:cubicBezTo>
                    <a:pt x="0" y="307"/>
                    <a:pt x="93" y="400"/>
                    <a:pt x="195" y="400"/>
                  </a:cubicBezTo>
                  <a:lnTo>
                    <a:pt x="3154" y="400"/>
                  </a:lnTo>
                  <a:cubicBezTo>
                    <a:pt x="3265" y="400"/>
                    <a:pt x="3358" y="307"/>
                    <a:pt x="3358" y="196"/>
                  </a:cubicBezTo>
                  <a:cubicBezTo>
                    <a:pt x="3358" y="84"/>
                    <a:pt x="3265" y="1"/>
                    <a:pt x="3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4"/>
            <p:cNvSpPr/>
            <p:nvPr/>
          </p:nvSpPr>
          <p:spPr>
            <a:xfrm>
              <a:off x="7513917" y="1678689"/>
              <a:ext cx="204741" cy="30151"/>
            </a:xfrm>
            <a:custGeom>
              <a:avLst/>
              <a:gdLst/>
              <a:ahLst/>
              <a:cxnLst/>
              <a:rect l="l" t="t" r="r" b="b"/>
              <a:pathLst>
                <a:path w="3470" h="511" extrusionOk="0">
                  <a:moveTo>
                    <a:pt x="3210" y="112"/>
                  </a:moveTo>
                  <a:cubicBezTo>
                    <a:pt x="3284" y="112"/>
                    <a:pt x="3349" y="176"/>
                    <a:pt x="3349" y="251"/>
                  </a:cubicBezTo>
                  <a:cubicBezTo>
                    <a:pt x="3349" y="334"/>
                    <a:pt x="3284" y="390"/>
                    <a:pt x="3210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99"/>
                    <a:pt x="112" y="510"/>
                    <a:pt x="251" y="510"/>
                  </a:cubicBezTo>
                  <a:lnTo>
                    <a:pt x="3210" y="510"/>
                  </a:lnTo>
                  <a:cubicBezTo>
                    <a:pt x="3349" y="510"/>
                    <a:pt x="3470" y="399"/>
                    <a:pt x="3470" y="251"/>
                  </a:cubicBezTo>
                  <a:cubicBezTo>
                    <a:pt x="3470" y="112"/>
                    <a:pt x="3349" y="0"/>
                    <a:pt x="3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4"/>
            <p:cNvSpPr/>
            <p:nvPr/>
          </p:nvSpPr>
          <p:spPr>
            <a:xfrm>
              <a:off x="755716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4"/>
            <p:cNvSpPr/>
            <p:nvPr/>
          </p:nvSpPr>
          <p:spPr>
            <a:xfrm>
              <a:off x="757905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4"/>
            <p:cNvSpPr/>
            <p:nvPr/>
          </p:nvSpPr>
          <p:spPr>
            <a:xfrm>
              <a:off x="759929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4"/>
            <p:cNvSpPr/>
            <p:nvPr/>
          </p:nvSpPr>
          <p:spPr>
            <a:xfrm>
              <a:off x="7621185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40" y="94"/>
                  </a:cubicBezTo>
                  <a:cubicBezTo>
                    <a:pt x="14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4"/>
            <p:cNvSpPr/>
            <p:nvPr/>
          </p:nvSpPr>
          <p:spPr>
            <a:xfrm>
              <a:off x="764254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4"/>
            <p:cNvSpPr/>
            <p:nvPr/>
          </p:nvSpPr>
          <p:spPr>
            <a:xfrm>
              <a:off x="766443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4"/>
            <p:cNvSpPr/>
            <p:nvPr/>
          </p:nvSpPr>
          <p:spPr>
            <a:xfrm>
              <a:off x="7552800" y="1465215"/>
              <a:ext cx="126444" cy="126503"/>
            </a:xfrm>
            <a:custGeom>
              <a:avLst/>
              <a:gdLst/>
              <a:ahLst/>
              <a:cxnLst/>
              <a:rect l="l" t="t" r="r" b="b"/>
              <a:pathLst>
                <a:path w="2143" h="2144" extrusionOk="0">
                  <a:moveTo>
                    <a:pt x="1076" y="0"/>
                  </a:moveTo>
                  <a:cubicBezTo>
                    <a:pt x="482" y="0"/>
                    <a:pt x="0" y="473"/>
                    <a:pt x="0" y="1067"/>
                  </a:cubicBezTo>
                  <a:cubicBezTo>
                    <a:pt x="0" y="1661"/>
                    <a:pt x="482" y="2143"/>
                    <a:pt x="1076" y="2143"/>
                  </a:cubicBezTo>
                  <a:cubicBezTo>
                    <a:pt x="1670" y="2143"/>
                    <a:pt x="2143" y="1661"/>
                    <a:pt x="2143" y="1067"/>
                  </a:cubicBezTo>
                  <a:cubicBezTo>
                    <a:pt x="2143" y="473"/>
                    <a:pt x="1670" y="0"/>
                    <a:pt x="10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4"/>
            <p:cNvSpPr/>
            <p:nvPr/>
          </p:nvSpPr>
          <p:spPr>
            <a:xfrm>
              <a:off x="7549496" y="1461380"/>
              <a:ext cx="133583" cy="134173"/>
            </a:xfrm>
            <a:custGeom>
              <a:avLst/>
              <a:gdLst/>
              <a:ahLst/>
              <a:cxnLst/>
              <a:rect l="l" t="t" r="r" b="b"/>
              <a:pathLst>
                <a:path w="2264" h="2274" extrusionOk="0">
                  <a:moveTo>
                    <a:pt x="1132" y="121"/>
                  </a:moveTo>
                  <a:cubicBezTo>
                    <a:pt x="1689" y="121"/>
                    <a:pt x="2143" y="576"/>
                    <a:pt x="2143" y="1132"/>
                  </a:cubicBezTo>
                  <a:cubicBezTo>
                    <a:pt x="2143" y="1698"/>
                    <a:pt x="1689" y="2153"/>
                    <a:pt x="1132" y="2153"/>
                  </a:cubicBezTo>
                  <a:cubicBezTo>
                    <a:pt x="566" y="2153"/>
                    <a:pt x="112" y="1698"/>
                    <a:pt x="112" y="1132"/>
                  </a:cubicBezTo>
                  <a:cubicBezTo>
                    <a:pt x="112" y="576"/>
                    <a:pt x="566" y="121"/>
                    <a:pt x="1132" y="121"/>
                  </a:cubicBezTo>
                  <a:close/>
                  <a:moveTo>
                    <a:pt x="1132" y="0"/>
                  </a:moveTo>
                  <a:cubicBezTo>
                    <a:pt x="501" y="0"/>
                    <a:pt x="0" y="511"/>
                    <a:pt x="0" y="1132"/>
                  </a:cubicBezTo>
                  <a:cubicBezTo>
                    <a:pt x="0" y="1763"/>
                    <a:pt x="501" y="2273"/>
                    <a:pt x="1132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4"/>
            <p:cNvSpPr/>
            <p:nvPr/>
          </p:nvSpPr>
          <p:spPr>
            <a:xfrm>
              <a:off x="7587789" y="1532007"/>
              <a:ext cx="56466" cy="28499"/>
            </a:xfrm>
            <a:custGeom>
              <a:avLst/>
              <a:gdLst/>
              <a:ahLst/>
              <a:cxnLst/>
              <a:rect l="l" t="t" r="r" b="b"/>
              <a:pathLst>
                <a:path w="957" h="483" extrusionOk="0">
                  <a:moveTo>
                    <a:pt x="483" y="0"/>
                  </a:moveTo>
                  <a:cubicBezTo>
                    <a:pt x="214" y="0"/>
                    <a:pt x="1" y="213"/>
                    <a:pt x="1" y="482"/>
                  </a:cubicBezTo>
                  <a:lnTo>
                    <a:pt x="956" y="482"/>
                  </a:lnTo>
                  <a:cubicBezTo>
                    <a:pt x="956" y="213"/>
                    <a:pt x="743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4"/>
            <p:cNvSpPr/>
            <p:nvPr/>
          </p:nvSpPr>
          <p:spPr>
            <a:xfrm>
              <a:off x="7584544" y="1528702"/>
              <a:ext cx="63547" cy="35107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8" y="121"/>
                  </a:moveTo>
                  <a:cubicBezTo>
                    <a:pt x="752" y="121"/>
                    <a:pt x="928" y="279"/>
                    <a:pt x="956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8" y="121"/>
                  </a:cubicBezTo>
                  <a:close/>
                  <a:moveTo>
                    <a:pt x="538" y="0"/>
                  </a:moveTo>
                  <a:cubicBezTo>
                    <a:pt x="241" y="0"/>
                    <a:pt x="0" y="242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6" y="538"/>
                  </a:cubicBezTo>
                  <a:cubicBezTo>
                    <a:pt x="1076" y="242"/>
                    <a:pt x="835" y="0"/>
                    <a:pt x="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4"/>
            <p:cNvSpPr/>
            <p:nvPr/>
          </p:nvSpPr>
          <p:spPr>
            <a:xfrm>
              <a:off x="7600415" y="1496428"/>
              <a:ext cx="31803" cy="318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38"/>
                    <a:pt x="269" y="538"/>
                  </a:cubicBezTo>
                  <a:cubicBezTo>
                    <a:pt x="418" y="538"/>
                    <a:pt x="538" y="418"/>
                    <a:pt x="538" y="269"/>
                  </a:cubicBezTo>
                  <a:cubicBezTo>
                    <a:pt x="53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4"/>
            <p:cNvSpPr/>
            <p:nvPr/>
          </p:nvSpPr>
          <p:spPr>
            <a:xfrm>
              <a:off x="7597111" y="1493123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25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5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5" y="112"/>
                  </a:cubicBezTo>
                  <a:close/>
                  <a:moveTo>
                    <a:pt x="325" y="0"/>
                  </a:moveTo>
                  <a:cubicBezTo>
                    <a:pt x="140" y="0"/>
                    <a:pt x="0" y="140"/>
                    <a:pt x="0" y="325"/>
                  </a:cubicBezTo>
                  <a:cubicBezTo>
                    <a:pt x="0" y="511"/>
                    <a:pt x="140" y="659"/>
                    <a:pt x="32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4"/>
            <p:cNvSpPr/>
            <p:nvPr/>
          </p:nvSpPr>
          <p:spPr>
            <a:xfrm>
              <a:off x="7569203" y="1724121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51" y="0"/>
                  </a:moveTo>
                  <a:cubicBezTo>
                    <a:pt x="112" y="0"/>
                    <a:pt x="0" y="111"/>
                    <a:pt x="0" y="251"/>
                  </a:cubicBezTo>
                  <a:cubicBezTo>
                    <a:pt x="0" y="390"/>
                    <a:pt x="112" y="492"/>
                    <a:pt x="251" y="492"/>
                  </a:cubicBezTo>
                  <a:lnTo>
                    <a:pt x="1345" y="492"/>
                  </a:lnTo>
                  <a:cubicBezTo>
                    <a:pt x="1475" y="492"/>
                    <a:pt x="1587" y="390"/>
                    <a:pt x="1587" y="251"/>
                  </a:cubicBezTo>
                  <a:cubicBezTo>
                    <a:pt x="1587" y="111"/>
                    <a:pt x="1475" y="0"/>
                    <a:pt x="13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4"/>
            <p:cNvSpPr/>
            <p:nvPr/>
          </p:nvSpPr>
          <p:spPr>
            <a:xfrm>
              <a:off x="7565898" y="1720817"/>
              <a:ext cx="100247" cy="36169"/>
            </a:xfrm>
            <a:custGeom>
              <a:avLst/>
              <a:gdLst/>
              <a:ahLst/>
              <a:cxnLst/>
              <a:rect l="l" t="t" r="r" b="b"/>
              <a:pathLst>
                <a:path w="1699" h="613" extrusionOk="0">
                  <a:moveTo>
                    <a:pt x="1401" y="121"/>
                  </a:moveTo>
                  <a:cubicBezTo>
                    <a:pt x="1504" y="121"/>
                    <a:pt x="1587" y="205"/>
                    <a:pt x="1587" y="307"/>
                  </a:cubicBezTo>
                  <a:cubicBezTo>
                    <a:pt x="1587" y="409"/>
                    <a:pt x="1504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12" y="409"/>
                    <a:pt x="112" y="307"/>
                  </a:cubicBezTo>
                  <a:cubicBezTo>
                    <a:pt x="112" y="205"/>
                    <a:pt x="196" y="121"/>
                    <a:pt x="307" y="121"/>
                  </a:cubicBezTo>
                  <a:close/>
                  <a:moveTo>
                    <a:pt x="307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3"/>
                    <a:pt x="307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4"/>
            <p:cNvSpPr/>
            <p:nvPr/>
          </p:nvSpPr>
          <p:spPr>
            <a:xfrm>
              <a:off x="6772246" y="1753682"/>
              <a:ext cx="560000" cy="977035"/>
            </a:xfrm>
            <a:custGeom>
              <a:avLst/>
              <a:gdLst/>
              <a:ahLst/>
              <a:cxnLst/>
              <a:rect l="l" t="t" r="r" b="b"/>
              <a:pathLst>
                <a:path w="9491" h="16559" extrusionOk="0">
                  <a:moveTo>
                    <a:pt x="0" y="0"/>
                  </a:moveTo>
                  <a:lnTo>
                    <a:pt x="0" y="16559"/>
                  </a:lnTo>
                  <a:lnTo>
                    <a:pt x="9491" y="16559"/>
                  </a:lnTo>
                  <a:lnTo>
                    <a:pt x="9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4"/>
            <p:cNvSpPr/>
            <p:nvPr/>
          </p:nvSpPr>
          <p:spPr>
            <a:xfrm>
              <a:off x="6731179" y="1693971"/>
              <a:ext cx="560000" cy="995739"/>
            </a:xfrm>
            <a:custGeom>
              <a:avLst/>
              <a:gdLst/>
              <a:ahLst/>
              <a:cxnLst/>
              <a:rect l="l" t="t" r="r" b="b"/>
              <a:pathLst>
                <a:path w="9491" h="16876" extrusionOk="0">
                  <a:moveTo>
                    <a:pt x="1" y="1"/>
                  </a:moveTo>
                  <a:lnTo>
                    <a:pt x="1" y="16875"/>
                  </a:lnTo>
                  <a:lnTo>
                    <a:pt x="9491" y="16875"/>
                  </a:lnTo>
                  <a:lnTo>
                    <a:pt x="94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4"/>
            <p:cNvSpPr/>
            <p:nvPr/>
          </p:nvSpPr>
          <p:spPr>
            <a:xfrm>
              <a:off x="6727934" y="1690725"/>
              <a:ext cx="566549" cy="1002229"/>
            </a:xfrm>
            <a:custGeom>
              <a:avLst/>
              <a:gdLst/>
              <a:ahLst/>
              <a:cxnLst/>
              <a:rect l="l" t="t" r="r" b="b"/>
              <a:pathLst>
                <a:path w="9602" h="16986" extrusionOk="0">
                  <a:moveTo>
                    <a:pt x="9481" y="112"/>
                  </a:moveTo>
                  <a:lnTo>
                    <a:pt x="9481" y="16865"/>
                  </a:lnTo>
                  <a:lnTo>
                    <a:pt x="111" y="16865"/>
                  </a:lnTo>
                  <a:lnTo>
                    <a:pt x="111" y="112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6930"/>
                  </a:lnTo>
                  <a:cubicBezTo>
                    <a:pt x="0" y="16958"/>
                    <a:pt x="28" y="16986"/>
                    <a:pt x="56" y="16986"/>
                  </a:cubicBezTo>
                  <a:lnTo>
                    <a:pt x="9546" y="16986"/>
                  </a:lnTo>
                  <a:cubicBezTo>
                    <a:pt x="9574" y="16986"/>
                    <a:pt x="9601" y="16958"/>
                    <a:pt x="9601" y="16930"/>
                  </a:cubicBezTo>
                  <a:lnTo>
                    <a:pt x="9601" y="56"/>
                  </a:lnTo>
                  <a:cubicBezTo>
                    <a:pt x="9601" y="28"/>
                    <a:pt x="9574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4"/>
            <p:cNvSpPr/>
            <p:nvPr/>
          </p:nvSpPr>
          <p:spPr>
            <a:xfrm>
              <a:off x="6732301" y="1693971"/>
              <a:ext cx="558348" cy="80539"/>
            </a:xfrm>
            <a:custGeom>
              <a:avLst/>
              <a:gdLst/>
              <a:ahLst/>
              <a:cxnLst/>
              <a:rect l="l" t="t" r="r" b="b"/>
              <a:pathLst>
                <a:path w="9463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9463" y="1365"/>
                  </a:lnTo>
                  <a:lnTo>
                    <a:pt x="9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4"/>
            <p:cNvSpPr/>
            <p:nvPr/>
          </p:nvSpPr>
          <p:spPr>
            <a:xfrm>
              <a:off x="6728465" y="1690725"/>
              <a:ext cx="565487" cy="87089"/>
            </a:xfrm>
            <a:custGeom>
              <a:avLst/>
              <a:gdLst/>
              <a:ahLst/>
              <a:cxnLst/>
              <a:rect l="l" t="t" r="r" b="b"/>
              <a:pathLst>
                <a:path w="9584" h="1476" extrusionOk="0">
                  <a:moveTo>
                    <a:pt x="9472" y="121"/>
                  </a:moveTo>
                  <a:lnTo>
                    <a:pt x="9472" y="1355"/>
                  </a:lnTo>
                  <a:lnTo>
                    <a:pt x="121" y="1355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1475"/>
                  </a:lnTo>
                  <a:lnTo>
                    <a:pt x="9583" y="1475"/>
                  </a:lnTo>
                  <a:lnTo>
                    <a:pt x="95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4"/>
            <p:cNvSpPr/>
            <p:nvPr/>
          </p:nvSpPr>
          <p:spPr>
            <a:xfrm>
              <a:off x="7140072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4"/>
            <p:cNvSpPr/>
            <p:nvPr/>
          </p:nvSpPr>
          <p:spPr>
            <a:xfrm>
              <a:off x="718987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70" y="84"/>
                    <a:pt x="325" y="140"/>
                    <a:pt x="325" y="205"/>
                  </a:cubicBezTo>
                  <a:cubicBezTo>
                    <a:pt x="325" y="270"/>
                    <a:pt x="270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1" y="94"/>
                    <a:pt x="1" y="205"/>
                  </a:cubicBezTo>
                  <a:cubicBezTo>
                    <a:pt x="1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4"/>
            <p:cNvSpPr/>
            <p:nvPr/>
          </p:nvSpPr>
          <p:spPr>
            <a:xfrm>
              <a:off x="724079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4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4" y="326"/>
                  </a:cubicBezTo>
                  <a:cubicBezTo>
                    <a:pt x="139" y="326"/>
                    <a:pt x="84" y="270"/>
                    <a:pt x="84" y="205"/>
                  </a:cubicBezTo>
                  <a:cubicBezTo>
                    <a:pt x="84" y="140"/>
                    <a:pt x="139" y="84"/>
                    <a:pt x="204" y="84"/>
                  </a:cubicBezTo>
                  <a:close/>
                  <a:moveTo>
                    <a:pt x="204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4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4"/>
            <p:cNvSpPr/>
            <p:nvPr/>
          </p:nvSpPr>
          <p:spPr>
            <a:xfrm>
              <a:off x="6820392" y="1885023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84"/>
                    <a:pt x="2997" y="56"/>
                  </a:cubicBezTo>
                  <a:cubicBezTo>
                    <a:pt x="2997" y="19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4"/>
            <p:cNvSpPr/>
            <p:nvPr/>
          </p:nvSpPr>
          <p:spPr>
            <a:xfrm>
              <a:off x="7032804" y="1885023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84"/>
                    <a:pt x="1151" y="56"/>
                  </a:cubicBezTo>
                  <a:cubicBezTo>
                    <a:pt x="1151" y="19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4"/>
            <p:cNvSpPr/>
            <p:nvPr/>
          </p:nvSpPr>
          <p:spPr>
            <a:xfrm>
              <a:off x="7142255" y="188502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4"/>
            <p:cNvSpPr/>
            <p:nvPr/>
          </p:nvSpPr>
          <p:spPr>
            <a:xfrm>
              <a:off x="7027848" y="2016364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6" y="121"/>
                  </a:cubicBezTo>
                  <a:lnTo>
                    <a:pt x="2941" y="121"/>
                  </a:lnTo>
                  <a:cubicBezTo>
                    <a:pt x="2979" y="121"/>
                    <a:pt x="2997" y="94"/>
                    <a:pt x="2997" y="66"/>
                  </a:cubicBezTo>
                  <a:cubicBezTo>
                    <a:pt x="2997" y="29"/>
                    <a:pt x="2979" y="1"/>
                    <a:pt x="29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4"/>
            <p:cNvSpPr/>
            <p:nvPr/>
          </p:nvSpPr>
          <p:spPr>
            <a:xfrm>
              <a:off x="6924415" y="2016364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1095" y="121"/>
                  </a:lnTo>
                  <a:cubicBezTo>
                    <a:pt x="1123" y="121"/>
                    <a:pt x="1151" y="94"/>
                    <a:pt x="1151" y="66"/>
                  </a:cubicBezTo>
                  <a:cubicBezTo>
                    <a:pt x="1151" y="29"/>
                    <a:pt x="112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4"/>
            <p:cNvSpPr/>
            <p:nvPr/>
          </p:nvSpPr>
          <p:spPr>
            <a:xfrm>
              <a:off x="6820392" y="2016364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7" y="121"/>
                  </a:cubicBezTo>
                  <a:lnTo>
                    <a:pt x="1003" y="121"/>
                  </a:lnTo>
                  <a:cubicBezTo>
                    <a:pt x="1031" y="121"/>
                    <a:pt x="1058" y="94"/>
                    <a:pt x="1058" y="66"/>
                  </a:cubicBezTo>
                  <a:cubicBezTo>
                    <a:pt x="1058" y="29"/>
                    <a:pt x="1031" y="1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4"/>
            <p:cNvSpPr/>
            <p:nvPr/>
          </p:nvSpPr>
          <p:spPr>
            <a:xfrm>
              <a:off x="6820392" y="1950163"/>
              <a:ext cx="94228" cy="6608"/>
            </a:xfrm>
            <a:custGeom>
              <a:avLst/>
              <a:gdLst/>
              <a:ahLst/>
              <a:cxnLst/>
              <a:rect l="l" t="t" r="r" b="b"/>
              <a:pathLst>
                <a:path w="1597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541" y="112"/>
                  </a:lnTo>
                  <a:cubicBezTo>
                    <a:pt x="1578" y="112"/>
                    <a:pt x="1596" y="84"/>
                    <a:pt x="1596" y="56"/>
                  </a:cubicBezTo>
                  <a:cubicBezTo>
                    <a:pt x="1596" y="19"/>
                    <a:pt x="1578" y="0"/>
                    <a:pt x="15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4"/>
            <p:cNvSpPr/>
            <p:nvPr/>
          </p:nvSpPr>
          <p:spPr>
            <a:xfrm>
              <a:off x="6945184" y="1950163"/>
              <a:ext cx="155533" cy="6608"/>
            </a:xfrm>
            <a:custGeom>
              <a:avLst/>
              <a:gdLst/>
              <a:ahLst/>
              <a:cxnLst/>
              <a:rect l="l" t="t" r="r" b="b"/>
              <a:pathLst>
                <a:path w="2636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580" y="112"/>
                  </a:lnTo>
                  <a:cubicBezTo>
                    <a:pt x="2608" y="112"/>
                    <a:pt x="2636" y="84"/>
                    <a:pt x="2636" y="56"/>
                  </a:cubicBezTo>
                  <a:cubicBezTo>
                    <a:pt x="2636" y="19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4"/>
            <p:cNvSpPr/>
            <p:nvPr/>
          </p:nvSpPr>
          <p:spPr>
            <a:xfrm>
              <a:off x="7142255" y="195016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4"/>
            <p:cNvSpPr/>
            <p:nvPr/>
          </p:nvSpPr>
          <p:spPr>
            <a:xfrm>
              <a:off x="6820392" y="2074955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942" y="121"/>
                  </a:lnTo>
                  <a:cubicBezTo>
                    <a:pt x="2969" y="121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4"/>
            <p:cNvSpPr/>
            <p:nvPr/>
          </p:nvSpPr>
          <p:spPr>
            <a:xfrm>
              <a:off x="7032804" y="2074955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95" y="121"/>
                  </a:lnTo>
                  <a:cubicBezTo>
                    <a:pt x="1123" y="12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4"/>
            <p:cNvSpPr/>
            <p:nvPr/>
          </p:nvSpPr>
          <p:spPr>
            <a:xfrm>
              <a:off x="6820392" y="2286245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4"/>
            <p:cNvSpPr/>
            <p:nvPr/>
          </p:nvSpPr>
          <p:spPr>
            <a:xfrm>
              <a:off x="7032804" y="2286245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4"/>
            <p:cNvSpPr/>
            <p:nvPr/>
          </p:nvSpPr>
          <p:spPr>
            <a:xfrm>
              <a:off x="7142255" y="2074955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56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4"/>
            <p:cNvSpPr/>
            <p:nvPr/>
          </p:nvSpPr>
          <p:spPr>
            <a:xfrm>
              <a:off x="7027848" y="2206886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6" y="111"/>
                  </a:cubicBezTo>
                  <a:lnTo>
                    <a:pt x="2941" y="111"/>
                  </a:lnTo>
                  <a:cubicBezTo>
                    <a:pt x="2979" y="111"/>
                    <a:pt x="2997" y="93"/>
                    <a:pt x="2997" y="56"/>
                  </a:cubicBezTo>
                  <a:cubicBezTo>
                    <a:pt x="2997" y="28"/>
                    <a:pt x="2979" y="0"/>
                    <a:pt x="29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4"/>
            <p:cNvSpPr/>
            <p:nvPr/>
          </p:nvSpPr>
          <p:spPr>
            <a:xfrm>
              <a:off x="6924415" y="2206886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1095" y="111"/>
                  </a:lnTo>
                  <a:cubicBezTo>
                    <a:pt x="1123" y="11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4"/>
            <p:cNvSpPr/>
            <p:nvPr/>
          </p:nvSpPr>
          <p:spPr>
            <a:xfrm>
              <a:off x="6820392" y="2206886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4"/>
            <p:cNvSpPr/>
            <p:nvPr/>
          </p:nvSpPr>
          <p:spPr>
            <a:xfrm>
              <a:off x="7123669" y="2357403"/>
              <a:ext cx="67382" cy="7139"/>
            </a:xfrm>
            <a:custGeom>
              <a:avLst/>
              <a:gdLst/>
              <a:ahLst/>
              <a:cxnLst/>
              <a:rect l="l" t="t" r="r" b="b"/>
              <a:pathLst>
                <a:path w="114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1086" y="121"/>
                  </a:lnTo>
                  <a:cubicBezTo>
                    <a:pt x="1123" y="121"/>
                    <a:pt x="1141" y="93"/>
                    <a:pt x="1141" y="65"/>
                  </a:cubicBezTo>
                  <a:cubicBezTo>
                    <a:pt x="1141" y="28"/>
                    <a:pt x="1123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4"/>
            <p:cNvSpPr/>
            <p:nvPr/>
          </p:nvSpPr>
          <p:spPr>
            <a:xfrm>
              <a:off x="7019115" y="2357403"/>
              <a:ext cx="63015" cy="7139"/>
            </a:xfrm>
            <a:custGeom>
              <a:avLst/>
              <a:gdLst/>
              <a:ahLst/>
              <a:cxnLst/>
              <a:rect l="l" t="t" r="r" b="b"/>
              <a:pathLst>
                <a:path w="106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9" y="121"/>
                    <a:pt x="1067" y="93"/>
                    <a:pt x="1067" y="65"/>
                  </a:cubicBezTo>
                  <a:cubicBezTo>
                    <a:pt x="1067" y="28"/>
                    <a:pt x="1039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4"/>
            <p:cNvSpPr/>
            <p:nvPr/>
          </p:nvSpPr>
          <p:spPr>
            <a:xfrm>
              <a:off x="6820392" y="2140094"/>
              <a:ext cx="94228" cy="7139"/>
            </a:xfrm>
            <a:custGeom>
              <a:avLst/>
              <a:gdLst/>
              <a:ahLst/>
              <a:cxnLst/>
              <a:rect l="l" t="t" r="r" b="b"/>
              <a:pathLst>
                <a:path w="1597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4"/>
            <p:cNvSpPr/>
            <p:nvPr/>
          </p:nvSpPr>
          <p:spPr>
            <a:xfrm>
              <a:off x="6945184" y="2140094"/>
              <a:ext cx="155533" cy="7139"/>
            </a:xfrm>
            <a:custGeom>
              <a:avLst/>
              <a:gdLst/>
              <a:ahLst/>
              <a:cxnLst/>
              <a:rect l="l" t="t" r="r" b="b"/>
              <a:pathLst>
                <a:path w="2636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580" y="121"/>
                  </a:lnTo>
                  <a:cubicBezTo>
                    <a:pt x="2608" y="121"/>
                    <a:pt x="2636" y="93"/>
                    <a:pt x="2636" y="65"/>
                  </a:cubicBezTo>
                  <a:cubicBezTo>
                    <a:pt x="2636" y="28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4"/>
            <p:cNvSpPr/>
            <p:nvPr/>
          </p:nvSpPr>
          <p:spPr>
            <a:xfrm>
              <a:off x="7142255" y="2140094"/>
              <a:ext cx="62484" cy="7139"/>
            </a:xfrm>
            <a:custGeom>
              <a:avLst/>
              <a:gdLst/>
              <a:ahLst/>
              <a:cxnLst/>
              <a:rect l="l" t="t" r="r" b="b"/>
              <a:pathLst>
                <a:path w="1059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65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4"/>
            <p:cNvSpPr/>
            <p:nvPr/>
          </p:nvSpPr>
          <p:spPr>
            <a:xfrm>
              <a:off x="7017994" y="2427440"/>
              <a:ext cx="155533" cy="7198"/>
            </a:xfrm>
            <a:custGeom>
              <a:avLst/>
              <a:gdLst/>
              <a:ahLst/>
              <a:cxnLst/>
              <a:rect l="l" t="t" r="r" b="b"/>
              <a:pathLst>
                <a:path w="2636" h="122" extrusionOk="0"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580" y="121"/>
                  </a:lnTo>
                  <a:cubicBezTo>
                    <a:pt x="2607" y="121"/>
                    <a:pt x="2635" y="93"/>
                    <a:pt x="2635" y="66"/>
                  </a:cubicBezTo>
                  <a:cubicBezTo>
                    <a:pt x="2635" y="28"/>
                    <a:pt x="2607" y="1"/>
                    <a:pt x="2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4"/>
            <p:cNvSpPr/>
            <p:nvPr/>
          </p:nvSpPr>
          <p:spPr>
            <a:xfrm>
              <a:off x="7018584" y="2493111"/>
              <a:ext cx="62425" cy="7198"/>
            </a:xfrm>
            <a:custGeom>
              <a:avLst/>
              <a:gdLst/>
              <a:ahLst/>
              <a:cxnLst/>
              <a:rect l="l" t="t" r="r" b="b"/>
              <a:pathLst>
                <a:path w="1058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0" y="121"/>
                    <a:pt x="1058" y="94"/>
                    <a:pt x="1058" y="56"/>
                  </a:cubicBezTo>
                  <a:cubicBezTo>
                    <a:pt x="1058" y="29"/>
                    <a:pt x="1030" y="1"/>
                    <a:pt x="1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4"/>
            <p:cNvSpPr/>
            <p:nvPr/>
          </p:nvSpPr>
          <p:spPr>
            <a:xfrm>
              <a:off x="7433436" y="2415403"/>
              <a:ext cx="731876" cy="521707"/>
            </a:xfrm>
            <a:custGeom>
              <a:avLst/>
              <a:gdLst/>
              <a:ahLst/>
              <a:cxnLst/>
              <a:rect l="l" t="t" r="r" b="b"/>
              <a:pathLst>
                <a:path w="12404" h="8842" extrusionOk="0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4"/>
            <p:cNvSpPr/>
            <p:nvPr/>
          </p:nvSpPr>
          <p:spPr>
            <a:xfrm>
              <a:off x="7430191" y="2412099"/>
              <a:ext cx="738957" cy="528846"/>
            </a:xfrm>
            <a:custGeom>
              <a:avLst/>
              <a:gdLst/>
              <a:ahLst/>
              <a:cxnLst/>
              <a:rect l="l" t="t" r="r" b="b"/>
              <a:pathLst>
                <a:path w="12524" h="8963" extrusionOk="0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4"/>
            <p:cNvSpPr/>
            <p:nvPr/>
          </p:nvSpPr>
          <p:spPr>
            <a:xfrm>
              <a:off x="7474502" y="2375989"/>
              <a:ext cx="731876" cy="88210"/>
            </a:xfrm>
            <a:custGeom>
              <a:avLst/>
              <a:gdLst/>
              <a:ahLst/>
              <a:cxnLst/>
              <a:rect l="l" t="t" r="r" b="b"/>
              <a:pathLst>
                <a:path w="12404" h="1495" extrusionOk="0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4"/>
            <p:cNvSpPr/>
            <p:nvPr/>
          </p:nvSpPr>
          <p:spPr>
            <a:xfrm>
              <a:off x="7471198" y="2372685"/>
              <a:ext cx="738485" cy="94759"/>
            </a:xfrm>
            <a:custGeom>
              <a:avLst/>
              <a:gdLst/>
              <a:ahLst/>
              <a:cxnLst/>
              <a:rect l="l" t="t" r="r" b="b"/>
              <a:pathLst>
                <a:path w="12516" h="1606" extrusionOk="0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4"/>
            <p:cNvSpPr/>
            <p:nvPr/>
          </p:nvSpPr>
          <p:spPr>
            <a:xfrm>
              <a:off x="7553862" y="2401715"/>
              <a:ext cx="33455" cy="33986"/>
            </a:xfrm>
            <a:custGeom>
              <a:avLst/>
              <a:gdLst/>
              <a:ahLst/>
              <a:cxnLst/>
              <a:rect l="l" t="t" r="r" b="b"/>
              <a:pathLst>
                <a:path w="567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4"/>
            <p:cNvSpPr/>
            <p:nvPr/>
          </p:nvSpPr>
          <p:spPr>
            <a:xfrm>
              <a:off x="7606434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4"/>
            <p:cNvSpPr/>
            <p:nvPr/>
          </p:nvSpPr>
          <p:spPr>
            <a:xfrm>
              <a:off x="7501349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4"/>
            <p:cNvSpPr/>
            <p:nvPr/>
          </p:nvSpPr>
          <p:spPr>
            <a:xfrm>
              <a:off x="7473971" y="2464140"/>
              <a:ext cx="732407" cy="430252"/>
            </a:xfrm>
            <a:custGeom>
              <a:avLst/>
              <a:gdLst/>
              <a:ahLst/>
              <a:cxnLst/>
              <a:rect l="l" t="t" r="r" b="b"/>
              <a:pathLst>
                <a:path w="12413" h="7292" extrusionOk="0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4"/>
            <p:cNvSpPr/>
            <p:nvPr/>
          </p:nvSpPr>
          <p:spPr>
            <a:xfrm>
              <a:off x="7470667" y="2460305"/>
              <a:ext cx="739016" cy="437391"/>
            </a:xfrm>
            <a:custGeom>
              <a:avLst/>
              <a:gdLst/>
              <a:ahLst/>
              <a:cxnLst/>
              <a:rect l="l" t="t" r="r" b="b"/>
              <a:pathLst>
                <a:path w="12525" h="7413" extrusionOk="0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4"/>
            <p:cNvSpPr/>
            <p:nvPr/>
          </p:nvSpPr>
          <p:spPr>
            <a:xfrm>
              <a:off x="7778310" y="2564859"/>
              <a:ext cx="336083" cy="6608"/>
            </a:xfrm>
            <a:custGeom>
              <a:avLst/>
              <a:gdLst/>
              <a:ahLst/>
              <a:cxnLst/>
              <a:rect l="l" t="t" r="r" b="b"/>
              <a:pathLst>
                <a:path w="5696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4"/>
            <p:cNvSpPr/>
            <p:nvPr/>
          </p:nvSpPr>
          <p:spPr>
            <a:xfrm>
              <a:off x="7778310" y="2614657"/>
              <a:ext cx="122668" cy="7139"/>
            </a:xfrm>
            <a:custGeom>
              <a:avLst/>
              <a:gdLst/>
              <a:ahLst/>
              <a:cxnLst/>
              <a:rect l="l" t="t" r="r" b="b"/>
              <a:pathLst>
                <a:path w="207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4"/>
            <p:cNvSpPr/>
            <p:nvPr/>
          </p:nvSpPr>
          <p:spPr>
            <a:xfrm>
              <a:off x="7941395" y="2614657"/>
              <a:ext cx="147272" cy="7139"/>
            </a:xfrm>
            <a:custGeom>
              <a:avLst/>
              <a:gdLst/>
              <a:ahLst/>
              <a:cxnLst/>
              <a:rect l="l" t="t" r="r" b="b"/>
              <a:pathLst>
                <a:path w="249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4"/>
            <p:cNvSpPr/>
            <p:nvPr/>
          </p:nvSpPr>
          <p:spPr>
            <a:xfrm>
              <a:off x="7778310" y="2766237"/>
              <a:ext cx="217899" cy="6667"/>
            </a:xfrm>
            <a:custGeom>
              <a:avLst/>
              <a:gdLst/>
              <a:ahLst/>
              <a:cxnLst/>
              <a:rect l="l" t="t" r="r" b="b"/>
              <a:pathLst>
                <a:path w="3693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4"/>
            <p:cNvSpPr/>
            <p:nvPr/>
          </p:nvSpPr>
          <p:spPr>
            <a:xfrm>
              <a:off x="7778310" y="2667170"/>
              <a:ext cx="338856" cy="7198"/>
            </a:xfrm>
            <a:custGeom>
              <a:avLst/>
              <a:gdLst/>
              <a:ahLst/>
              <a:cxnLst/>
              <a:rect l="l" t="t" r="r" b="b"/>
              <a:pathLst>
                <a:path w="5743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4"/>
            <p:cNvSpPr/>
            <p:nvPr/>
          </p:nvSpPr>
          <p:spPr>
            <a:xfrm>
              <a:off x="7778310" y="2716969"/>
              <a:ext cx="112224" cy="7198"/>
            </a:xfrm>
            <a:custGeom>
              <a:avLst/>
              <a:gdLst/>
              <a:ahLst/>
              <a:cxnLst/>
              <a:rect l="l" t="t" r="r" b="b"/>
              <a:pathLst>
                <a:path w="1902" h="122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4"/>
            <p:cNvSpPr/>
            <p:nvPr/>
          </p:nvSpPr>
          <p:spPr>
            <a:xfrm>
              <a:off x="7915670" y="2716969"/>
              <a:ext cx="198723" cy="7198"/>
            </a:xfrm>
            <a:custGeom>
              <a:avLst/>
              <a:gdLst/>
              <a:ahLst/>
              <a:cxnLst/>
              <a:rect l="l" t="t" r="r" b="b"/>
              <a:pathLst>
                <a:path w="3368" h="122" extrusionOk="0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4"/>
            <p:cNvSpPr/>
            <p:nvPr/>
          </p:nvSpPr>
          <p:spPr>
            <a:xfrm>
              <a:off x="7525953" y="2548397"/>
              <a:ext cx="219020" cy="219020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4"/>
            <p:cNvSpPr/>
            <p:nvPr/>
          </p:nvSpPr>
          <p:spPr>
            <a:xfrm>
              <a:off x="7522649" y="2545151"/>
              <a:ext cx="225567" cy="225567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4"/>
            <p:cNvSpPr/>
            <p:nvPr/>
          </p:nvSpPr>
          <p:spPr>
            <a:xfrm>
              <a:off x="7516631" y="2550049"/>
              <a:ext cx="218489" cy="218430"/>
            </a:xfrm>
            <a:custGeom>
              <a:avLst/>
              <a:gdLst/>
              <a:ahLst/>
              <a:cxnLst/>
              <a:rect l="l" t="t" r="r" b="b"/>
              <a:pathLst>
                <a:path w="3703" h="3702" extrusionOk="0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4"/>
            <p:cNvSpPr/>
            <p:nvPr/>
          </p:nvSpPr>
          <p:spPr>
            <a:xfrm>
              <a:off x="7513386" y="2546213"/>
              <a:ext cx="225569" cy="225569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4"/>
            <p:cNvSpPr/>
            <p:nvPr/>
          </p:nvSpPr>
          <p:spPr>
            <a:xfrm>
              <a:off x="7662251" y="2565921"/>
              <a:ext cx="54814" cy="54814"/>
            </a:xfrm>
            <a:custGeom>
              <a:avLst/>
              <a:gdLst/>
              <a:ahLst/>
              <a:cxnLst/>
              <a:rect l="l" t="t" r="r" b="b"/>
              <a:pathLst>
                <a:path w="929" h="929" extrusionOk="0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4"/>
            <p:cNvSpPr/>
            <p:nvPr/>
          </p:nvSpPr>
          <p:spPr>
            <a:xfrm>
              <a:off x="7658947" y="2562085"/>
              <a:ext cx="61363" cy="61894"/>
            </a:xfrm>
            <a:custGeom>
              <a:avLst/>
              <a:gdLst/>
              <a:ahLst/>
              <a:cxnLst/>
              <a:rect l="l" t="t" r="r" b="b"/>
              <a:pathLst>
                <a:path w="1040" h="1049" extrusionOk="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4"/>
            <p:cNvSpPr/>
            <p:nvPr/>
          </p:nvSpPr>
          <p:spPr>
            <a:xfrm>
              <a:off x="7985707" y="2216444"/>
              <a:ext cx="377208" cy="339092"/>
            </a:xfrm>
            <a:custGeom>
              <a:avLst/>
              <a:gdLst/>
              <a:ahLst/>
              <a:cxnLst/>
              <a:rect l="l" t="t" r="r" b="b"/>
              <a:pathLst>
                <a:path w="6393" h="5747" extrusionOk="0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4"/>
            <p:cNvSpPr/>
            <p:nvPr/>
          </p:nvSpPr>
          <p:spPr>
            <a:xfrm>
              <a:off x="8001047" y="2212904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4"/>
            <p:cNvSpPr/>
            <p:nvPr/>
          </p:nvSpPr>
          <p:spPr>
            <a:xfrm>
              <a:off x="7997212" y="2199923"/>
              <a:ext cx="384878" cy="339387"/>
            </a:xfrm>
            <a:custGeom>
              <a:avLst/>
              <a:gdLst/>
              <a:ahLst/>
              <a:cxnLst/>
              <a:rect l="l" t="t" r="r" b="b"/>
              <a:pathLst>
                <a:path w="6523" h="5752" extrusionOk="0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4"/>
            <p:cNvSpPr/>
            <p:nvPr/>
          </p:nvSpPr>
          <p:spPr>
            <a:xfrm>
              <a:off x="8016388" y="2196442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4"/>
            <p:cNvSpPr/>
            <p:nvPr/>
          </p:nvSpPr>
          <p:spPr>
            <a:xfrm>
              <a:off x="8070553" y="2285655"/>
              <a:ext cx="224507" cy="141844"/>
            </a:xfrm>
            <a:custGeom>
              <a:avLst/>
              <a:gdLst/>
              <a:ahLst/>
              <a:cxnLst/>
              <a:rect l="l" t="t" r="r" b="b"/>
              <a:pathLst>
                <a:path w="3805" h="2404" extrusionOk="0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4"/>
            <p:cNvSpPr/>
            <p:nvPr/>
          </p:nvSpPr>
          <p:spPr>
            <a:xfrm>
              <a:off x="8066718" y="2282410"/>
              <a:ext cx="231588" cy="148393"/>
            </a:xfrm>
            <a:custGeom>
              <a:avLst/>
              <a:gdLst/>
              <a:ahLst/>
              <a:cxnLst/>
              <a:rect l="l" t="t" r="r" b="b"/>
              <a:pathLst>
                <a:path w="3925" h="2515" extrusionOk="0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4"/>
            <p:cNvSpPr/>
            <p:nvPr/>
          </p:nvSpPr>
          <p:spPr>
            <a:xfrm>
              <a:off x="5843948" y="3263280"/>
              <a:ext cx="422581" cy="300504"/>
            </a:xfrm>
            <a:custGeom>
              <a:avLst/>
              <a:gdLst/>
              <a:ahLst/>
              <a:cxnLst/>
              <a:rect l="l" t="t" r="r" b="b"/>
              <a:pathLst>
                <a:path w="7162" h="5093" extrusionOk="0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>
              <a:off x="5840112" y="3259976"/>
              <a:ext cx="429721" cy="307643"/>
            </a:xfrm>
            <a:custGeom>
              <a:avLst/>
              <a:gdLst/>
              <a:ahLst/>
              <a:cxnLst/>
              <a:rect l="l" t="t" r="r" b="b"/>
              <a:pathLst>
                <a:path w="7283" h="5214" extrusionOk="0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>
              <a:off x="5151544" y="2042680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>
              <a:off x="5148240" y="2039376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4"/>
            <p:cNvSpPr/>
            <p:nvPr/>
          </p:nvSpPr>
          <p:spPr>
            <a:xfrm>
              <a:off x="5151544" y="2076076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4"/>
            <p:cNvSpPr/>
            <p:nvPr/>
          </p:nvSpPr>
          <p:spPr>
            <a:xfrm>
              <a:off x="5148240" y="2072771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>
              <a:off x="5254977" y="2195380"/>
              <a:ext cx="1597218" cy="973790"/>
            </a:xfrm>
            <a:custGeom>
              <a:avLst/>
              <a:gdLst/>
              <a:ahLst/>
              <a:cxnLst/>
              <a:rect l="l" t="t" r="r" b="b"/>
              <a:pathLst>
                <a:path w="27070" h="16504" extrusionOk="0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>
              <a:off x="5251673" y="2192076"/>
              <a:ext cx="1603826" cy="980929"/>
            </a:xfrm>
            <a:custGeom>
              <a:avLst/>
              <a:gdLst/>
              <a:ahLst/>
              <a:cxnLst/>
              <a:rect l="l" t="t" r="r" b="b"/>
              <a:pathLst>
                <a:path w="27182" h="16625" extrusionOk="0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>
              <a:off x="6850543" y="2586749"/>
              <a:ext cx="6608" cy="189990"/>
            </a:xfrm>
            <a:custGeom>
              <a:avLst/>
              <a:gdLst/>
              <a:ahLst/>
              <a:cxnLst/>
              <a:rect l="l" t="t" r="r" b="b"/>
              <a:pathLst>
                <a:path w="112" h="3220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6035531" y="2114369"/>
              <a:ext cx="38883" cy="38352"/>
            </a:xfrm>
            <a:custGeom>
              <a:avLst/>
              <a:gdLst/>
              <a:ahLst/>
              <a:cxnLst/>
              <a:rect l="l" t="t" r="r" b="b"/>
              <a:pathLst>
                <a:path w="659" h="650" extrusionOk="0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4"/>
            <p:cNvSpPr/>
            <p:nvPr/>
          </p:nvSpPr>
          <p:spPr>
            <a:xfrm>
              <a:off x="6032227" y="2110533"/>
              <a:ext cx="46023" cy="46023"/>
            </a:xfrm>
            <a:custGeom>
              <a:avLst/>
              <a:gdLst/>
              <a:ahLst/>
              <a:cxnLst/>
              <a:rect l="l" t="t" r="r" b="b"/>
              <a:pathLst>
                <a:path w="780" h="780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>
              <a:off x="6808356" y="3211239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>
              <a:off x="6805111" y="3207404"/>
              <a:ext cx="46023" cy="46082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>
              <a:off x="6741564" y="3219441"/>
              <a:ext cx="22539" cy="21949"/>
            </a:xfrm>
            <a:custGeom>
              <a:avLst/>
              <a:gdLst/>
              <a:ahLst/>
              <a:cxnLst/>
              <a:rect l="l" t="t" r="r" b="b"/>
              <a:pathLst>
                <a:path w="382" h="372" extrusionOk="0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>
              <a:off x="6697253" y="3219441"/>
              <a:ext cx="22480" cy="21949"/>
            </a:xfrm>
            <a:custGeom>
              <a:avLst/>
              <a:gdLst/>
              <a:ahLst/>
              <a:cxnLst/>
              <a:rect l="l" t="t" r="r" b="b"/>
              <a:pathLst>
                <a:path w="381" h="372" extrusionOk="0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>
              <a:off x="5844479" y="3294434"/>
              <a:ext cx="421519" cy="77825"/>
            </a:xfrm>
            <a:custGeom>
              <a:avLst/>
              <a:gdLst/>
              <a:ahLst/>
              <a:cxnLst/>
              <a:rect l="l" t="t" r="r" b="b"/>
              <a:pathLst>
                <a:path w="7144" h="1319" extrusionOk="0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>
              <a:off x="5841174" y="3291189"/>
              <a:ext cx="428128" cy="84316"/>
            </a:xfrm>
            <a:custGeom>
              <a:avLst/>
              <a:gdLst/>
              <a:ahLst/>
              <a:cxnLst/>
              <a:rect l="l" t="t" r="r" b="b"/>
              <a:pathLst>
                <a:path w="7256" h="1429" extrusionOk="0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>
              <a:off x="5257691" y="3542955"/>
              <a:ext cx="1595094" cy="130869"/>
            </a:xfrm>
            <a:custGeom>
              <a:avLst/>
              <a:gdLst/>
              <a:ahLst/>
              <a:cxnLst/>
              <a:rect l="l" t="t" r="r" b="b"/>
              <a:pathLst>
                <a:path w="27034" h="2218" extrusionOk="0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>
              <a:off x="5253856" y="3539120"/>
              <a:ext cx="1602764" cy="138540"/>
            </a:xfrm>
            <a:custGeom>
              <a:avLst/>
              <a:gdLst/>
              <a:ahLst/>
              <a:cxnLst/>
              <a:rect l="l" t="t" r="r" b="b"/>
              <a:pathLst>
                <a:path w="27164" h="2348" extrusionOk="0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>
              <a:off x="542573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4"/>
            <p:cNvSpPr/>
            <p:nvPr/>
          </p:nvSpPr>
          <p:spPr>
            <a:xfrm>
              <a:off x="542248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4"/>
            <p:cNvSpPr/>
            <p:nvPr/>
          </p:nvSpPr>
          <p:spPr>
            <a:xfrm>
              <a:off x="5565334" y="3573047"/>
              <a:ext cx="113345" cy="38352"/>
            </a:xfrm>
            <a:custGeom>
              <a:avLst/>
              <a:gdLst/>
              <a:ahLst/>
              <a:cxnLst/>
              <a:rect l="l" t="t" r="r" b="b"/>
              <a:pathLst>
                <a:path w="1921" h="650" extrusionOk="0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4"/>
            <p:cNvSpPr/>
            <p:nvPr/>
          </p:nvSpPr>
          <p:spPr>
            <a:xfrm>
              <a:off x="556203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4"/>
            <p:cNvSpPr/>
            <p:nvPr/>
          </p:nvSpPr>
          <p:spPr>
            <a:xfrm>
              <a:off x="5708712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4"/>
            <p:cNvSpPr/>
            <p:nvPr/>
          </p:nvSpPr>
          <p:spPr>
            <a:xfrm>
              <a:off x="570546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4"/>
            <p:cNvSpPr/>
            <p:nvPr/>
          </p:nvSpPr>
          <p:spPr>
            <a:xfrm>
              <a:off x="5848314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4"/>
            <p:cNvSpPr/>
            <p:nvPr/>
          </p:nvSpPr>
          <p:spPr>
            <a:xfrm>
              <a:off x="584501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4"/>
            <p:cNvSpPr/>
            <p:nvPr/>
          </p:nvSpPr>
          <p:spPr>
            <a:xfrm>
              <a:off x="5990099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4"/>
            <p:cNvSpPr/>
            <p:nvPr/>
          </p:nvSpPr>
          <p:spPr>
            <a:xfrm>
              <a:off x="5986794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4"/>
            <p:cNvSpPr/>
            <p:nvPr/>
          </p:nvSpPr>
          <p:spPr>
            <a:xfrm>
              <a:off x="612964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4"/>
            <p:cNvSpPr/>
            <p:nvPr/>
          </p:nvSpPr>
          <p:spPr>
            <a:xfrm>
              <a:off x="6126337" y="3569743"/>
              <a:ext cx="119423" cy="44960"/>
            </a:xfrm>
            <a:custGeom>
              <a:avLst/>
              <a:gdLst/>
              <a:ahLst/>
              <a:cxnLst/>
              <a:rect l="l" t="t" r="r" b="b"/>
              <a:pathLst>
                <a:path w="2024" h="762" extrusionOk="0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4"/>
            <p:cNvSpPr/>
            <p:nvPr/>
          </p:nvSpPr>
          <p:spPr>
            <a:xfrm>
              <a:off x="6273078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4"/>
            <p:cNvSpPr/>
            <p:nvPr/>
          </p:nvSpPr>
          <p:spPr>
            <a:xfrm>
              <a:off x="6269243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4"/>
            <p:cNvSpPr/>
            <p:nvPr/>
          </p:nvSpPr>
          <p:spPr>
            <a:xfrm>
              <a:off x="641262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4"/>
            <p:cNvSpPr/>
            <p:nvPr/>
          </p:nvSpPr>
          <p:spPr>
            <a:xfrm>
              <a:off x="6409376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4"/>
            <p:cNvSpPr/>
            <p:nvPr/>
          </p:nvSpPr>
          <p:spPr>
            <a:xfrm>
              <a:off x="655930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4"/>
            <p:cNvSpPr/>
            <p:nvPr/>
          </p:nvSpPr>
          <p:spPr>
            <a:xfrm>
              <a:off x="6556058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4"/>
            <p:cNvSpPr/>
            <p:nvPr/>
          </p:nvSpPr>
          <p:spPr>
            <a:xfrm>
              <a:off x="535953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4"/>
            <p:cNvSpPr/>
            <p:nvPr/>
          </p:nvSpPr>
          <p:spPr>
            <a:xfrm>
              <a:off x="5356227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4"/>
            <p:cNvSpPr/>
            <p:nvPr/>
          </p:nvSpPr>
          <p:spPr>
            <a:xfrm>
              <a:off x="549907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4"/>
            <p:cNvSpPr/>
            <p:nvPr/>
          </p:nvSpPr>
          <p:spPr>
            <a:xfrm>
              <a:off x="549582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4"/>
            <p:cNvSpPr/>
            <p:nvPr/>
          </p:nvSpPr>
          <p:spPr>
            <a:xfrm>
              <a:off x="564251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4"/>
            <p:cNvSpPr/>
            <p:nvPr/>
          </p:nvSpPr>
          <p:spPr>
            <a:xfrm>
              <a:off x="5639206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4"/>
            <p:cNvSpPr/>
            <p:nvPr/>
          </p:nvSpPr>
          <p:spPr>
            <a:xfrm>
              <a:off x="5782053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4"/>
            <p:cNvSpPr/>
            <p:nvPr/>
          </p:nvSpPr>
          <p:spPr>
            <a:xfrm>
              <a:off x="577880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4"/>
            <p:cNvSpPr/>
            <p:nvPr/>
          </p:nvSpPr>
          <p:spPr>
            <a:xfrm>
              <a:off x="5923307" y="3599304"/>
              <a:ext cx="113345" cy="38411"/>
            </a:xfrm>
            <a:custGeom>
              <a:avLst/>
              <a:gdLst/>
              <a:ahLst/>
              <a:cxnLst/>
              <a:rect l="l" t="t" r="r" b="b"/>
              <a:pathLst>
                <a:path w="1921" h="651" extrusionOk="0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4"/>
            <p:cNvSpPr/>
            <p:nvPr/>
          </p:nvSpPr>
          <p:spPr>
            <a:xfrm>
              <a:off x="5920003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4"/>
            <p:cNvSpPr/>
            <p:nvPr/>
          </p:nvSpPr>
          <p:spPr>
            <a:xfrm>
              <a:off x="606344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4"/>
            <p:cNvSpPr/>
            <p:nvPr/>
          </p:nvSpPr>
          <p:spPr>
            <a:xfrm>
              <a:off x="6060136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4"/>
            <p:cNvSpPr/>
            <p:nvPr/>
          </p:nvSpPr>
          <p:spPr>
            <a:xfrm>
              <a:off x="6206818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4"/>
            <p:cNvSpPr/>
            <p:nvPr/>
          </p:nvSpPr>
          <p:spPr>
            <a:xfrm>
              <a:off x="6202982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4"/>
            <p:cNvSpPr/>
            <p:nvPr/>
          </p:nvSpPr>
          <p:spPr>
            <a:xfrm>
              <a:off x="6346419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4"/>
            <p:cNvSpPr/>
            <p:nvPr/>
          </p:nvSpPr>
          <p:spPr>
            <a:xfrm>
              <a:off x="6342584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4"/>
            <p:cNvSpPr/>
            <p:nvPr/>
          </p:nvSpPr>
          <p:spPr>
            <a:xfrm>
              <a:off x="649310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4"/>
            <p:cNvSpPr/>
            <p:nvPr/>
          </p:nvSpPr>
          <p:spPr>
            <a:xfrm>
              <a:off x="6489797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4"/>
            <p:cNvSpPr/>
            <p:nvPr/>
          </p:nvSpPr>
          <p:spPr>
            <a:xfrm>
              <a:off x="663264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4"/>
            <p:cNvSpPr/>
            <p:nvPr/>
          </p:nvSpPr>
          <p:spPr>
            <a:xfrm>
              <a:off x="6629399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4"/>
            <p:cNvSpPr/>
            <p:nvPr/>
          </p:nvSpPr>
          <p:spPr>
            <a:xfrm>
              <a:off x="5370447" y="2293916"/>
              <a:ext cx="907057" cy="792060"/>
            </a:xfrm>
            <a:custGeom>
              <a:avLst/>
              <a:gdLst/>
              <a:ahLst/>
              <a:cxnLst/>
              <a:rect l="l" t="t" r="r" b="b"/>
              <a:pathLst>
                <a:path w="15373" h="13424" extrusionOk="0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4"/>
            <p:cNvSpPr/>
            <p:nvPr/>
          </p:nvSpPr>
          <p:spPr>
            <a:xfrm>
              <a:off x="5367201" y="2290611"/>
              <a:ext cx="913606" cy="798668"/>
            </a:xfrm>
            <a:custGeom>
              <a:avLst/>
              <a:gdLst/>
              <a:ahLst/>
              <a:cxnLst/>
              <a:rect l="l" t="t" r="r" b="b"/>
              <a:pathLst>
                <a:path w="15484" h="13536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4"/>
            <p:cNvSpPr/>
            <p:nvPr/>
          </p:nvSpPr>
          <p:spPr>
            <a:xfrm>
              <a:off x="5370447" y="2293916"/>
              <a:ext cx="907057" cy="72279"/>
            </a:xfrm>
            <a:custGeom>
              <a:avLst/>
              <a:gdLst/>
              <a:ahLst/>
              <a:cxnLst/>
              <a:rect l="l" t="t" r="r" b="b"/>
              <a:pathLst>
                <a:path w="15373" h="1225" extrusionOk="0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4"/>
            <p:cNvSpPr/>
            <p:nvPr/>
          </p:nvSpPr>
          <p:spPr>
            <a:xfrm>
              <a:off x="5367201" y="2290611"/>
              <a:ext cx="913606" cy="78887"/>
            </a:xfrm>
            <a:custGeom>
              <a:avLst/>
              <a:gdLst/>
              <a:ahLst/>
              <a:cxnLst/>
              <a:rect l="l" t="t" r="r" b="b"/>
              <a:pathLst>
                <a:path w="15484" h="1337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4"/>
            <p:cNvSpPr/>
            <p:nvPr/>
          </p:nvSpPr>
          <p:spPr>
            <a:xfrm>
              <a:off x="5462433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4"/>
            <p:cNvSpPr/>
            <p:nvPr/>
          </p:nvSpPr>
          <p:spPr>
            <a:xfrm>
              <a:off x="55100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4"/>
            <p:cNvSpPr/>
            <p:nvPr/>
          </p:nvSpPr>
          <p:spPr>
            <a:xfrm>
              <a:off x="54153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4"/>
            <p:cNvSpPr/>
            <p:nvPr/>
          </p:nvSpPr>
          <p:spPr>
            <a:xfrm>
              <a:off x="5458597" y="2489275"/>
              <a:ext cx="556165" cy="7198"/>
            </a:xfrm>
            <a:custGeom>
              <a:avLst/>
              <a:gdLst/>
              <a:ahLst/>
              <a:cxnLst/>
              <a:rect l="l" t="t" r="r" b="b"/>
              <a:pathLst>
                <a:path w="9426" h="122" extrusionOk="0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4"/>
            <p:cNvSpPr/>
            <p:nvPr/>
          </p:nvSpPr>
          <p:spPr>
            <a:xfrm>
              <a:off x="5458597" y="2588932"/>
              <a:ext cx="199844" cy="7139"/>
            </a:xfrm>
            <a:custGeom>
              <a:avLst/>
              <a:gdLst/>
              <a:ahLst/>
              <a:cxnLst/>
              <a:rect l="l" t="t" r="r" b="b"/>
              <a:pathLst>
                <a:path w="338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4"/>
            <p:cNvSpPr/>
            <p:nvPr/>
          </p:nvSpPr>
          <p:spPr>
            <a:xfrm>
              <a:off x="5731192" y="2588932"/>
              <a:ext cx="240851" cy="7139"/>
            </a:xfrm>
            <a:custGeom>
              <a:avLst/>
              <a:gdLst/>
              <a:ahLst/>
              <a:cxnLst/>
              <a:rect l="l" t="t" r="r" b="b"/>
              <a:pathLst>
                <a:path w="408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4"/>
            <p:cNvSpPr/>
            <p:nvPr/>
          </p:nvSpPr>
          <p:spPr>
            <a:xfrm>
              <a:off x="5458597" y="2892150"/>
              <a:ext cx="359094" cy="6608"/>
            </a:xfrm>
            <a:custGeom>
              <a:avLst/>
              <a:gdLst/>
              <a:ahLst/>
              <a:cxnLst/>
              <a:rect l="l" t="t" r="r" b="b"/>
              <a:pathLst>
                <a:path w="6086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4"/>
            <p:cNvSpPr/>
            <p:nvPr/>
          </p:nvSpPr>
          <p:spPr>
            <a:xfrm>
              <a:off x="5458597" y="2694017"/>
              <a:ext cx="561121" cy="6608"/>
            </a:xfrm>
            <a:custGeom>
              <a:avLst/>
              <a:gdLst/>
              <a:ahLst/>
              <a:cxnLst/>
              <a:rect l="l" t="t" r="r" b="b"/>
              <a:pathLst>
                <a:path w="9510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4"/>
            <p:cNvSpPr/>
            <p:nvPr/>
          </p:nvSpPr>
          <p:spPr>
            <a:xfrm>
              <a:off x="5458597" y="2793614"/>
              <a:ext cx="182320" cy="7198"/>
            </a:xfrm>
            <a:custGeom>
              <a:avLst/>
              <a:gdLst/>
              <a:ahLst/>
              <a:cxnLst/>
              <a:rect l="l" t="t" r="r" b="b"/>
              <a:pathLst>
                <a:path w="3090" h="122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4"/>
            <p:cNvSpPr/>
            <p:nvPr/>
          </p:nvSpPr>
          <p:spPr>
            <a:xfrm>
              <a:off x="5688474" y="2793614"/>
              <a:ext cx="326288" cy="7198"/>
            </a:xfrm>
            <a:custGeom>
              <a:avLst/>
              <a:gdLst/>
              <a:ahLst/>
              <a:cxnLst/>
              <a:rect l="l" t="t" r="r" b="b"/>
              <a:pathLst>
                <a:path w="5530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4"/>
            <p:cNvSpPr/>
            <p:nvPr/>
          </p:nvSpPr>
          <p:spPr>
            <a:xfrm>
              <a:off x="6337628" y="2408264"/>
              <a:ext cx="409483" cy="672224"/>
            </a:xfrm>
            <a:custGeom>
              <a:avLst/>
              <a:gdLst/>
              <a:ahLst/>
              <a:cxnLst/>
              <a:rect l="l" t="t" r="r" b="b"/>
              <a:pathLst>
                <a:path w="6940" h="11393" extrusionOk="0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4"/>
            <p:cNvSpPr/>
            <p:nvPr/>
          </p:nvSpPr>
          <p:spPr>
            <a:xfrm>
              <a:off x="6334383" y="2405019"/>
              <a:ext cx="416563" cy="678773"/>
            </a:xfrm>
            <a:custGeom>
              <a:avLst/>
              <a:gdLst/>
              <a:ahLst/>
              <a:cxnLst/>
              <a:rect l="l" t="t" r="r" b="b"/>
              <a:pathLst>
                <a:path w="7060" h="11504" extrusionOk="0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4"/>
            <p:cNvSpPr/>
            <p:nvPr/>
          </p:nvSpPr>
          <p:spPr>
            <a:xfrm>
              <a:off x="6397280" y="2535829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4"/>
            <p:cNvSpPr/>
            <p:nvPr/>
          </p:nvSpPr>
          <p:spPr>
            <a:xfrm>
              <a:off x="6558772" y="2535829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4"/>
            <p:cNvSpPr/>
            <p:nvPr/>
          </p:nvSpPr>
          <p:spPr>
            <a:xfrm>
              <a:off x="6641967" y="2535829"/>
              <a:ext cx="48796" cy="7139"/>
            </a:xfrm>
            <a:custGeom>
              <a:avLst/>
              <a:gdLst/>
              <a:ahLst/>
              <a:cxnLst/>
              <a:rect l="l" t="t" r="r" b="b"/>
              <a:pathLst>
                <a:path w="82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4"/>
            <p:cNvSpPr/>
            <p:nvPr/>
          </p:nvSpPr>
          <p:spPr>
            <a:xfrm>
              <a:off x="6554937" y="2625042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4"/>
            <p:cNvSpPr/>
            <p:nvPr/>
          </p:nvSpPr>
          <p:spPr>
            <a:xfrm>
              <a:off x="6476108" y="2625042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4"/>
            <p:cNvSpPr/>
            <p:nvPr/>
          </p:nvSpPr>
          <p:spPr>
            <a:xfrm>
              <a:off x="6397280" y="2625042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4"/>
            <p:cNvSpPr/>
            <p:nvPr/>
          </p:nvSpPr>
          <p:spPr>
            <a:xfrm>
              <a:off x="6397280" y="2580140"/>
              <a:ext cx="73459" cy="6667"/>
            </a:xfrm>
            <a:custGeom>
              <a:avLst/>
              <a:gdLst/>
              <a:ahLst/>
              <a:cxnLst/>
              <a:rect l="l" t="t" r="r" b="b"/>
              <a:pathLst>
                <a:path w="1245" h="113" extrusionOk="0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4"/>
            <p:cNvSpPr/>
            <p:nvPr/>
          </p:nvSpPr>
          <p:spPr>
            <a:xfrm>
              <a:off x="6491980" y="2580140"/>
              <a:ext cx="119954" cy="6667"/>
            </a:xfrm>
            <a:custGeom>
              <a:avLst/>
              <a:gdLst/>
              <a:ahLst/>
              <a:cxnLst/>
              <a:rect l="l" t="t" r="r" b="b"/>
              <a:pathLst>
                <a:path w="2033" h="113" extrusionOk="0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4"/>
            <p:cNvSpPr/>
            <p:nvPr/>
          </p:nvSpPr>
          <p:spPr>
            <a:xfrm>
              <a:off x="6641967" y="2580140"/>
              <a:ext cx="48796" cy="6667"/>
            </a:xfrm>
            <a:custGeom>
              <a:avLst/>
              <a:gdLst/>
              <a:ahLst/>
              <a:cxnLst/>
              <a:rect l="l" t="t" r="r" b="b"/>
              <a:pathLst>
                <a:path w="827" h="113" extrusionOk="0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4"/>
            <p:cNvSpPr/>
            <p:nvPr/>
          </p:nvSpPr>
          <p:spPr>
            <a:xfrm>
              <a:off x="6397280" y="2664456"/>
              <a:ext cx="135825" cy="7198"/>
            </a:xfrm>
            <a:custGeom>
              <a:avLst/>
              <a:gdLst/>
              <a:ahLst/>
              <a:cxnLst/>
              <a:rect l="l" t="t" r="r" b="b"/>
              <a:pathLst>
                <a:path w="2302" h="12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4"/>
            <p:cNvSpPr/>
            <p:nvPr/>
          </p:nvSpPr>
          <p:spPr>
            <a:xfrm>
              <a:off x="6558772" y="2664456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4"/>
            <p:cNvSpPr/>
            <p:nvPr/>
          </p:nvSpPr>
          <p:spPr>
            <a:xfrm>
              <a:off x="6397280" y="2806772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4"/>
            <p:cNvSpPr/>
            <p:nvPr/>
          </p:nvSpPr>
          <p:spPr>
            <a:xfrm>
              <a:off x="6558772" y="2806772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4"/>
            <p:cNvSpPr/>
            <p:nvPr/>
          </p:nvSpPr>
          <p:spPr>
            <a:xfrm>
              <a:off x="6641967" y="266445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4"/>
            <p:cNvSpPr/>
            <p:nvPr/>
          </p:nvSpPr>
          <p:spPr>
            <a:xfrm>
              <a:off x="6554937" y="2753669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4"/>
            <p:cNvSpPr/>
            <p:nvPr/>
          </p:nvSpPr>
          <p:spPr>
            <a:xfrm>
              <a:off x="6476108" y="2753669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4"/>
            <p:cNvSpPr/>
            <p:nvPr/>
          </p:nvSpPr>
          <p:spPr>
            <a:xfrm>
              <a:off x="6397280" y="2753669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4"/>
            <p:cNvSpPr/>
            <p:nvPr/>
          </p:nvSpPr>
          <p:spPr>
            <a:xfrm>
              <a:off x="6476108" y="2854919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4"/>
            <p:cNvSpPr/>
            <p:nvPr/>
          </p:nvSpPr>
          <p:spPr>
            <a:xfrm>
              <a:off x="6397280" y="2854919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4"/>
            <p:cNvSpPr/>
            <p:nvPr/>
          </p:nvSpPr>
          <p:spPr>
            <a:xfrm>
              <a:off x="6397280" y="2708236"/>
              <a:ext cx="73459" cy="7198"/>
            </a:xfrm>
            <a:custGeom>
              <a:avLst/>
              <a:gdLst/>
              <a:ahLst/>
              <a:cxnLst/>
              <a:rect l="l" t="t" r="r" b="b"/>
              <a:pathLst>
                <a:path w="1245" h="122" extrusionOk="0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4"/>
            <p:cNvSpPr/>
            <p:nvPr/>
          </p:nvSpPr>
          <p:spPr>
            <a:xfrm>
              <a:off x="6491980" y="2708236"/>
              <a:ext cx="119954" cy="7198"/>
            </a:xfrm>
            <a:custGeom>
              <a:avLst/>
              <a:gdLst/>
              <a:ahLst/>
              <a:cxnLst/>
              <a:rect l="l" t="t" r="r" b="b"/>
              <a:pathLst>
                <a:path w="2033" h="122" extrusionOk="0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4"/>
            <p:cNvSpPr/>
            <p:nvPr/>
          </p:nvSpPr>
          <p:spPr>
            <a:xfrm>
              <a:off x="6641967" y="270823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4"/>
            <p:cNvSpPr/>
            <p:nvPr/>
          </p:nvSpPr>
          <p:spPr>
            <a:xfrm>
              <a:off x="6396218" y="2902534"/>
              <a:ext cx="119895" cy="6667"/>
            </a:xfrm>
            <a:custGeom>
              <a:avLst/>
              <a:gdLst/>
              <a:ahLst/>
              <a:cxnLst/>
              <a:rect l="l" t="t" r="r" b="b"/>
              <a:pathLst>
                <a:path w="2032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4"/>
            <p:cNvSpPr/>
            <p:nvPr/>
          </p:nvSpPr>
          <p:spPr>
            <a:xfrm>
              <a:off x="6396218" y="2946905"/>
              <a:ext cx="49327" cy="6608"/>
            </a:xfrm>
            <a:custGeom>
              <a:avLst/>
              <a:gdLst/>
              <a:ahLst/>
              <a:cxnLst/>
              <a:rect l="l" t="t" r="r" b="b"/>
              <a:pathLst>
                <a:path w="836" h="112" extrusionOk="0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4"/>
            <p:cNvSpPr/>
            <p:nvPr/>
          </p:nvSpPr>
          <p:spPr>
            <a:xfrm>
              <a:off x="5656730" y="2411037"/>
              <a:ext cx="707803" cy="605963"/>
            </a:xfrm>
            <a:custGeom>
              <a:avLst/>
              <a:gdLst/>
              <a:ahLst/>
              <a:cxnLst/>
              <a:rect l="l" t="t" r="r" b="b"/>
              <a:pathLst>
                <a:path w="11996" h="10270" extrusionOk="0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4"/>
            <p:cNvSpPr/>
            <p:nvPr/>
          </p:nvSpPr>
          <p:spPr>
            <a:xfrm>
              <a:off x="5695023" y="2385312"/>
              <a:ext cx="707272" cy="605432"/>
            </a:xfrm>
            <a:custGeom>
              <a:avLst/>
              <a:gdLst/>
              <a:ahLst/>
              <a:cxnLst/>
              <a:rect l="l" t="t" r="r" b="b"/>
              <a:pathLst>
                <a:path w="11987" h="10261" extrusionOk="0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4"/>
            <p:cNvSpPr/>
            <p:nvPr/>
          </p:nvSpPr>
          <p:spPr>
            <a:xfrm>
              <a:off x="5691778" y="2382007"/>
              <a:ext cx="714352" cy="611982"/>
            </a:xfrm>
            <a:custGeom>
              <a:avLst/>
              <a:gdLst/>
              <a:ahLst/>
              <a:cxnLst/>
              <a:rect l="l" t="t" r="r" b="b"/>
              <a:pathLst>
                <a:path w="12107" h="10372" extrusionOk="0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4"/>
            <p:cNvSpPr/>
            <p:nvPr/>
          </p:nvSpPr>
          <p:spPr>
            <a:xfrm>
              <a:off x="5647408" y="1634318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4"/>
            <p:cNvSpPr/>
            <p:nvPr/>
          </p:nvSpPr>
          <p:spPr>
            <a:xfrm>
              <a:off x="5644163" y="1630483"/>
              <a:ext cx="791529" cy="112283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4"/>
            <p:cNvSpPr/>
            <p:nvPr/>
          </p:nvSpPr>
          <p:spPr>
            <a:xfrm>
              <a:off x="5783174" y="1797993"/>
              <a:ext cx="513505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4"/>
            <p:cNvSpPr/>
            <p:nvPr/>
          </p:nvSpPr>
          <p:spPr>
            <a:xfrm>
              <a:off x="5779870" y="1794689"/>
              <a:ext cx="520055" cy="67972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4"/>
            <p:cNvSpPr/>
            <p:nvPr/>
          </p:nvSpPr>
          <p:spPr>
            <a:xfrm>
              <a:off x="5918351" y="1908565"/>
              <a:ext cx="243093" cy="75052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4"/>
            <p:cNvSpPr/>
            <p:nvPr/>
          </p:nvSpPr>
          <p:spPr>
            <a:xfrm>
              <a:off x="5915106" y="1904730"/>
              <a:ext cx="249643" cy="82133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4"/>
            <p:cNvSpPr/>
            <p:nvPr/>
          </p:nvSpPr>
          <p:spPr>
            <a:xfrm>
              <a:off x="5656199" y="1614611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4"/>
            <p:cNvSpPr/>
            <p:nvPr/>
          </p:nvSpPr>
          <p:spPr>
            <a:xfrm>
              <a:off x="5652895" y="1611366"/>
              <a:ext cx="792119" cy="112224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4"/>
            <p:cNvSpPr/>
            <p:nvPr/>
          </p:nvSpPr>
          <p:spPr>
            <a:xfrm>
              <a:off x="5742698" y="1644172"/>
              <a:ext cx="607615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4"/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4"/>
            <p:cNvSpPr/>
            <p:nvPr/>
          </p:nvSpPr>
          <p:spPr>
            <a:xfrm>
              <a:off x="5788662" y="1775572"/>
              <a:ext cx="520055" cy="67913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4"/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4"/>
            <p:cNvSpPr/>
            <p:nvPr/>
          </p:nvSpPr>
          <p:spPr>
            <a:xfrm>
              <a:off x="5953399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4"/>
            <p:cNvSpPr/>
            <p:nvPr/>
          </p:nvSpPr>
          <p:spPr>
            <a:xfrm>
              <a:off x="6006502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4"/>
            <p:cNvSpPr/>
            <p:nvPr/>
          </p:nvSpPr>
          <p:spPr>
            <a:xfrm>
              <a:off x="6063440" y="1795810"/>
              <a:ext cx="27378" cy="27437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4"/>
            <p:cNvSpPr/>
            <p:nvPr/>
          </p:nvSpPr>
          <p:spPr>
            <a:xfrm>
              <a:off x="6118136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4"/>
            <p:cNvSpPr/>
            <p:nvPr/>
          </p:nvSpPr>
          <p:spPr>
            <a:xfrm>
              <a:off x="6175074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4"/>
            <p:cNvSpPr/>
            <p:nvPr/>
          </p:nvSpPr>
          <p:spPr>
            <a:xfrm>
              <a:off x="5860882" y="1237521"/>
              <a:ext cx="328471" cy="329002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4"/>
            <p:cNvSpPr/>
            <p:nvPr/>
          </p:nvSpPr>
          <p:spPr>
            <a:xfrm>
              <a:off x="5857046" y="1234217"/>
              <a:ext cx="335610" cy="335610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4"/>
            <p:cNvSpPr/>
            <p:nvPr/>
          </p:nvSpPr>
          <p:spPr>
            <a:xfrm>
              <a:off x="5884424" y="1216693"/>
              <a:ext cx="329002" cy="329002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4"/>
            <p:cNvSpPr/>
            <p:nvPr/>
          </p:nvSpPr>
          <p:spPr>
            <a:xfrm>
              <a:off x="5881179" y="1213448"/>
              <a:ext cx="335551" cy="335551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4"/>
            <p:cNvSpPr/>
            <p:nvPr/>
          </p:nvSpPr>
          <p:spPr>
            <a:xfrm>
              <a:off x="5975820" y="1391284"/>
              <a:ext cx="146210" cy="73105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4"/>
            <p:cNvSpPr/>
            <p:nvPr/>
          </p:nvSpPr>
          <p:spPr>
            <a:xfrm>
              <a:off x="5972575" y="1387508"/>
              <a:ext cx="152759" cy="80480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4"/>
            <p:cNvSpPr/>
            <p:nvPr/>
          </p:nvSpPr>
          <p:spPr>
            <a:xfrm>
              <a:off x="6007564" y="1298236"/>
              <a:ext cx="83254" cy="82723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4"/>
            <p:cNvSpPr/>
            <p:nvPr/>
          </p:nvSpPr>
          <p:spPr>
            <a:xfrm>
              <a:off x="6004318" y="1294401"/>
              <a:ext cx="89803" cy="89862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4"/>
            <p:cNvSpPr/>
            <p:nvPr/>
          </p:nvSpPr>
          <p:spPr>
            <a:xfrm>
              <a:off x="5927673" y="1888858"/>
              <a:ext cx="242562" cy="75583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4"/>
            <p:cNvSpPr/>
            <p:nvPr/>
          </p:nvSpPr>
          <p:spPr>
            <a:xfrm>
              <a:off x="5924369" y="1885554"/>
              <a:ext cx="249112" cy="82192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4"/>
            <p:cNvSpPr/>
            <p:nvPr/>
          </p:nvSpPr>
          <p:spPr>
            <a:xfrm>
              <a:off x="5808369" y="2463550"/>
              <a:ext cx="490494" cy="488842"/>
            </a:xfrm>
            <a:custGeom>
              <a:avLst/>
              <a:gdLst/>
              <a:ahLst/>
              <a:cxnLst/>
              <a:rect l="l" t="t" r="r" b="b"/>
              <a:pathLst>
                <a:path w="8313" h="8285" extrusionOk="0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4"/>
            <p:cNvSpPr/>
            <p:nvPr/>
          </p:nvSpPr>
          <p:spPr>
            <a:xfrm>
              <a:off x="5807248" y="2460305"/>
              <a:ext cx="492677" cy="495922"/>
            </a:xfrm>
            <a:custGeom>
              <a:avLst/>
              <a:gdLst/>
              <a:ahLst/>
              <a:cxnLst/>
              <a:rect l="l" t="t" r="r" b="b"/>
              <a:pathLst>
                <a:path w="8350" h="8405" extrusionOk="0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4"/>
            <p:cNvSpPr/>
            <p:nvPr/>
          </p:nvSpPr>
          <p:spPr>
            <a:xfrm>
              <a:off x="5808369" y="2421422"/>
              <a:ext cx="490494" cy="489373"/>
            </a:xfrm>
            <a:custGeom>
              <a:avLst/>
              <a:gdLst/>
              <a:ahLst/>
              <a:cxnLst/>
              <a:rect l="l" t="t" r="r" b="b"/>
              <a:pathLst>
                <a:path w="8313" h="8294" extrusionOk="0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4"/>
            <p:cNvSpPr/>
            <p:nvPr/>
          </p:nvSpPr>
          <p:spPr>
            <a:xfrm>
              <a:off x="5807248" y="2418117"/>
              <a:ext cx="492677" cy="495981"/>
            </a:xfrm>
            <a:custGeom>
              <a:avLst/>
              <a:gdLst/>
              <a:ahLst/>
              <a:cxnLst/>
              <a:rect l="l" t="t" r="r" b="b"/>
              <a:pathLst>
                <a:path w="8350" h="8406" extrusionOk="0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0" name="Google Shape;1020;p24"/>
            <p:cNvGrpSpPr/>
            <p:nvPr/>
          </p:nvGrpSpPr>
          <p:grpSpPr>
            <a:xfrm>
              <a:off x="5968208" y="2549518"/>
              <a:ext cx="174119" cy="231588"/>
              <a:chOff x="4803668" y="3224977"/>
              <a:chExt cx="98578" cy="131115"/>
            </a:xfrm>
          </p:grpSpPr>
          <p:sp>
            <p:nvSpPr>
              <p:cNvPr id="1021" name="Google Shape;1021;p24"/>
              <p:cNvSpPr/>
              <p:nvPr/>
            </p:nvSpPr>
            <p:spPr>
              <a:xfrm>
                <a:off x="4821006" y="3226815"/>
                <a:ext cx="63870" cy="47769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430" extrusionOk="0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24"/>
              <p:cNvSpPr/>
              <p:nvPr/>
            </p:nvSpPr>
            <p:spPr>
              <a:xfrm>
                <a:off x="4818834" y="3224977"/>
                <a:ext cx="67912" cy="51477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541" extrusionOk="0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4"/>
              <p:cNvSpPr/>
              <p:nvPr/>
            </p:nvSpPr>
            <p:spPr>
              <a:xfrm>
                <a:off x="4805506" y="3274550"/>
                <a:ext cx="94870" cy="79671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2385" extrusionOk="0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4"/>
              <p:cNvSpPr/>
              <p:nvPr/>
            </p:nvSpPr>
            <p:spPr>
              <a:xfrm>
                <a:off x="4803668" y="3272680"/>
                <a:ext cx="98578" cy="83412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2497" extrusionOk="0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4"/>
              <p:cNvSpPr/>
              <p:nvPr/>
            </p:nvSpPr>
            <p:spPr>
              <a:xfrm>
                <a:off x="4842084" y="3295930"/>
                <a:ext cx="21413" cy="36913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105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26" name="TextBox 1025"/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26"/>
          <p:cNvSpPr txBox="1">
            <a:spLocks noGrp="1"/>
          </p:cNvSpPr>
          <p:nvPr>
            <p:ph type="title" idx="15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072" name="Google Shape;1072;p26"/>
          <p:cNvSpPr txBox="1">
            <a:spLocks noGrp="1"/>
          </p:cNvSpPr>
          <p:nvPr>
            <p:ph type="title"/>
          </p:nvPr>
        </p:nvSpPr>
        <p:spPr>
          <a:xfrm>
            <a:off x="720000" y="1404675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073" name="Google Shape;1073;p26"/>
          <p:cNvSpPr txBox="1">
            <a:spLocks noGrp="1"/>
          </p:cNvSpPr>
          <p:nvPr>
            <p:ph type="title" idx="2"/>
          </p:nvPr>
        </p:nvSpPr>
        <p:spPr>
          <a:xfrm>
            <a:off x="7461763" y="1404668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074" name="Google Shape;1074;p26"/>
          <p:cNvSpPr txBox="1">
            <a:spLocks noGrp="1"/>
          </p:cNvSpPr>
          <p:nvPr>
            <p:ph type="title" idx="3"/>
          </p:nvPr>
        </p:nvSpPr>
        <p:spPr>
          <a:xfrm>
            <a:off x="2709178" y="1404675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075" name="Google Shape;1075;p26"/>
          <p:cNvSpPr txBox="1">
            <a:spLocks noGrp="1"/>
          </p:cNvSpPr>
          <p:nvPr>
            <p:ph type="title" idx="4"/>
          </p:nvPr>
        </p:nvSpPr>
        <p:spPr>
          <a:xfrm>
            <a:off x="720000" y="3034861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1076" name="Google Shape;1076;p26"/>
          <p:cNvSpPr txBox="1">
            <a:spLocks noGrp="1"/>
          </p:cNvSpPr>
          <p:nvPr>
            <p:ph type="title" idx="5"/>
          </p:nvPr>
        </p:nvSpPr>
        <p:spPr>
          <a:xfrm>
            <a:off x="4698355" y="1404675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77" name="Google Shape;1077;p26"/>
          <p:cNvSpPr txBox="1">
            <a:spLocks noGrp="1"/>
          </p:cNvSpPr>
          <p:nvPr>
            <p:ph type="title" idx="6"/>
          </p:nvPr>
        </p:nvSpPr>
        <p:spPr>
          <a:xfrm>
            <a:off x="2709178" y="2931333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</a:p>
        </p:txBody>
      </p:sp>
      <p:sp>
        <p:nvSpPr>
          <p:cNvPr id="1078" name="Google Shape;1078;p26"/>
          <p:cNvSpPr txBox="1">
            <a:spLocks noGrp="1"/>
          </p:cNvSpPr>
          <p:nvPr>
            <p:ph type="subTitle" idx="1"/>
          </p:nvPr>
        </p:nvSpPr>
        <p:spPr>
          <a:xfrm>
            <a:off x="720000" y="1852268"/>
            <a:ext cx="1695822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 </a:t>
            </a:r>
            <a:endParaRPr dirty="0"/>
          </a:p>
        </p:txBody>
      </p:sp>
      <p:sp>
        <p:nvSpPr>
          <p:cNvPr id="1079" name="Google Shape;1079;p26"/>
          <p:cNvSpPr txBox="1">
            <a:spLocks noGrp="1"/>
          </p:cNvSpPr>
          <p:nvPr>
            <p:ph type="subTitle" idx="7"/>
          </p:nvPr>
        </p:nvSpPr>
        <p:spPr>
          <a:xfrm>
            <a:off x="2709177" y="1852268"/>
            <a:ext cx="2212779" cy="12144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Why Automation</a:t>
            </a:r>
          </a:p>
          <a:p>
            <a:pPr marL="0" lvl="0" indent="0"/>
            <a:r>
              <a:rPr lang="en-US" dirty="0"/>
              <a:t>Exercise</a:t>
            </a:r>
          </a:p>
        </p:txBody>
      </p:sp>
      <p:sp>
        <p:nvSpPr>
          <p:cNvPr id="1080" name="Google Shape;1080;p26"/>
          <p:cNvSpPr txBox="1">
            <a:spLocks noGrp="1"/>
          </p:cNvSpPr>
          <p:nvPr>
            <p:ph type="subTitle" idx="8"/>
          </p:nvPr>
        </p:nvSpPr>
        <p:spPr>
          <a:xfrm>
            <a:off x="4449998" y="1866748"/>
            <a:ext cx="2368489" cy="9240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Project Objectives</a:t>
            </a:r>
          </a:p>
        </p:txBody>
      </p:sp>
      <p:sp>
        <p:nvSpPr>
          <p:cNvPr id="1081" name="Google Shape;1081;p26"/>
          <p:cNvSpPr txBox="1">
            <a:spLocks noGrp="1"/>
          </p:cNvSpPr>
          <p:nvPr>
            <p:ph type="subTitle" idx="9"/>
          </p:nvPr>
        </p:nvSpPr>
        <p:spPr>
          <a:xfrm>
            <a:off x="736004" y="3417857"/>
            <a:ext cx="1593900" cy="9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Tools Used</a:t>
            </a:r>
            <a:endParaRPr dirty="0"/>
          </a:p>
        </p:txBody>
      </p:sp>
      <p:sp>
        <p:nvSpPr>
          <p:cNvPr id="1082" name="Google Shape;1082;p26"/>
          <p:cNvSpPr txBox="1">
            <a:spLocks noGrp="1"/>
          </p:cNvSpPr>
          <p:nvPr>
            <p:ph type="subTitle" idx="13"/>
          </p:nvPr>
        </p:nvSpPr>
        <p:spPr>
          <a:xfrm>
            <a:off x="6818487" y="1866748"/>
            <a:ext cx="2227206" cy="15121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US" dirty="0"/>
              <a:t>Testing scopes</a:t>
            </a:r>
          </a:p>
        </p:txBody>
      </p:sp>
      <p:sp>
        <p:nvSpPr>
          <p:cNvPr id="1083" name="Google Shape;1083;p26"/>
          <p:cNvSpPr txBox="1">
            <a:spLocks noGrp="1"/>
          </p:cNvSpPr>
          <p:nvPr>
            <p:ph type="subTitle" idx="14"/>
          </p:nvPr>
        </p:nvSpPr>
        <p:spPr>
          <a:xfrm>
            <a:off x="2510789" y="3378933"/>
            <a:ext cx="1983783" cy="10323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Challenges &amp; What We Learned</a:t>
            </a:r>
            <a:endParaRPr dirty="0"/>
          </a:p>
        </p:txBody>
      </p:sp>
      <p:sp>
        <p:nvSpPr>
          <p:cNvPr id="1208" name="TextBox 1207"/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69696D-9163-F52F-AA0C-F490E557AF1D}"/>
              </a:ext>
            </a:extLst>
          </p:cNvPr>
          <p:cNvSpPr txBox="1"/>
          <p:nvPr/>
        </p:nvSpPr>
        <p:spPr>
          <a:xfrm>
            <a:off x="5120345" y="2765614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latin typeface="Sora"/>
              </a:rPr>
              <a:t>07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2E8E3B-7C95-EFA9-0550-66AD8A1634E8}"/>
              </a:ext>
            </a:extLst>
          </p:cNvPr>
          <p:cNvSpPr txBox="1"/>
          <p:nvPr/>
        </p:nvSpPr>
        <p:spPr>
          <a:xfrm>
            <a:off x="4819687" y="3407941"/>
            <a:ext cx="54515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/>
            <a:r>
              <a:rPr lang="en-US" sz="1800" b="1" dirty="0">
                <a:latin typeface="Sora"/>
              </a:rPr>
              <a:t>Teamwork </a:t>
            </a:r>
          </a:p>
          <a:p>
            <a:pPr marL="0" lvl="0" indent="0"/>
            <a:r>
              <a:rPr lang="en-US" sz="1800" b="1" dirty="0">
                <a:latin typeface="Sora"/>
              </a:rPr>
              <a:t>Distribution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E8D0C3-1DF9-D4D6-B205-5946CA343471}"/>
              </a:ext>
            </a:extLst>
          </p:cNvPr>
          <p:cNvSpPr txBox="1"/>
          <p:nvPr/>
        </p:nvSpPr>
        <p:spPr>
          <a:xfrm>
            <a:off x="7413804" y="2824935"/>
            <a:ext cx="50098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000" b="1" dirty="0">
                <a:latin typeface="Sora"/>
              </a:rPr>
              <a:t>08</a:t>
            </a:r>
            <a:endParaRPr lang="en-US" sz="3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9535CA-1768-5370-D5AA-59887606D123}"/>
              </a:ext>
            </a:extLst>
          </p:cNvPr>
          <p:cNvSpPr txBox="1"/>
          <p:nvPr/>
        </p:nvSpPr>
        <p:spPr>
          <a:xfrm>
            <a:off x="7055917" y="3438254"/>
            <a:ext cx="623382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/>
            <a:r>
              <a:rPr lang="en-US" sz="1800" b="1" dirty="0">
                <a:latin typeface="Sora"/>
              </a:rPr>
              <a:t>Conclusion</a:t>
            </a:r>
          </a:p>
          <a:p>
            <a:pPr marL="0" lvl="0" indent="0"/>
            <a:endParaRPr lang="en-US" sz="2000" b="1" dirty="0">
              <a:latin typeface="S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>
          <a:extLst>
            <a:ext uri="{FF2B5EF4-FFF2-40B4-BE49-F238E27FC236}">
              <a16:creationId xmlns:a16="http://schemas.microsoft.com/office/drawing/2014/main" id="{E65E98A1-1963-BA24-F91A-06A87479D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28">
            <a:extLst>
              <a:ext uri="{FF2B5EF4-FFF2-40B4-BE49-F238E27FC236}">
                <a16:creationId xmlns:a16="http://schemas.microsoft.com/office/drawing/2014/main" id="{0B7EAB23-016C-7B92-5EE0-BB94684B7ED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612445" y="1433689"/>
            <a:ext cx="4933244" cy="16933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2800" dirty="0"/>
              <a:t>Introduction</a:t>
            </a:r>
            <a:endParaRPr sz="2800" dirty="0">
              <a:solidFill>
                <a:schemeClr val="tx1"/>
              </a:solidFill>
            </a:endParaRPr>
          </a:p>
        </p:txBody>
      </p:sp>
      <p:grpSp>
        <p:nvGrpSpPr>
          <p:cNvPr id="1291" name="Google Shape;1291;p28">
            <a:extLst>
              <a:ext uri="{FF2B5EF4-FFF2-40B4-BE49-F238E27FC236}">
                <a16:creationId xmlns:a16="http://schemas.microsoft.com/office/drawing/2014/main" id="{A8126954-0598-C67F-5507-E3E04582C9D7}"/>
              </a:ext>
            </a:extLst>
          </p:cNvPr>
          <p:cNvGrpSpPr/>
          <p:nvPr/>
        </p:nvGrpSpPr>
        <p:grpSpPr>
          <a:xfrm>
            <a:off x="713237" y="1244550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>
              <a:extLst>
                <a:ext uri="{FF2B5EF4-FFF2-40B4-BE49-F238E27FC236}">
                  <a16:creationId xmlns:a16="http://schemas.microsoft.com/office/drawing/2014/main" id="{14E2AEE9-4EBF-AFCA-1F43-1EA43CB4C7FD}"/>
                </a:ext>
              </a:extLst>
            </p:cNvPr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>
              <a:extLst>
                <a:ext uri="{FF2B5EF4-FFF2-40B4-BE49-F238E27FC236}">
                  <a16:creationId xmlns:a16="http://schemas.microsoft.com/office/drawing/2014/main" id="{114D7C6F-6213-FAB7-0F32-94980460F823}"/>
                </a:ext>
              </a:extLst>
            </p:cNvPr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>
              <a:extLst>
                <a:ext uri="{FF2B5EF4-FFF2-40B4-BE49-F238E27FC236}">
                  <a16:creationId xmlns:a16="http://schemas.microsoft.com/office/drawing/2014/main" id="{A2C338A1-92ED-72F4-58E0-7F1EF7A17FAB}"/>
                </a:ext>
              </a:extLst>
            </p:cNvPr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>
              <a:extLst>
                <a:ext uri="{FF2B5EF4-FFF2-40B4-BE49-F238E27FC236}">
                  <a16:creationId xmlns:a16="http://schemas.microsoft.com/office/drawing/2014/main" id="{3538A529-F9C4-4A76-84A3-EF472700795F}"/>
                </a:ext>
              </a:extLst>
            </p:cNvPr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>
              <a:extLst>
                <a:ext uri="{FF2B5EF4-FFF2-40B4-BE49-F238E27FC236}">
                  <a16:creationId xmlns:a16="http://schemas.microsoft.com/office/drawing/2014/main" id="{928FC248-1098-EDCA-93A4-EFE2F522095D}"/>
                </a:ext>
              </a:extLst>
            </p:cNvPr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>
              <a:extLst>
                <a:ext uri="{FF2B5EF4-FFF2-40B4-BE49-F238E27FC236}">
                  <a16:creationId xmlns:a16="http://schemas.microsoft.com/office/drawing/2014/main" id="{CC7BDE29-C761-64FB-E090-ABE88003789E}"/>
                </a:ext>
              </a:extLst>
            </p:cNvPr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>
              <a:extLst>
                <a:ext uri="{FF2B5EF4-FFF2-40B4-BE49-F238E27FC236}">
                  <a16:creationId xmlns:a16="http://schemas.microsoft.com/office/drawing/2014/main" id="{A41FA720-AE72-5355-0EA7-1CCFD4693FC7}"/>
                </a:ext>
              </a:extLst>
            </p:cNvPr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>
              <a:extLst>
                <a:ext uri="{FF2B5EF4-FFF2-40B4-BE49-F238E27FC236}">
                  <a16:creationId xmlns:a16="http://schemas.microsoft.com/office/drawing/2014/main" id="{E6F3C967-2A05-40A8-E72F-97A67BA5D1B5}"/>
                </a:ext>
              </a:extLst>
            </p:cNvPr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>
              <a:extLst>
                <a:ext uri="{FF2B5EF4-FFF2-40B4-BE49-F238E27FC236}">
                  <a16:creationId xmlns:a16="http://schemas.microsoft.com/office/drawing/2014/main" id="{370003BB-3772-6A16-F979-4FB750FF4717}"/>
                </a:ext>
              </a:extLst>
            </p:cNvPr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>
              <a:extLst>
                <a:ext uri="{FF2B5EF4-FFF2-40B4-BE49-F238E27FC236}">
                  <a16:creationId xmlns:a16="http://schemas.microsoft.com/office/drawing/2014/main" id="{7BB4518A-C674-E026-8D82-C1CC1A41A7A3}"/>
                </a:ext>
              </a:extLst>
            </p:cNvPr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>
              <a:extLst>
                <a:ext uri="{FF2B5EF4-FFF2-40B4-BE49-F238E27FC236}">
                  <a16:creationId xmlns:a16="http://schemas.microsoft.com/office/drawing/2014/main" id="{DDF54CCF-02F8-064D-4D1F-3E1C08EC807A}"/>
                </a:ext>
              </a:extLst>
            </p:cNvPr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>
              <a:extLst>
                <a:ext uri="{FF2B5EF4-FFF2-40B4-BE49-F238E27FC236}">
                  <a16:creationId xmlns:a16="http://schemas.microsoft.com/office/drawing/2014/main" id="{54244CE8-5684-3FF4-9153-711D8B4D8093}"/>
                </a:ext>
              </a:extLst>
            </p:cNvPr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>
              <a:extLst>
                <a:ext uri="{FF2B5EF4-FFF2-40B4-BE49-F238E27FC236}">
                  <a16:creationId xmlns:a16="http://schemas.microsoft.com/office/drawing/2014/main" id="{A76A5BBE-29BC-BED3-5D28-C2F54C33AC4A}"/>
                </a:ext>
              </a:extLst>
            </p:cNvPr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>
              <a:extLst>
                <a:ext uri="{FF2B5EF4-FFF2-40B4-BE49-F238E27FC236}">
                  <a16:creationId xmlns:a16="http://schemas.microsoft.com/office/drawing/2014/main" id="{84DF937A-F73D-1AF8-BC85-3C238960EDB0}"/>
                </a:ext>
              </a:extLst>
            </p:cNvPr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>
              <a:extLst>
                <a:ext uri="{FF2B5EF4-FFF2-40B4-BE49-F238E27FC236}">
                  <a16:creationId xmlns:a16="http://schemas.microsoft.com/office/drawing/2014/main" id="{0952D1E9-2EDD-43CA-CCCC-BA7409337030}"/>
                </a:ext>
              </a:extLst>
            </p:cNvPr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>
              <a:extLst>
                <a:ext uri="{FF2B5EF4-FFF2-40B4-BE49-F238E27FC236}">
                  <a16:creationId xmlns:a16="http://schemas.microsoft.com/office/drawing/2014/main" id="{20A590FF-02A1-C3E4-2563-94C5AFECD272}"/>
                </a:ext>
              </a:extLst>
            </p:cNvPr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>
              <a:extLst>
                <a:ext uri="{FF2B5EF4-FFF2-40B4-BE49-F238E27FC236}">
                  <a16:creationId xmlns:a16="http://schemas.microsoft.com/office/drawing/2014/main" id="{4C90122E-A3EF-86C1-7E4D-F5177EDEED54}"/>
                </a:ext>
              </a:extLst>
            </p:cNvPr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>
              <a:extLst>
                <a:ext uri="{FF2B5EF4-FFF2-40B4-BE49-F238E27FC236}">
                  <a16:creationId xmlns:a16="http://schemas.microsoft.com/office/drawing/2014/main" id="{F9812A57-6867-1CE1-2B39-4C37FC6ADE1F}"/>
                </a:ext>
              </a:extLst>
            </p:cNvPr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>
              <a:extLst>
                <a:ext uri="{FF2B5EF4-FFF2-40B4-BE49-F238E27FC236}">
                  <a16:creationId xmlns:a16="http://schemas.microsoft.com/office/drawing/2014/main" id="{C9AD1804-9210-174E-6A5A-2961394CF30E}"/>
                </a:ext>
              </a:extLst>
            </p:cNvPr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>
              <a:extLst>
                <a:ext uri="{FF2B5EF4-FFF2-40B4-BE49-F238E27FC236}">
                  <a16:creationId xmlns:a16="http://schemas.microsoft.com/office/drawing/2014/main" id="{9EE9D0E2-1BCB-43BF-2755-D0D0BD86D511}"/>
                </a:ext>
              </a:extLst>
            </p:cNvPr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>
              <a:extLst>
                <a:ext uri="{FF2B5EF4-FFF2-40B4-BE49-F238E27FC236}">
                  <a16:creationId xmlns:a16="http://schemas.microsoft.com/office/drawing/2014/main" id="{DAC963B7-24B2-CCF1-8E43-836332FA26C0}"/>
                </a:ext>
              </a:extLst>
            </p:cNvPr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>
              <a:extLst>
                <a:ext uri="{FF2B5EF4-FFF2-40B4-BE49-F238E27FC236}">
                  <a16:creationId xmlns:a16="http://schemas.microsoft.com/office/drawing/2014/main" id="{046D3E16-501B-9FF4-DBBB-B2B5CCAE4ED1}"/>
                </a:ext>
              </a:extLst>
            </p:cNvPr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>
              <a:extLst>
                <a:ext uri="{FF2B5EF4-FFF2-40B4-BE49-F238E27FC236}">
                  <a16:creationId xmlns:a16="http://schemas.microsoft.com/office/drawing/2014/main" id="{A6FB665E-D1D3-6EFD-336F-36C3354A257B}"/>
                </a:ext>
              </a:extLst>
            </p:cNvPr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>
              <a:extLst>
                <a:ext uri="{FF2B5EF4-FFF2-40B4-BE49-F238E27FC236}">
                  <a16:creationId xmlns:a16="http://schemas.microsoft.com/office/drawing/2014/main" id="{C6E4F1E0-A7A9-AD5D-6D57-5239B1011A3C}"/>
                </a:ext>
              </a:extLst>
            </p:cNvPr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>
              <a:extLst>
                <a:ext uri="{FF2B5EF4-FFF2-40B4-BE49-F238E27FC236}">
                  <a16:creationId xmlns:a16="http://schemas.microsoft.com/office/drawing/2014/main" id="{4C21202B-122E-4FC4-6721-A7FBCCD0053C}"/>
                </a:ext>
              </a:extLst>
            </p:cNvPr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>
              <a:extLst>
                <a:ext uri="{FF2B5EF4-FFF2-40B4-BE49-F238E27FC236}">
                  <a16:creationId xmlns:a16="http://schemas.microsoft.com/office/drawing/2014/main" id="{81E586A4-43BD-9509-B380-880003381D7D}"/>
                </a:ext>
              </a:extLst>
            </p:cNvPr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>
              <a:extLst>
                <a:ext uri="{FF2B5EF4-FFF2-40B4-BE49-F238E27FC236}">
                  <a16:creationId xmlns:a16="http://schemas.microsoft.com/office/drawing/2014/main" id="{1B3CAC30-04D5-E98F-3703-DBEAA8476798}"/>
                </a:ext>
              </a:extLst>
            </p:cNvPr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>
              <a:extLst>
                <a:ext uri="{FF2B5EF4-FFF2-40B4-BE49-F238E27FC236}">
                  <a16:creationId xmlns:a16="http://schemas.microsoft.com/office/drawing/2014/main" id="{8FB67E08-5E91-5BE2-6654-6DCE5BFB5507}"/>
                </a:ext>
              </a:extLst>
            </p:cNvPr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>
              <a:extLst>
                <a:ext uri="{FF2B5EF4-FFF2-40B4-BE49-F238E27FC236}">
                  <a16:creationId xmlns:a16="http://schemas.microsoft.com/office/drawing/2014/main" id="{C3BFAD6A-CEFE-DB17-0572-77F59A145F7B}"/>
                </a:ext>
              </a:extLst>
            </p:cNvPr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>
              <a:extLst>
                <a:ext uri="{FF2B5EF4-FFF2-40B4-BE49-F238E27FC236}">
                  <a16:creationId xmlns:a16="http://schemas.microsoft.com/office/drawing/2014/main" id="{03DD16A9-772C-8E11-CF25-9AC1118AD240}"/>
                </a:ext>
              </a:extLst>
            </p:cNvPr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>
              <a:extLst>
                <a:ext uri="{FF2B5EF4-FFF2-40B4-BE49-F238E27FC236}">
                  <a16:creationId xmlns:a16="http://schemas.microsoft.com/office/drawing/2014/main" id="{80B1BA01-4150-3ECB-F460-5E49F64AD857}"/>
                </a:ext>
              </a:extLst>
            </p:cNvPr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>
              <a:extLst>
                <a:ext uri="{FF2B5EF4-FFF2-40B4-BE49-F238E27FC236}">
                  <a16:creationId xmlns:a16="http://schemas.microsoft.com/office/drawing/2014/main" id="{87C025D7-0643-9EF5-2F9C-A14DF9204C05}"/>
                </a:ext>
              </a:extLst>
            </p:cNvPr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>
              <a:extLst>
                <a:ext uri="{FF2B5EF4-FFF2-40B4-BE49-F238E27FC236}">
                  <a16:creationId xmlns:a16="http://schemas.microsoft.com/office/drawing/2014/main" id="{752F0B8A-DA61-0A0B-72F0-BA000A8A1186}"/>
                </a:ext>
              </a:extLst>
            </p:cNvPr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>
              <a:extLst>
                <a:ext uri="{FF2B5EF4-FFF2-40B4-BE49-F238E27FC236}">
                  <a16:creationId xmlns:a16="http://schemas.microsoft.com/office/drawing/2014/main" id="{59DC3CE2-8212-8ED3-1449-A9B37BB9302C}"/>
                </a:ext>
              </a:extLst>
            </p:cNvPr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>
              <a:extLst>
                <a:ext uri="{FF2B5EF4-FFF2-40B4-BE49-F238E27FC236}">
                  <a16:creationId xmlns:a16="http://schemas.microsoft.com/office/drawing/2014/main" id="{51848956-8F89-28BB-2375-B9FC16949FA5}"/>
                </a:ext>
              </a:extLst>
            </p:cNvPr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>
              <a:extLst>
                <a:ext uri="{FF2B5EF4-FFF2-40B4-BE49-F238E27FC236}">
                  <a16:creationId xmlns:a16="http://schemas.microsoft.com/office/drawing/2014/main" id="{A3292B14-79AD-7080-373A-44B7BBA73DEE}"/>
                </a:ext>
              </a:extLst>
            </p:cNvPr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>
              <a:extLst>
                <a:ext uri="{FF2B5EF4-FFF2-40B4-BE49-F238E27FC236}">
                  <a16:creationId xmlns:a16="http://schemas.microsoft.com/office/drawing/2014/main" id="{964F5B1C-D5DD-51E0-7233-24CE7199FA0F}"/>
                </a:ext>
              </a:extLst>
            </p:cNvPr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>
              <a:extLst>
                <a:ext uri="{FF2B5EF4-FFF2-40B4-BE49-F238E27FC236}">
                  <a16:creationId xmlns:a16="http://schemas.microsoft.com/office/drawing/2014/main" id="{563F60D3-943F-EA18-5ADA-BB1357F0DA62}"/>
                </a:ext>
              </a:extLst>
            </p:cNvPr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>
              <a:extLst>
                <a:ext uri="{FF2B5EF4-FFF2-40B4-BE49-F238E27FC236}">
                  <a16:creationId xmlns:a16="http://schemas.microsoft.com/office/drawing/2014/main" id="{0582518E-3A73-D89A-EF26-138F8C885F83}"/>
                </a:ext>
              </a:extLst>
            </p:cNvPr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>
              <a:extLst>
                <a:ext uri="{FF2B5EF4-FFF2-40B4-BE49-F238E27FC236}">
                  <a16:creationId xmlns:a16="http://schemas.microsoft.com/office/drawing/2014/main" id="{9548E4DD-4F7B-D206-6512-018FD85BE4D3}"/>
                </a:ext>
              </a:extLst>
            </p:cNvPr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>
              <a:extLst>
                <a:ext uri="{FF2B5EF4-FFF2-40B4-BE49-F238E27FC236}">
                  <a16:creationId xmlns:a16="http://schemas.microsoft.com/office/drawing/2014/main" id="{9454C6C9-00B9-00FB-8E76-B3101DC78A45}"/>
                </a:ext>
              </a:extLst>
            </p:cNvPr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>
              <a:extLst>
                <a:ext uri="{FF2B5EF4-FFF2-40B4-BE49-F238E27FC236}">
                  <a16:creationId xmlns:a16="http://schemas.microsoft.com/office/drawing/2014/main" id="{DB4C2642-1EC5-0626-7A3C-84133F1EC453}"/>
                </a:ext>
              </a:extLst>
            </p:cNvPr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>
              <a:extLst>
                <a:ext uri="{FF2B5EF4-FFF2-40B4-BE49-F238E27FC236}">
                  <a16:creationId xmlns:a16="http://schemas.microsoft.com/office/drawing/2014/main" id="{29E2EA8A-D1B8-F187-7CE1-F4E600EABCB9}"/>
                </a:ext>
              </a:extLst>
            </p:cNvPr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>
              <a:extLst>
                <a:ext uri="{FF2B5EF4-FFF2-40B4-BE49-F238E27FC236}">
                  <a16:creationId xmlns:a16="http://schemas.microsoft.com/office/drawing/2014/main" id="{4802DAE5-871E-D30C-EEAD-23EF31B82222}"/>
                </a:ext>
              </a:extLst>
            </p:cNvPr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>
              <a:extLst>
                <a:ext uri="{FF2B5EF4-FFF2-40B4-BE49-F238E27FC236}">
                  <a16:creationId xmlns:a16="http://schemas.microsoft.com/office/drawing/2014/main" id="{A692771F-A37B-67B2-1E9C-F16E9BF651FF}"/>
                </a:ext>
              </a:extLst>
            </p:cNvPr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>
              <a:extLst>
                <a:ext uri="{FF2B5EF4-FFF2-40B4-BE49-F238E27FC236}">
                  <a16:creationId xmlns:a16="http://schemas.microsoft.com/office/drawing/2014/main" id="{01A0B2C0-ECA3-4B09-EEB8-51C548ADFD13}"/>
                </a:ext>
              </a:extLst>
            </p:cNvPr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>
              <a:extLst>
                <a:ext uri="{FF2B5EF4-FFF2-40B4-BE49-F238E27FC236}">
                  <a16:creationId xmlns:a16="http://schemas.microsoft.com/office/drawing/2014/main" id="{CC76BBB7-75B8-908F-64CD-79A14E08B5B3}"/>
                </a:ext>
              </a:extLst>
            </p:cNvPr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>
              <a:extLst>
                <a:ext uri="{FF2B5EF4-FFF2-40B4-BE49-F238E27FC236}">
                  <a16:creationId xmlns:a16="http://schemas.microsoft.com/office/drawing/2014/main" id="{38A30B9B-E8AD-2240-DB2D-A4D5563EF267}"/>
                </a:ext>
              </a:extLst>
            </p:cNvPr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>
              <a:extLst>
                <a:ext uri="{FF2B5EF4-FFF2-40B4-BE49-F238E27FC236}">
                  <a16:creationId xmlns:a16="http://schemas.microsoft.com/office/drawing/2014/main" id="{A9294082-5D2A-48F5-019F-60EFB85E6B37}"/>
                </a:ext>
              </a:extLst>
            </p:cNvPr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>
              <a:extLst>
                <a:ext uri="{FF2B5EF4-FFF2-40B4-BE49-F238E27FC236}">
                  <a16:creationId xmlns:a16="http://schemas.microsoft.com/office/drawing/2014/main" id="{80756207-0D84-584A-158B-F1F090DB0F30}"/>
                </a:ext>
              </a:extLst>
            </p:cNvPr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>
              <a:extLst>
                <a:ext uri="{FF2B5EF4-FFF2-40B4-BE49-F238E27FC236}">
                  <a16:creationId xmlns:a16="http://schemas.microsoft.com/office/drawing/2014/main" id="{604A6B02-13FC-8D34-B007-012C94AE0E27}"/>
                </a:ext>
              </a:extLst>
            </p:cNvPr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>
              <a:extLst>
                <a:ext uri="{FF2B5EF4-FFF2-40B4-BE49-F238E27FC236}">
                  <a16:creationId xmlns:a16="http://schemas.microsoft.com/office/drawing/2014/main" id="{B93F2FE7-794B-62C6-59E3-039DF6F525DE}"/>
                </a:ext>
              </a:extLst>
            </p:cNvPr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>
              <a:extLst>
                <a:ext uri="{FF2B5EF4-FFF2-40B4-BE49-F238E27FC236}">
                  <a16:creationId xmlns:a16="http://schemas.microsoft.com/office/drawing/2014/main" id="{3F97915D-FBDE-19D1-5823-83C1AE1E0273}"/>
                </a:ext>
              </a:extLst>
            </p:cNvPr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>
              <a:extLst>
                <a:ext uri="{FF2B5EF4-FFF2-40B4-BE49-F238E27FC236}">
                  <a16:creationId xmlns:a16="http://schemas.microsoft.com/office/drawing/2014/main" id="{47448502-B51C-C291-BE95-ECBAA4A2752E}"/>
                </a:ext>
              </a:extLst>
            </p:cNvPr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>
              <a:extLst>
                <a:ext uri="{FF2B5EF4-FFF2-40B4-BE49-F238E27FC236}">
                  <a16:creationId xmlns:a16="http://schemas.microsoft.com/office/drawing/2014/main" id="{A8461376-244F-B058-A23C-C6937F0C0E60}"/>
                </a:ext>
              </a:extLst>
            </p:cNvPr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>
              <a:extLst>
                <a:ext uri="{FF2B5EF4-FFF2-40B4-BE49-F238E27FC236}">
                  <a16:creationId xmlns:a16="http://schemas.microsoft.com/office/drawing/2014/main" id="{586022CB-9D5D-3446-A59E-E6BCBDD4F55E}"/>
                </a:ext>
              </a:extLst>
            </p:cNvPr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>
              <a:extLst>
                <a:ext uri="{FF2B5EF4-FFF2-40B4-BE49-F238E27FC236}">
                  <a16:creationId xmlns:a16="http://schemas.microsoft.com/office/drawing/2014/main" id="{5B4CAD78-4D3F-F9E1-DB4E-C7F4FFE7B6B6}"/>
                </a:ext>
              </a:extLst>
            </p:cNvPr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>
              <a:extLst>
                <a:ext uri="{FF2B5EF4-FFF2-40B4-BE49-F238E27FC236}">
                  <a16:creationId xmlns:a16="http://schemas.microsoft.com/office/drawing/2014/main" id="{551D12BC-93C0-8748-7A74-1ADB3D252461}"/>
                </a:ext>
              </a:extLst>
            </p:cNvPr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>
              <a:extLst>
                <a:ext uri="{FF2B5EF4-FFF2-40B4-BE49-F238E27FC236}">
                  <a16:creationId xmlns:a16="http://schemas.microsoft.com/office/drawing/2014/main" id="{6B567C76-09D7-6508-859C-3105B4F1FF99}"/>
                </a:ext>
              </a:extLst>
            </p:cNvPr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>
              <a:extLst>
                <a:ext uri="{FF2B5EF4-FFF2-40B4-BE49-F238E27FC236}">
                  <a16:creationId xmlns:a16="http://schemas.microsoft.com/office/drawing/2014/main" id="{F7CB85F6-FAE2-335B-141D-A8669D6795D4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>
              <a:extLst>
                <a:ext uri="{FF2B5EF4-FFF2-40B4-BE49-F238E27FC236}">
                  <a16:creationId xmlns:a16="http://schemas.microsoft.com/office/drawing/2014/main" id="{D8ABEB16-4102-6AC1-0A00-D5BA6459151E}"/>
                </a:ext>
              </a:extLst>
            </p:cNvPr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>
              <a:extLst>
                <a:ext uri="{FF2B5EF4-FFF2-40B4-BE49-F238E27FC236}">
                  <a16:creationId xmlns:a16="http://schemas.microsoft.com/office/drawing/2014/main" id="{020D1F68-67C7-7171-12B9-0610CD729E23}"/>
                </a:ext>
              </a:extLst>
            </p:cNvPr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>
              <a:extLst>
                <a:ext uri="{FF2B5EF4-FFF2-40B4-BE49-F238E27FC236}">
                  <a16:creationId xmlns:a16="http://schemas.microsoft.com/office/drawing/2014/main" id="{49F05674-3DED-5FEE-3032-F5032D6A7B88}"/>
                </a:ext>
              </a:extLst>
            </p:cNvPr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>
              <a:extLst>
                <a:ext uri="{FF2B5EF4-FFF2-40B4-BE49-F238E27FC236}">
                  <a16:creationId xmlns:a16="http://schemas.microsoft.com/office/drawing/2014/main" id="{8B50B0D7-A0A2-C857-A564-DF52FFBDBD52}"/>
                </a:ext>
              </a:extLst>
            </p:cNvPr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>
              <a:extLst>
                <a:ext uri="{FF2B5EF4-FFF2-40B4-BE49-F238E27FC236}">
                  <a16:creationId xmlns:a16="http://schemas.microsoft.com/office/drawing/2014/main" id="{984F0BC2-A76D-09E1-7364-CF6BA2572B4A}"/>
                </a:ext>
              </a:extLst>
            </p:cNvPr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>
              <a:extLst>
                <a:ext uri="{FF2B5EF4-FFF2-40B4-BE49-F238E27FC236}">
                  <a16:creationId xmlns:a16="http://schemas.microsoft.com/office/drawing/2014/main" id="{032BE873-E57D-9275-09AF-154AEFB8F9C9}"/>
                </a:ext>
              </a:extLst>
            </p:cNvPr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>
              <a:extLst>
                <a:ext uri="{FF2B5EF4-FFF2-40B4-BE49-F238E27FC236}">
                  <a16:creationId xmlns:a16="http://schemas.microsoft.com/office/drawing/2014/main" id="{B4059EC5-CAA6-EC72-FF52-967E90013ED9}"/>
                </a:ext>
              </a:extLst>
            </p:cNvPr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>
              <a:extLst>
                <a:ext uri="{FF2B5EF4-FFF2-40B4-BE49-F238E27FC236}">
                  <a16:creationId xmlns:a16="http://schemas.microsoft.com/office/drawing/2014/main" id="{96625DD3-0250-29A4-28F4-BE564D9FFB9F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>
              <a:extLst>
                <a:ext uri="{FF2B5EF4-FFF2-40B4-BE49-F238E27FC236}">
                  <a16:creationId xmlns:a16="http://schemas.microsoft.com/office/drawing/2014/main" id="{3BE0A572-5E7B-C4CE-6EA9-2D6EDAB3CC1F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>
              <a:extLst>
                <a:ext uri="{FF2B5EF4-FFF2-40B4-BE49-F238E27FC236}">
                  <a16:creationId xmlns:a16="http://schemas.microsoft.com/office/drawing/2014/main" id="{4CE7785D-A85D-4FA9-EF27-2BC43CE72BFB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>
              <a:extLst>
                <a:ext uri="{FF2B5EF4-FFF2-40B4-BE49-F238E27FC236}">
                  <a16:creationId xmlns:a16="http://schemas.microsoft.com/office/drawing/2014/main" id="{9AF02C64-78E1-2093-16C4-3E29209BBE19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>
              <a:extLst>
                <a:ext uri="{FF2B5EF4-FFF2-40B4-BE49-F238E27FC236}">
                  <a16:creationId xmlns:a16="http://schemas.microsoft.com/office/drawing/2014/main" id="{E99E947C-F810-BAD7-91D8-5B2C73629C9C}"/>
                </a:ext>
              </a:extLst>
            </p:cNvPr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>
              <a:extLst>
                <a:ext uri="{FF2B5EF4-FFF2-40B4-BE49-F238E27FC236}">
                  <a16:creationId xmlns:a16="http://schemas.microsoft.com/office/drawing/2014/main" id="{D2234B5E-F876-411D-D064-4DAC5D44A8DC}"/>
                </a:ext>
              </a:extLst>
            </p:cNvPr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>
              <a:extLst>
                <a:ext uri="{FF2B5EF4-FFF2-40B4-BE49-F238E27FC236}">
                  <a16:creationId xmlns:a16="http://schemas.microsoft.com/office/drawing/2014/main" id="{243B1656-F0AF-517C-1AFE-EE775A5536B0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>
              <a:extLst>
                <a:ext uri="{FF2B5EF4-FFF2-40B4-BE49-F238E27FC236}">
                  <a16:creationId xmlns:a16="http://schemas.microsoft.com/office/drawing/2014/main" id="{A2BF4747-01CB-C0BE-495C-36A9F81B1133}"/>
                </a:ext>
              </a:extLst>
            </p:cNvPr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>
              <a:extLst>
                <a:ext uri="{FF2B5EF4-FFF2-40B4-BE49-F238E27FC236}">
                  <a16:creationId xmlns:a16="http://schemas.microsoft.com/office/drawing/2014/main" id="{F11B0425-614A-6330-6D5D-0A1FEA077259}"/>
                </a:ext>
              </a:extLst>
            </p:cNvPr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>
              <a:extLst>
                <a:ext uri="{FF2B5EF4-FFF2-40B4-BE49-F238E27FC236}">
                  <a16:creationId xmlns:a16="http://schemas.microsoft.com/office/drawing/2014/main" id="{8A7DEB33-7D99-CCA2-1D30-B692CF74F44D}"/>
                </a:ext>
              </a:extLst>
            </p:cNvPr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>
              <a:extLst>
                <a:ext uri="{FF2B5EF4-FFF2-40B4-BE49-F238E27FC236}">
                  <a16:creationId xmlns:a16="http://schemas.microsoft.com/office/drawing/2014/main" id="{B8F7F6F5-8B61-2009-91F7-9247757F874F}"/>
                </a:ext>
              </a:extLst>
            </p:cNvPr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>
              <a:extLst>
                <a:ext uri="{FF2B5EF4-FFF2-40B4-BE49-F238E27FC236}">
                  <a16:creationId xmlns:a16="http://schemas.microsoft.com/office/drawing/2014/main" id="{F4FAADD6-1575-4205-67CD-55694A638C9B}"/>
                </a:ext>
              </a:extLst>
            </p:cNvPr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>
              <a:extLst>
                <a:ext uri="{FF2B5EF4-FFF2-40B4-BE49-F238E27FC236}">
                  <a16:creationId xmlns:a16="http://schemas.microsoft.com/office/drawing/2014/main" id="{2C4A3B08-4DA9-C4E6-20E2-7213E77E18B4}"/>
                </a:ext>
              </a:extLst>
            </p:cNvPr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>
              <a:extLst>
                <a:ext uri="{FF2B5EF4-FFF2-40B4-BE49-F238E27FC236}">
                  <a16:creationId xmlns:a16="http://schemas.microsoft.com/office/drawing/2014/main" id="{5A96DFCE-43D4-B206-7982-6AB0456B3D6C}"/>
                </a:ext>
              </a:extLst>
            </p:cNvPr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>
              <a:extLst>
                <a:ext uri="{FF2B5EF4-FFF2-40B4-BE49-F238E27FC236}">
                  <a16:creationId xmlns:a16="http://schemas.microsoft.com/office/drawing/2014/main" id="{37E3E7F3-2083-92E9-5332-BF667090A93A}"/>
                </a:ext>
              </a:extLst>
            </p:cNvPr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>
              <a:extLst>
                <a:ext uri="{FF2B5EF4-FFF2-40B4-BE49-F238E27FC236}">
                  <a16:creationId xmlns:a16="http://schemas.microsoft.com/office/drawing/2014/main" id="{52FC6E4D-B6BC-331C-53E1-2CF215E8A37D}"/>
                </a:ext>
              </a:extLst>
            </p:cNvPr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>
              <a:extLst>
                <a:ext uri="{FF2B5EF4-FFF2-40B4-BE49-F238E27FC236}">
                  <a16:creationId xmlns:a16="http://schemas.microsoft.com/office/drawing/2014/main" id="{8C37F411-95CE-EE05-6219-7C7041662790}"/>
                </a:ext>
              </a:extLst>
            </p:cNvPr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>
              <a:extLst>
                <a:ext uri="{FF2B5EF4-FFF2-40B4-BE49-F238E27FC236}">
                  <a16:creationId xmlns:a16="http://schemas.microsoft.com/office/drawing/2014/main" id="{9B550D2D-1758-CAC6-6AFA-2590CF1CE4FE}"/>
                </a:ext>
              </a:extLst>
            </p:cNvPr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>
              <a:extLst>
                <a:ext uri="{FF2B5EF4-FFF2-40B4-BE49-F238E27FC236}">
                  <a16:creationId xmlns:a16="http://schemas.microsoft.com/office/drawing/2014/main" id="{1E086850-88CF-BE6E-B9BE-5A0B04223C09}"/>
                </a:ext>
              </a:extLst>
            </p:cNvPr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>
              <a:extLst>
                <a:ext uri="{FF2B5EF4-FFF2-40B4-BE49-F238E27FC236}">
                  <a16:creationId xmlns:a16="http://schemas.microsoft.com/office/drawing/2014/main" id="{37A5A298-AA92-BCEC-63FA-7DFDB3E62280}"/>
                </a:ext>
              </a:extLst>
            </p:cNvPr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>
              <a:extLst>
                <a:ext uri="{FF2B5EF4-FFF2-40B4-BE49-F238E27FC236}">
                  <a16:creationId xmlns:a16="http://schemas.microsoft.com/office/drawing/2014/main" id="{04EE24F0-1EF2-4510-8E5F-1BDEA334C8C5}"/>
                </a:ext>
              </a:extLst>
            </p:cNvPr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>
              <a:extLst>
                <a:ext uri="{FF2B5EF4-FFF2-40B4-BE49-F238E27FC236}">
                  <a16:creationId xmlns:a16="http://schemas.microsoft.com/office/drawing/2014/main" id="{6BCFC864-1D0D-8CCB-5800-0626ED821566}"/>
                </a:ext>
              </a:extLst>
            </p:cNvPr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>
              <a:extLst>
                <a:ext uri="{FF2B5EF4-FFF2-40B4-BE49-F238E27FC236}">
                  <a16:creationId xmlns:a16="http://schemas.microsoft.com/office/drawing/2014/main" id="{0D10A1D9-D73C-28AE-6FE9-CFFE6FFA11EB}"/>
                </a:ext>
              </a:extLst>
            </p:cNvPr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>
              <a:extLst>
                <a:ext uri="{FF2B5EF4-FFF2-40B4-BE49-F238E27FC236}">
                  <a16:creationId xmlns:a16="http://schemas.microsoft.com/office/drawing/2014/main" id="{EE386C5A-BB6E-00AD-5904-AA105DEDACDB}"/>
                </a:ext>
              </a:extLst>
            </p:cNvPr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>
              <a:extLst>
                <a:ext uri="{FF2B5EF4-FFF2-40B4-BE49-F238E27FC236}">
                  <a16:creationId xmlns:a16="http://schemas.microsoft.com/office/drawing/2014/main" id="{DEB56D63-F014-A472-A0B4-D1C87DCC817C}"/>
                </a:ext>
              </a:extLst>
            </p:cNvPr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>
              <a:extLst>
                <a:ext uri="{FF2B5EF4-FFF2-40B4-BE49-F238E27FC236}">
                  <a16:creationId xmlns:a16="http://schemas.microsoft.com/office/drawing/2014/main" id="{B482F1E3-3EE8-52B3-C1C4-5F1E7B7C0332}"/>
                </a:ext>
              </a:extLst>
            </p:cNvPr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>
              <a:extLst>
                <a:ext uri="{FF2B5EF4-FFF2-40B4-BE49-F238E27FC236}">
                  <a16:creationId xmlns:a16="http://schemas.microsoft.com/office/drawing/2014/main" id="{958E82C1-01A5-D39A-2B45-ADCC0D1D0BA1}"/>
                </a:ext>
              </a:extLst>
            </p:cNvPr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>
              <a:extLst>
                <a:ext uri="{FF2B5EF4-FFF2-40B4-BE49-F238E27FC236}">
                  <a16:creationId xmlns:a16="http://schemas.microsoft.com/office/drawing/2014/main" id="{E5BFBE49-8254-FD62-2AA3-CF7ADD0246C6}"/>
                </a:ext>
              </a:extLst>
            </p:cNvPr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>
              <a:extLst>
                <a:ext uri="{FF2B5EF4-FFF2-40B4-BE49-F238E27FC236}">
                  <a16:creationId xmlns:a16="http://schemas.microsoft.com/office/drawing/2014/main" id="{446E6120-CCAA-B187-0AD5-71B3D7BF4AD4}"/>
                </a:ext>
              </a:extLst>
            </p:cNvPr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>
              <a:extLst>
                <a:ext uri="{FF2B5EF4-FFF2-40B4-BE49-F238E27FC236}">
                  <a16:creationId xmlns:a16="http://schemas.microsoft.com/office/drawing/2014/main" id="{6D7690A5-FB38-BF98-DACA-9AA99A435EB6}"/>
                </a:ext>
              </a:extLst>
            </p:cNvPr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>
              <a:extLst>
                <a:ext uri="{FF2B5EF4-FFF2-40B4-BE49-F238E27FC236}">
                  <a16:creationId xmlns:a16="http://schemas.microsoft.com/office/drawing/2014/main" id="{6AFCA631-4472-D5A1-6021-E5ABB99FE0FE}"/>
                </a:ext>
              </a:extLst>
            </p:cNvPr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>
              <a:extLst>
                <a:ext uri="{FF2B5EF4-FFF2-40B4-BE49-F238E27FC236}">
                  <a16:creationId xmlns:a16="http://schemas.microsoft.com/office/drawing/2014/main" id="{00BD85F8-845E-27A3-0D75-82CD1D6C5D33}"/>
                </a:ext>
              </a:extLst>
            </p:cNvPr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>
              <a:extLst>
                <a:ext uri="{FF2B5EF4-FFF2-40B4-BE49-F238E27FC236}">
                  <a16:creationId xmlns:a16="http://schemas.microsoft.com/office/drawing/2014/main" id="{AC02D1D2-CEB9-60DC-F024-4638211CEBA7}"/>
                </a:ext>
              </a:extLst>
            </p:cNvPr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>
              <a:extLst>
                <a:ext uri="{FF2B5EF4-FFF2-40B4-BE49-F238E27FC236}">
                  <a16:creationId xmlns:a16="http://schemas.microsoft.com/office/drawing/2014/main" id="{75E11628-6BDA-0097-CAAC-B4D864FD379B}"/>
                </a:ext>
              </a:extLst>
            </p:cNvPr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>
              <a:extLst>
                <a:ext uri="{FF2B5EF4-FFF2-40B4-BE49-F238E27FC236}">
                  <a16:creationId xmlns:a16="http://schemas.microsoft.com/office/drawing/2014/main" id="{B145B487-E6D0-B457-A958-A5E864D66025}"/>
                </a:ext>
              </a:extLst>
            </p:cNvPr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>
              <a:extLst>
                <a:ext uri="{FF2B5EF4-FFF2-40B4-BE49-F238E27FC236}">
                  <a16:creationId xmlns:a16="http://schemas.microsoft.com/office/drawing/2014/main" id="{D2B91A7F-AFAD-9C0E-350A-9278DC296773}"/>
                </a:ext>
              </a:extLst>
            </p:cNvPr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>
              <a:extLst>
                <a:ext uri="{FF2B5EF4-FFF2-40B4-BE49-F238E27FC236}">
                  <a16:creationId xmlns:a16="http://schemas.microsoft.com/office/drawing/2014/main" id="{96ABEB33-A0A2-B62E-B630-CB9432EE6655}"/>
                </a:ext>
              </a:extLst>
            </p:cNvPr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>
              <a:extLst>
                <a:ext uri="{FF2B5EF4-FFF2-40B4-BE49-F238E27FC236}">
                  <a16:creationId xmlns:a16="http://schemas.microsoft.com/office/drawing/2014/main" id="{7D154B2F-C1A0-9213-A323-88FF9188D2C9}"/>
                </a:ext>
              </a:extLst>
            </p:cNvPr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>
              <a:extLst>
                <a:ext uri="{FF2B5EF4-FFF2-40B4-BE49-F238E27FC236}">
                  <a16:creationId xmlns:a16="http://schemas.microsoft.com/office/drawing/2014/main" id="{1FD26E94-8263-CB53-BF16-8F85976C14BF}"/>
                </a:ext>
              </a:extLst>
            </p:cNvPr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>
              <a:extLst>
                <a:ext uri="{FF2B5EF4-FFF2-40B4-BE49-F238E27FC236}">
                  <a16:creationId xmlns:a16="http://schemas.microsoft.com/office/drawing/2014/main" id="{E79B12CF-24E1-E362-3B3A-99ED013BFDDB}"/>
                </a:ext>
              </a:extLst>
            </p:cNvPr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>
              <a:extLst>
                <a:ext uri="{FF2B5EF4-FFF2-40B4-BE49-F238E27FC236}">
                  <a16:creationId xmlns:a16="http://schemas.microsoft.com/office/drawing/2014/main" id="{D6A502B8-F46D-4908-E184-C570D59B6CEA}"/>
                </a:ext>
              </a:extLst>
            </p:cNvPr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>
              <a:extLst>
                <a:ext uri="{FF2B5EF4-FFF2-40B4-BE49-F238E27FC236}">
                  <a16:creationId xmlns:a16="http://schemas.microsoft.com/office/drawing/2014/main" id="{0A725042-FFF3-3683-B2D2-051832D1A612}"/>
                </a:ext>
              </a:extLst>
            </p:cNvPr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>
              <a:extLst>
                <a:ext uri="{FF2B5EF4-FFF2-40B4-BE49-F238E27FC236}">
                  <a16:creationId xmlns:a16="http://schemas.microsoft.com/office/drawing/2014/main" id="{4774B326-3499-3510-C6CC-0DB7FC741A09}"/>
                </a:ext>
              </a:extLst>
            </p:cNvPr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>
              <a:extLst>
                <a:ext uri="{FF2B5EF4-FFF2-40B4-BE49-F238E27FC236}">
                  <a16:creationId xmlns:a16="http://schemas.microsoft.com/office/drawing/2014/main" id="{F62DDCB8-97E7-1888-2A56-9AEA24F07B85}"/>
                </a:ext>
              </a:extLst>
            </p:cNvPr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>
              <a:extLst>
                <a:ext uri="{FF2B5EF4-FFF2-40B4-BE49-F238E27FC236}">
                  <a16:creationId xmlns:a16="http://schemas.microsoft.com/office/drawing/2014/main" id="{77FC11BA-5B22-88D8-37CE-0BBCF56D2DFE}"/>
                </a:ext>
              </a:extLst>
            </p:cNvPr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>
              <a:extLst>
                <a:ext uri="{FF2B5EF4-FFF2-40B4-BE49-F238E27FC236}">
                  <a16:creationId xmlns:a16="http://schemas.microsoft.com/office/drawing/2014/main" id="{6BA42202-B031-80F0-C789-04338C0CBB0D}"/>
                </a:ext>
              </a:extLst>
            </p:cNvPr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>
              <a:extLst>
                <a:ext uri="{FF2B5EF4-FFF2-40B4-BE49-F238E27FC236}">
                  <a16:creationId xmlns:a16="http://schemas.microsoft.com/office/drawing/2014/main" id="{1B98F176-447A-0C1E-9F1C-D7F0536DC90E}"/>
                </a:ext>
              </a:extLst>
            </p:cNvPr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>
              <a:extLst>
                <a:ext uri="{FF2B5EF4-FFF2-40B4-BE49-F238E27FC236}">
                  <a16:creationId xmlns:a16="http://schemas.microsoft.com/office/drawing/2014/main" id="{1B1831FC-D2C4-DF8C-9A58-39A2C10B5C62}"/>
                </a:ext>
              </a:extLst>
            </p:cNvPr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>
              <a:extLst>
                <a:ext uri="{FF2B5EF4-FFF2-40B4-BE49-F238E27FC236}">
                  <a16:creationId xmlns:a16="http://schemas.microsoft.com/office/drawing/2014/main" id="{4E0FA62B-BB42-2256-7398-2BF330C8C04E}"/>
                </a:ext>
              </a:extLst>
            </p:cNvPr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>
              <a:extLst>
                <a:ext uri="{FF2B5EF4-FFF2-40B4-BE49-F238E27FC236}">
                  <a16:creationId xmlns:a16="http://schemas.microsoft.com/office/drawing/2014/main" id="{4033213F-930B-4E64-345B-EA01B13B36B6}"/>
                </a:ext>
              </a:extLst>
            </p:cNvPr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>
              <a:extLst>
                <a:ext uri="{FF2B5EF4-FFF2-40B4-BE49-F238E27FC236}">
                  <a16:creationId xmlns:a16="http://schemas.microsoft.com/office/drawing/2014/main" id="{8124E6BA-F0F2-C993-C42B-328863D40E2A}"/>
                </a:ext>
              </a:extLst>
            </p:cNvPr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>
              <a:extLst>
                <a:ext uri="{FF2B5EF4-FFF2-40B4-BE49-F238E27FC236}">
                  <a16:creationId xmlns:a16="http://schemas.microsoft.com/office/drawing/2014/main" id="{B8D76356-37A1-498F-9CAF-0631CD74E0DB}"/>
                </a:ext>
              </a:extLst>
            </p:cNvPr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>
              <a:extLst>
                <a:ext uri="{FF2B5EF4-FFF2-40B4-BE49-F238E27FC236}">
                  <a16:creationId xmlns:a16="http://schemas.microsoft.com/office/drawing/2014/main" id="{5FFCD595-DE4E-8968-EBDD-866FA3B68827}"/>
                </a:ext>
              </a:extLst>
            </p:cNvPr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>
              <a:extLst>
                <a:ext uri="{FF2B5EF4-FFF2-40B4-BE49-F238E27FC236}">
                  <a16:creationId xmlns:a16="http://schemas.microsoft.com/office/drawing/2014/main" id="{47F26762-AE0D-DA18-4ACC-9762B5A89A9B}"/>
                </a:ext>
              </a:extLst>
            </p:cNvPr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>
              <a:extLst>
                <a:ext uri="{FF2B5EF4-FFF2-40B4-BE49-F238E27FC236}">
                  <a16:creationId xmlns:a16="http://schemas.microsoft.com/office/drawing/2014/main" id="{713FFCA4-CD80-77FA-276A-49462A66AFCD}"/>
                </a:ext>
              </a:extLst>
            </p:cNvPr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>
              <a:extLst>
                <a:ext uri="{FF2B5EF4-FFF2-40B4-BE49-F238E27FC236}">
                  <a16:creationId xmlns:a16="http://schemas.microsoft.com/office/drawing/2014/main" id="{1891050F-7251-88AC-0CA0-8851DA7E4D6C}"/>
                </a:ext>
              </a:extLst>
            </p:cNvPr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>
              <a:extLst>
                <a:ext uri="{FF2B5EF4-FFF2-40B4-BE49-F238E27FC236}">
                  <a16:creationId xmlns:a16="http://schemas.microsoft.com/office/drawing/2014/main" id="{5D4BC282-AFC8-3BB7-09EA-B1650CDD7B47}"/>
                </a:ext>
              </a:extLst>
            </p:cNvPr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>
              <a:extLst>
                <a:ext uri="{FF2B5EF4-FFF2-40B4-BE49-F238E27FC236}">
                  <a16:creationId xmlns:a16="http://schemas.microsoft.com/office/drawing/2014/main" id="{A5BD8FDF-6DBF-E370-97B6-FFCD4A4F7B50}"/>
                </a:ext>
              </a:extLst>
            </p:cNvPr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>
              <a:extLst>
                <a:ext uri="{FF2B5EF4-FFF2-40B4-BE49-F238E27FC236}">
                  <a16:creationId xmlns:a16="http://schemas.microsoft.com/office/drawing/2014/main" id="{BC0DAEA7-AA5E-FABA-0241-4AE6DB380921}"/>
                </a:ext>
              </a:extLst>
            </p:cNvPr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>
              <a:extLst>
                <a:ext uri="{FF2B5EF4-FFF2-40B4-BE49-F238E27FC236}">
                  <a16:creationId xmlns:a16="http://schemas.microsoft.com/office/drawing/2014/main" id="{5AAA720A-F0D4-F295-5E6D-2B05A4DE54DF}"/>
                </a:ext>
              </a:extLst>
            </p:cNvPr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>
              <a:extLst>
                <a:ext uri="{FF2B5EF4-FFF2-40B4-BE49-F238E27FC236}">
                  <a16:creationId xmlns:a16="http://schemas.microsoft.com/office/drawing/2014/main" id="{4D3BDABD-C854-6D77-BCA2-38EDD13C78CB}"/>
                </a:ext>
              </a:extLst>
            </p:cNvPr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>
              <a:extLst>
                <a:ext uri="{FF2B5EF4-FFF2-40B4-BE49-F238E27FC236}">
                  <a16:creationId xmlns:a16="http://schemas.microsoft.com/office/drawing/2014/main" id="{BEB1BFAB-3346-E3E9-C966-9F1F33C1CA1A}"/>
                </a:ext>
              </a:extLst>
            </p:cNvPr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>
              <a:extLst>
                <a:ext uri="{FF2B5EF4-FFF2-40B4-BE49-F238E27FC236}">
                  <a16:creationId xmlns:a16="http://schemas.microsoft.com/office/drawing/2014/main" id="{81FCC486-1B26-E0C7-9EDA-8DB74BF4772C}"/>
                </a:ext>
              </a:extLst>
            </p:cNvPr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>
              <a:extLst>
                <a:ext uri="{FF2B5EF4-FFF2-40B4-BE49-F238E27FC236}">
                  <a16:creationId xmlns:a16="http://schemas.microsoft.com/office/drawing/2014/main" id="{3FADDA62-88CB-64EC-6847-1B373292A148}"/>
                </a:ext>
              </a:extLst>
            </p:cNvPr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>
              <a:extLst>
                <a:ext uri="{FF2B5EF4-FFF2-40B4-BE49-F238E27FC236}">
                  <a16:creationId xmlns:a16="http://schemas.microsoft.com/office/drawing/2014/main" id="{6A82780F-D788-1AF4-8BFD-1A6EBA27FC2F}"/>
                </a:ext>
              </a:extLst>
            </p:cNvPr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>
              <a:extLst>
                <a:ext uri="{FF2B5EF4-FFF2-40B4-BE49-F238E27FC236}">
                  <a16:creationId xmlns:a16="http://schemas.microsoft.com/office/drawing/2014/main" id="{D5F66863-7C33-1DD6-CADE-5611A5D73AED}"/>
                </a:ext>
              </a:extLst>
            </p:cNvPr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>
              <a:extLst>
                <a:ext uri="{FF2B5EF4-FFF2-40B4-BE49-F238E27FC236}">
                  <a16:creationId xmlns:a16="http://schemas.microsoft.com/office/drawing/2014/main" id="{958D70C1-D4A3-5746-9A90-2A221BB1C2AE}"/>
                </a:ext>
              </a:extLst>
            </p:cNvPr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>
              <a:extLst>
                <a:ext uri="{FF2B5EF4-FFF2-40B4-BE49-F238E27FC236}">
                  <a16:creationId xmlns:a16="http://schemas.microsoft.com/office/drawing/2014/main" id="{1C9FD896-A4C8-ED5D-C940-9C9F79A9E202}"/>
                </a:ext>
              </a:extLst>
            </p:cNvPr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>
              <a:extLst>
                <a:ext uri="{FF2B5EF4-FFF2-40B4-BE49-F238E27FC236}">
                  <a16:creationId xmlns:a16="http://schemas.microsoft.com/office/drawing/2014/main" id="{6761FCCD-059B-C357-FBDE-619271992084}"/>
                </a:ext>
              </a:extLst>
            </p:cNvPr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>
              <a:extLst>
                <a:ext uri="{FF2B5EF4-FFF2-40B4-BE49-F238E27FC236}">
                  <a16:creationId xmlns:a16="http://schemas.microsoft.com/office/drawing/2014/main" id="{4C7E4D86-9720-02F3-1E0B-D075023C42DC}"/>
                </a:ext>
              </a:extLst>
            </p:cNvPr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>
              <a:extLst>
                <a:ext uri="{FF2B5EF4-FFF2-40B4-BE49-F238E27FC236}">
                  <a16:creationId xmlns:a16="http://schemas.microsoft.com/office/drawing/2014/main" id="{17F87629-6270-512E-D385-B23F641B7112}"/>
                </a:ext>
              </a:extLst>
            </p:cNvPr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>
              <a:extLst>
                <a:ext uri="{FF2B5EF4-FFF2-40B4-BE49-F238E27FC236}">
                  <a16:creationId xmlns:a16="http://schemas.microsoft.com/office/drawing/2014/main" id="{E67A4E36-847F-1C93-0091-FDA5B9B13865}"/>
                </a:ext>
              </a:extLst>
            </p:cNvPr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>
              <a:extLst>
                <a:ext uri="{FF2B5EF4-FFF2-40B4-BE49-F238E27FC236}">
                  <a16:creationId xmlns:a16="http://schemas.microsoft.com/office/drawing/2014/main" id="{B18B9F2C-EAB9-C69C-A30C-12CCF4CEA275}"/>
                </a:ext>
              </a:extLst>
            </p:cNvPr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>
              <a:extLst>
                <a:ext uri="{FF2B5EF4-FFF2-40B4-BE49-F238E27FC236}">
                  <a16:creationId xmlns:a16="http://schemas.microsoft.com/office/drawing/2014/main" id="{DD7F9561-D51A-1A42-CAF5-57A4581F1812}"/>
                </a:ext>
              </a:extLst>
            </p:cNvPr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>
              <a:extLst>
                <a:ext uri="{FF2B5EF4-FFF2-40B4-BE49-F238E27FC236}">
                  <a16:creationId xmlns:a16="http://schemas.microsoft.com/office/drawing/2014/main" id="{5CC5DE45-635F-739A-B636-F110944ED322}"/>
                </a:ext>
              </a:extLst>
            </p:cNvPr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>
              <a:extLst>
                <a:ext uri="{FF2B5EF4-FFF2-40B4-BE49-F238E27FC236}">
                  <a16:creationId xmlns:a16="http://schemas.microsoft.com/office/drawing/2014/main" id="{5411A677-0892-712F-A3EC-6D288124F5E7}"/>
                </a:ext>
              </a:extLst>
            </p:cNvPr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>
              <a:extLst>
                <a:ext uri="{FF2B5EF4-FFF2-40B4-BE49-F238E27FC236}">
                  <a16:creationId xmlns:a16="http://schemas.microsoft.com/office/drawing/2014/main" id="{78D30C3A-A9F7-357F-8383-E7A468B2B73B}"/>
                </a:ext>
              </a:extLst>
            </p:cNvPr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>
              <a:extLst>
                <a:ext uri="{FF2B5EF4-FFF2-40B4-BE49-F238E27FC236}">
                  <a16:creationId xmlns:a16="http://schemas.microsoft.com/office/drawing/2014/main" id="{94BD0BDA-B3BA-C6BF-E20C-87235F54909C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>
              <a:extLst>
                <a:ext uri="{FF2B5EF4-FFF2-40B4-BE49-F238E27FC236}">
                  <a16:creationId xmlns:a16="http://schemas.microsoft.com/office/drawing/2014/main" id="{A7E18BB3-C6BF-0E84-EA29-D6C6C54A4FBD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>
              <a:extLst>
                <a:ext uri="{FF2B5EF4-FFF2-40B4-BE49-F238E27FC236}">
                  <a16:creationId xmlns:a16="http://schemas.microsoft.com/office/drawing/2014/main" id="{D56AA1AF-9D68-2E6D-B605-0978174F4BA4}"/>
                </a:ext>
              </a:extLst>
            </p:cNvPr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>
              <a:extLst>
                <a:ext uri="{FF2B5EF4-FFF2-40B4-BE49-F238E27FC236}">
                  <a16:creationId xmlns:a16="http://schemas.microsoft.com/office/drawing/2014/main" id="{26BB929B-303D-81FF-DC2F-B2F603C846F0}"/>
                </a:ext>
              </a:extLst>
            </p:cNvPr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>
              <a:extLst>
                <a:ext uri="{FF2B5EF4-FFF2-40B4-BE49-F238E27FC236}">
                  <a16:creationId xmlns:a16="http://schemas.microsoft.com/office/drawing/2014/main" id="{8DD73A54-4822-C5C3-326F-66991EE5204D}"/>
                </a:ext>
              </a:extLst>
            </p:cNvPr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>
              <a:extLst>
                <a:ext uri="{FF2B5EF4-FFF2-40B4-BE49-F238E27FC236}">
                  <a16:creationId xmlns:a16="http://schemas.microsoft.com/office/drawing/2014/main" id="{95C7C2B7-623A-9E46-FA58-BCD6C2B7A438}"/>
                </a:ext>
              </a:extLst>
            </p:cNvPr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>
              <a:extLst>
                <a:ext uri="{FF2B5EF4-FFF2-40B4-BE49-F238E27FC236}">
                  <a16:creationId xmlns:a16="http://schemas.microsoft.com/office/drawing/2014/main" id="{3F9EF0A3-8E35-DAFE-9EF7-6D67C59737D1}"/>
                </a:ext>
              </a:extLst>
            </p:cNvPr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>
              <a:extLst>
                <a:ext uri="{FF2B5EF4-FFF2-40B4-BE49-F238E27FC236}">
                  <a16:creationId xmlns:a16="http://schemas.microsoft.com/office/drawing/2014/main" id="{62B5A241-CC1A-6C56-1D11-8F283BFD234E}"/>
                </a:ext>
              </a:extLst>
            </p:cNvPr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>
              <a:extLst>
                <a:ext uri="{FF2B5EF4-FFF2-40B4-BE49-F238E27FC236}">
                  <a16:creationId xmlns:a16="http://schemas.microsoft.com/office/drawing/2014/main" id="{290E5F9B-023C-DA1C-1EA6-1C942473F5EE}"/>
                </a:ext>
              </a:extLst>
            </p:cNvPr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>
              <a:extLst>
                <a:ext uri="{FF2B5EF4-FFF2-40B4-BE49-F238E27FC236}">
                  <a16:creationId xmlns:a16="http://schemas.microsoft.com/office/drawing/2014/main" id="{514E760B-145E-5254-CAE0-A33DA87EF1B2}"/>
                </a:ext>
              </a:extLst>
            </p:cNvPr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>
              <a:extLst>
                <a:ext uri="{FF2B5EF4-FFF2-40B4-BE49-F238E27FC236}">
                  <a16:creationId xmlns:a16="http://schemas.microsoft.com/office/drawing/2014/main" id="{7F79DA52-9C96-34B8-25F7-99746C0DB17F}"/>
                </a:ext>
              </a:extLst>
            </p:cNvPr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>
              <a:extLst>
                <a:ext uri="{FF2B5EF4-FFF2-40B4-BE49-F238E27FC236}">
                  <a16:creationId xmlns:a16="http://schemas.microsoft.com/office/drawing/2014/main" id="{6042FE73-1E17-26BE-E683-C630AFF929FA}"/>
                </a:ext>
              </a:extLst>
            </p:cNvPr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>
              <a:extLst>
                <a:ext uri="{FF2B5EF4-FFF2-40B4-BE49-F238E27FC236}">
                  <a16:creationId xmlns:a16="http://schemas.microsoft.com/office/drawing/2014/main" id="{DA26D92D-907F-04E2-AA31-285F6EBB8782}"/>
                </a:ext>
              </a:extLst>
            </p:cNvPr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>
              <a:extLst>
                <a:ext uri="{FF2B5EF4-FFF2-40B4-BE49-F238E27FC236}">
                  <a16:creationId xmlns:a16="http://schemas.microsoft.com/office/drawing/2014/main" id="{3EFE0A7E-C71B-EACD-D339-77282DEFE27B}"/>
                </a:ext>
              </a:extLst>
            </p:cNvPr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>
              <a:extLst>
                <a:ext uri="{FF2B5EF4-FFF2-40B4-BE49-F238E27FC236}">
                  <a16:creationId xmlns:a16="http://schemas.microsoft.com/office/drawing/2014/main" id="{A899FA97-F029-571C-CA32-3FA36699443B}"/>
                </a:ext>
              </a:extLst>
            </p:cNvPr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>
              <a:extLst>
                <a:ext uri="{FF2B5EF4-FFF2-40B4-BE49-F238E27FC236}">
                  <a16:creationId xmlns:a16="http://schemas.microsoft.com/office/drawing/2014/main" id="{98D69FA0-9D60-815E-C72B-EE1E5B89E929}"/>
                </a:ext>
              </a:extLst>
            </p:cNvPr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>
              <a:extLst>
                <a:ext uri="{FF2B5EF4-FFF2-40B4-BE49-F238E27FC236}">
                  <a16:creationId xmlns:a16="http://schemas.microsoft.com/office/drawing/2014/main" id="{CABC3FF8-DCC7-1568-0F01-BF13E78A0D39}"/>
                </a:ext>
              </a:extLst>
            </p:cNvPr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>
              <a:extLst>
                <a:ext uri="{FF2B5EF4-FFF2-40B4-BE49-F238E27FC236}">
                  <a16:creationId xmlns:a16="http://schemas.microsoft.com/office/drawing/2014/main" id="{8B41DEBC-D98A-F007-BFD9-C5D3BCB08AC7}"/>
                </a:ext>
              </a:extLst>
            </p:cNvPr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>
              <a:extLst>
                <a:ext uri="{FF2B5EF4-FFF2-40B4-BE49-F238E27FC236}">
                  <a16:creationId xmlns:a16="http://schemas.microsoft.com/office/drawing/2014/main" id="{AC6F59A0-37E0-457A-565E-063DCFB790DC}"/>
                </a:ext>
              </a:extLst>
            </p:cNvPr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>
              <a:extLst>
                <a:ext uri="{FF2B5EF4-FFF2-40B4-BE49-F238E27FC236}">
                  <a16:creationId xmlns:a16="http://schemas.microsoft.com/office/drawing/2014/main" id="{FB7390CC-101F-1248-9B4E-8127FDE8E6BB}"/>
                </a:ext>
              </a:extLst>
            </p:cNvPr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>
              <a:extLst>
                <a:ext uri="{FF2B5EF4-FFF2-40B4-BE49-F238E27FC236}">
                  <a16:creationId xmlns:a16="http://schemas.microsoft.com/office/drawing/2014/main" id="{E856F2CA-4756-341B-7F9B-0966D7A28704}"/>
                </a:ext>
              </a:extLst>
            </p:cNvPr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>
              <a:extLst>
                <a:ext uri="{FF2B5EF4-FFF2-40B4-BE49-F238E27FC236}">
                  <a16:creationId xmlns:a16="http://schemas.microsoft.com/office/drawing/2014/main" id="{07F77B02-F932-790E-92FC-94687717857F}"/>
                </a:ext>
              </a:extLst>
            </p:cNvPr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>
              <a:extLst>
                <a:ext uri="{FF2B5EF4-FFF2-40B4-BE49-F238E27FC236}">
                  <a16:creationId xmlns:a16="http://schemas.microsoft.com/office/drawing/2014/main" id="{5995E18C-371D-1879-B540-E8B487B14A01}"/>
                </a:ext>
              </a:extLst>
            </p:cNvPr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>
              <a:extLst>
                <a:ext uri="{FF2B5EF4-FFF2-40B4-BE49-F238E27FC236}">
                  <a16:creationId xmlns:a16="http://schemas.microsoft.com/office/drawing/2014/main" id="{786B4FDE-A5DB-CE49-F8CB-CB19F4B5C4DB}"/>
                </a:ext>
              </a:extLst>
            </p:cNvPr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>
              <a:extLst>
                <a:ext uri="{FF2B5EF4-FFF2-40B4-BE49-F238E27FC236}">
                  <a16:creationId xmlns:a16="http://schemas.microsoft.com/office/drawing/2014/main" id="{9520C8D4-4EEB-585B-7BDC-5E48C969BE04}"/>
                </a:ext>
              </a:extLst>
            </p:cNvPr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>
              <a:extLst>
                <a:ext uri="{FF2B5EF4-FFF2-40B4-BE49-F238E27FC236}">
                  <a16:creationId xmlns:a16="http://schemas.microsoft.com/office/drawing/2014/main" id="{5776ACC4-26CA-C98A-AE60-5E54BF3FE2AB}"/>
                </a:ext>
              </a:extLst>
            </p:cNvPr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>
              <a:extLst>
                <a:ext uri="{FF2B5EF4-FFF2-40B4-BE49-F238E27FC236}">
                  <a16:creationId xmlns:a16="http://schemas.microsoft.com/office/drawing/2014/main" id="{C3307C48-7478-BA10-67A8-F25E2ACF2F89}"/>
                </a:ext>
              </a:extLst>
            </p:cNvPr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>
              <a:extLst>
                <a:ext uri="{FF2B5EF4-FFF2-40B4-BE49-F238E27FC236}">
                  <a16:creationId xmlns:a16="http://schemas.microsoft.com/office/drawing/2014/main" id="{8E6D02F8-0AD0-32AA-D348-29220847FCCF}"/>
                </a:ext>
              </a:extLst>
            </p:cNvPr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>
              <a:extLst>
                <a:ext uri="{FF2B5EF4-FFF2-40B4-BE49-F238E27FC236}">
                  <a16:creationId xmlns:a16="http://schemas.microsoft.com/office/drawing/2014/main" id="{680AA33C-3B8D-0AC2-D668-6A0DEE6E5D70}"/>
                </a:ext>
              </a:extLst>
            </p:cNvPr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>
              <a:extLst>
                <a:ext uri="{FF2B5EF4-FFF2-40B4-BE49-F238E27FC236}">
                  <a16:creationId xmlns:a16="http://schemas.microsoft.com/office/drawing/2014/main" id="{5EE91B41-81C5-FC9E-161D-CFF71164F1D2}"/>
                </a:ext>
              </a:extLst>
            </p:cNvPr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>
              <a:extLst>
                <a:ext uri="{FF2B5EF4-FFF2-40B4-BE49-F238E27FC236}">
                  <a16:creationId xmlns:a16="http://schemas.microsoft.com/office/drawing/2014/main" id="{B11604D7-FB4A-8E68-C22B-79C49BE17EEB}"/>
                </a:ext>
              </a:extLst>
            </p:cNvPr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>
              <a:extLst>
                <a:ext uri="{FF2B5EF4-FFF2-40B4-BE49-F238E27FC236}">
                  <a16:creationId xmlns:a16="http://schemas.microsoft.com/office/drawing/2014/main" id="{E70BB825-F507-40C3-6A32-38473E2FFC5B}"/>
                </a:ext>
              </a:extLst>
            </p:cNvPr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>
              <a:extLst>
                <a:ext uri="{FF2B5EF4-FFF2-40B4-BE49-F238E27FC236}">
                  <a16:creationId xmlns:a16="http://schemas.microsoft.com/office/drawing/2014/main" id="{82AAE4E8-5935-6F85-705B-BF0D9B208A86}"/>
                </a:ext>
              </a:extLst>
            </p:cNvPr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>
              <a:extLst>
                <a:ext uri="{FF2B5EF4-FFF2-40B4-BE49-F238E27FC236}">
                  <a16:creationId xmlns:a16="http://schemas.microsoft.com/office/drawing/2014/main" id="{D2435846-3140-028A-E94C-13CC30B39919}"/>
                </a:ext>
              </a:extLst>
            </p:cNvPr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>
              <a:extLst>
                <a:ext uri="{FF2B5EF4-FFF2-40B4-BE49-F238E27FC236}">
                  <a16:creationId xmlns:a16="http://schemas.microsoft.com/office/drawing/2014/main" id="{79A8599D-122B-AD8B-8DB8-B41E2B9FA7D5}"/>
                </a:ext>
              </a:extLst>
            </p:cNvPr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>
              <a:extLst>
                <a:ext uri="{FF2B5EF4-FFF2-40B4-BE49-F238E27FC236}">
                  <a16:creationId xmlns:a16="http://schemas.microsoft.com/office/drawing/2014/main" id="{B39641B3-5895-0749-7B71-7BFFEC74FA2D}"/>
                </a:ext>
              </a:extLst>
            </p:cNvPr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>
              <a:extLst>
                <a:ext uri="{FF2B5EF4-FFF2-40B4-BE49-F238E27FC236}">
                  <a16:creationId xmlns:a16="http://schemas.microsoft.com/office/drawing/2014/main" id="{64750705-C79E-0C7D-6119-91BD9096A3E4}"/>
                </a:ext>
              </a:extLst>
            </p:cNvPr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>
              <a:extLst>
                <a:ext uri="{FF2B5EF4-FFF2-40B4-BE49-F238E27FC236}">
                  <a16:creationId xmlns:a16="http://schemas.microsoft.com/office/drawing/2014/main" id="{E2E21630-2B2D-A28F-995A-C283E94A9686}"/>
                </a:ext>
              </a:extLst>
            </p:cNvPr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>
              <a:extLst>
                <a:ext uri="{FF2B5EF4-FFF2-40B4-BE49-F238E27FC236}">
                  <a16:creationId xmlns:a16="http://schemas.microsoft.com/office/drawing/2014/main" id="{98930FE6-939A-E283-8C4D-15873A98638C}"/>
                </a:ext>
              </a:extLst>
            </p:cNvPr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>
              <a:extLst>
                <a:ext uri="{FF2B5EF4-FFF2-40B4-BE49-F238E27FC236}">
                  <a16:creationId xmlns:a16="http://schemas.microsoft.com/office/drawing/2014/main" id="{34B8C401-E90D-6E77-C1FD-E498A8119DA5}"/>
                </a:ext>
              </a:extLst>
            </p:cNvPr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>
              <a:extLst>
                <a:ext uri="{FF2B5EF4-FFF2-40B4-BE49-F238E27FC236}">
                  <a16:creationId xmlns:a16="http://schemas.microsoft.com/office/drawing/2014/main" id="{26184F6A-969B-FEF8-E5D0-B2081A5E181A}"/>
                </a:ext>
              </a:extLst>
            </p:cNvPr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>
              <a:extLst>
                <a:ext uri="{FF2B5EF4-FFF2-40B4-BE49-F238E27FC236}">
                  <a16:creationId xmlns:a16="http://schemas.microsoft.com/office/drawing/2014/main" id="{2596ED12-A7FE-3FA0-E099-0A2928896859}"/>
                </a:ext>
              </a:extLst>
            </p:cNvPr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>
              <a:extLst>
                <a:ext uri="{FF2B5EF4-FFF2-40B4-BE49-F238E27FC236}">
                  <a16:creationId xmlns:a16="http://schemas.microsoft.com/office/drawing/2014/main" id="{A510A6ED-A309-25C6-2B27-7137C2F4CB0E}"/>
                </a:ext>
              </a:extLst>
            </p:cNvPr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>
              <a:extLst>
                <a:ext uri="{FF2B5EF4-FFF2-40B4-BE49-F238E27FC236}">
                  <a16:creationId xmlns:a16="http://schemas.microsoft.com/office/drawing/2014/main" id="{0A372C0D-240C-6659-CE8B-F56151F57803}"/>
                </a:ext>
              </a:extLst>
            </p:cNvPr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>
              <a:extLst>
                <a:ext uri="{FF2B5EF4-FFF2-40B4-BE49-F238E27FC236}">
                  <a16:creationId xmlns:a16="http://schemas.microsoft.com/office/drawing/2014/main" id="{1E1CDFA4-08A3-7C2D-71B7-D1D24245A078}"/>
                </a:ext>
              </a:extLst>
            </p:cNvPr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>
              <a:extLst>
                <a:ext uri="{FF2B5EF4-FFF2-40B4-BE49-F238E27FC236}">
                  <a16:creationId xmlns:a16="http://schemas.microsoft.com/office/drawing/2014/main" id="{F88C3224-C2FA-EAC6-A358-E29D47F1F593}"/>
                </a:ext>
              </a:extLst>
            </p:cNvPr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>
              <a:extLst>
                <a:ext uri="{FF2B5EF4-FFF2-40B4-BE49-F238E27FC236}">
                  <a16:creationId xmlns:a16="http://schemas.microsoft.com/office/drawing/2014/main" id="{FE1296CB-1B31-E462-46C2-4F821889EE3F}"/>
                </a:ext>
              </a:extLst>
            </p:cNvPr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>
              <a:extLst>
                <a:ext uri="{FF2B5EF4-FFF2-40B4-BE49-F238E27FC236}">
                  <a16:creationId xmlns:a16="http://schemas.microsoft.com/office/drawing/2014/main" id="{C8EE4C9C-CD5D-F74C-4136-478663AC533D}"/>
                </a:ext>
              </a:extLst>
            </p:cNvPr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>
              <a:extLst>
                <a:ext uri="{FF2B5EF4-FFF2-40B4-BE49-F238E27FC236}">
                  <a16:creationId xmlns:a16="http://schemas.microsoft.com/office/drawing/2014/main" id="{7DEFF2C3-48C5-DAD2-A3BF-BB457FB83767}"/>
                </a:ext>
              </a:extLst>
            </p:cNvPr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>
              <a:extLst>
                <a:ext uri="{FF2B5EF4-FFF2-40B4-BE49-F238E27FC236}">
                  <a16:creationId xmlns:a16="http://schemas.microsoft.com/office/drawing/2014/main" id="{10BC7237-6F7A-0B3C-C738-3E529B3FFBC0}"/>
                </a:ext>
              </a:extLst>
            </p:cNvPr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>
              <a:extLst>
                <a:ext uri="{FF2B5EF4-FFF2-40B4-BE49-F238E27FC236}">
                  <a16:creationId xmlns:a16="http://schemas.microsoft.com/office/drawing/2014/main" id="{DF5881B5-8207-E212-737B-722EA96325F3}"/>
                </a:ext>
              </a:extLst>
            </p:cNvPr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>
              <a:extLst>
                <a:ext uri="{FF2B5EF4-FFF2-40B4-BE49-F238E27FC236}">
                  <a16:creationId xmlns:a16="http://schemas.microsoft.com/office/drawing/2014/main" id="{57CB9923-48F9-C7FB-75F5-B6780CDD9E0E}"/>
                </a:ext>
              </a:extLst>
            </p:cNvPr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>
              <a:extLst>
                <a:ext uri="{FF2B5EF4-FFF2-40B4-BE49-F238E27FC236}">
                  <a16:creationId xmlns:a16="http://schemas.microsoft.com/office/drawing/2014/main" id="{A376B2D9-CF5F-A978-3930-2EF9ECDC55EE}"/>
                </a:ext>
              </a:extLst>
            </p:cNvPr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>
              <a:extLst>
                <a:ext uri="{FF2B5EF4-FFF2-40B4-BE49-F238E27FC236}">
                  <a16:creationId xmlns:a16="http://schemas.microsoft.com/office/drawing/2014/main" id="{B4DCBC4C-687B-76FB-CF0C-0EC10B0BAB1F}"/>
                </a:ext>
              </a:extLst>
            </p:cNvPr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>
              <a:extLst>
                <a:ext uri="{FF2B5EF4-FFF2-40B4-BE49-F238E27FC236}">
                  <a16:creationId xmlns:a16="http://schemas.microsoft.com/office/drawing/2014/main" id="{A3ABA3FB-2250-980B-04B5-DA315CE5216D}"/>
                </a:ext>
              </a:extLst>
            </p:cNvPr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>
              <a:extLst>
                <a:ext uri="{FF2B5EF4-FFF2-40B4-BE49-F238E27FC236}">
                  <a16:creationId xmlns:a16="http://schemas.microsoft.com/office/drawing/2014/main" id="{414018A7-D51E-D3B7-748D-EEE880A80B82}"/>
                </a:ext>
              </a:extLst>
            </p:cNvPr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>
              <a:extLst>
                <a:ext uri="{FF2B5EF4-FFF2-40B4-BE49-F238E27FC236}">
                  <a16:creationId xmlns:a16="http://schemas.microsoft.com/office/drawing/2014/main" id="{A1832796-402E-3B2C-9067-2AFADBA1C324}"/>
                </a:ext>
              </a:extLst>
            </p:cNvPr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>
              <a:extLst>
                <a:ext uri="{FF2B5EF4-FFF2-40B4-BE49-F238E27FC236}">
                  <a16:creationId xmlns:a16="http://schemas.microsoft.com/office/drawing/2014/main" id="{C684F87C-C0F3-DC33-4397-D7DBCD024D37}"/>
                </a:ext>
              </a:extLst>
            </p:cNvPr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>
              <a:extLst>
                <a:ext uri="{FF2B5EF4-FFF2-40B4-BE49-F238E27FC236}">
                  <a16:creationId xmlns:a16="http://schemas.microsoft.com/office/drawing/2014/main" id="{A64152A4-4A6F-867B-5E46-DD045E896474}"/>
                </a:ext>
              </a:extLst>
            </p:cNvPr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5" name="TextBox 1494">
            <a:extLst>
              <a:ext uri="{FF2B5EF4-FFF2-40B4-BE49-F238E27FC236}">
                <a16:creationId xmlns:a16="http://schemas.microsoft.com/office/drawing/2014/main" id="{6729C466-28F6-1CA7-BF9B-2D34680B501A}"/>
              </a:ext>
            </a:extLst>
          </p:cNvPr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35682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27"/>
          <p:cNvSpPr txBox="1">
            <a:spLocks noGrp="1"/>
          </p:cNvSpPr>
          <p:nvPr>
            <p:ph type="subTitle" idx="1"/>
          </p:nvPr>
        </p:nvSpPr>
        <p:spPr>
          <a:xfrm>
            <a:off x="697821" y="1342643"/>
            <a:ext cx="7813526" cy="24724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Our goal is to apply Manual ,Automation, Api Testing on a real E-commerce Website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We choose “Automation Exercise” to fully test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We wanted to follow the complete QA process from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and writing test cases, to executing tests and documenting results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presentation, I will introduce the project, explain why we chose this website, and show our objectives before the team presents their individual work</a:t>
            </a:r>
            <a:endParaRPr lang="en-US" sz="16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13" name="Google Shape;1213;p27"/>
          <p:cNvSpPr txBox="1">
            <a:spLocks noGrp="1"/>
          </p:cNvSpPr>
          <p:nvPr>
            <p:ph type="title"/>
          </p:nvPr>
        </p:nvSpPr>
        <p:spPr>
          <a:xfrm>
            <a:off x="2418750" y="796767"/>
            <a:ext cx="4306500" cy="64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dirty="0"/>
              <a:t>Introduction</a:t>
            </a:r>
            <a:endParaRPr dirty="0"/>
          </a:p>
        </p:txBody>
      </p:sp>
      <p:sp>
        <p:nvSpPr>
          <p:cNvPr id="1408" name="TextBox 1407"/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28"/>
          <p:cNvSpPr txBox="1">
            <a:spLocks noGrp="1"/>
          </p:cNvSpPr>
          <p:nvPr>
            <p:ph type="title" idx="2"/>
          </p:nvPr>
        </p:nvSpPr>
        <p:spPr>
          <a:xfrm>
            <a:off x="3612445" y="1433689"/>
            <a:ext cx="4933244" cy="16933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800" dirty="0"/>
              <a:t>Why Automation Exercise</a:t>
            </a:r>
            <a:endParaRPr sz="2800" dirty="0">
              <a:solidFill>
                <a:schemeClr val="tx1"/>
              </a:solidFill>
            </a:endParaRPr>
          </a:p>
        </p:txBody>
      </p:sp>
      <p:grpSp>
        <p:nvGrpSpPr>
          <p:cNvPr id="1291" name="Google Shape;1291;p28"/>
          <p:cNvGrpSpPr/>
          <p:nvPr/>
        </p:nvGrpSpPr>
        <p:grpSpPr>
          <a:xfrm>
            <a:off x="713237" y="1244550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/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/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/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/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/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/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/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/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/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/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/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/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/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/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/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/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/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/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/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/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/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/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/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/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/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/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/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/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/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/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/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/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/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/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/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/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/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/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/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/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/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/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/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/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/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/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/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/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/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/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/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/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/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/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/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/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/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/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/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/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/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/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/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/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/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/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/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/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/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/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/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/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/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/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/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/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/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/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/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/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/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/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/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/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/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/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/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/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/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/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/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/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/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/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/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/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/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/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/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/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/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/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/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/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/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/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/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/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/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/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/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/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/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/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/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/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/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/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/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/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/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/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/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/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/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/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/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/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/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/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/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/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/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/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/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/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/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/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/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/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/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/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/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/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/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/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/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/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/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/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/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/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/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/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/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/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/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/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/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/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/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/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/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/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/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/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/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/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/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/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/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5" name="TextBox 1494"/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29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Why Automation Exercise</a:t>
            </a:r>
          </a:p>
        </p:txBody>
      </p:sp>
      <p:sp>
        <p:nvSpPr>
          <p:cNvPr id="1502" name="Google Shape;1502;p29"/>
          <p:cNvSpPr txBox="1">
            <a:spLocks noGrp="1"/>
          </p:cNvSpPr>
          <p:nvPr>
            <p:ph type="subTitle" idx="2"/>
          </p:nvPr>
        </p:nvSpPr>
        <p:spPr>
          <a:xfrm>
            <a:off x="693989" y="1357767"/>
            <a:ext cx="5501837" cy="2202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and easy to test website  </a:t>
            </a:r>
          </a:p>
          <a:p>
            <a:pPr marL="171450" indent="-171450">
              <a:buFont typeface="Arial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many UI features suitable for manual ,automation and Api testing</a:t>
            </a:r>
          </a:p>
          <a:p>
            <a:pPr marL="171450" indent="-171450">
              <a:buFont typeface="Arial"/>
              <a:buChar char="•"/>
            </a:pPr>
            <a:endParaRPr lang="en-US" sz="16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Arial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Includes Apis that are free and public that allow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GET/POST/PUT/DELETE testing</a:t>
            </a:r>
            <a:r>
              <a:rPr lang="en-US" sz="16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</a:p>
          <a:p>
            <a:pPr marL="171450" indent="-171450">
              <a:buFont typeface="Arial"/>
              <a:buChar char="•"/>
            </a:pPr>
            <a:endParaRPr lang="en-US" sz="16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Arial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No authentication required (keys &amp; tokens) so it’s easy to Practice on</a:t>
            </a:r>
          </a:p>
          <a:p>
            <a:pPr marL="171450" indent="-171450">
              <a:buFont typeface="Arial"/>
              <a:buChar char="•"/>
            </a:pPr>
            <a:endParaRPr lang="en-US" sz="16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Arial"/>
              <a:buChar char="•"/>
            </a:pPr>
            <a:endParaRPr lang="en-US" sz="16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Arial"/>
              <a:buChar char="•"/>
            </a:pPr>
            <a:endParaRPr lang="en" sz="1600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03" name="Google Shape;1503;p29"/>
          <p:cNvSpPr txBox="1">
            <a:spLocks noGrp="1"/>
          </p:cNvSpPr>
          <p:nvPr>
            <p:ph type="subTitle" idx="3"/>
          </p:nvPr>
        </p:nvSpPr>
        <p:spPr>
          <a:xfrm>
            <a:off x="661444" y="1281627"/>
            <a:ext cx="4159302" cy="5159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endParaRPr lang="en-US" dirty="0"/>
          </a:p>
        </p:txBody>
      </p:sp>
      <p:grpSp>
        <p:nvGrpSpPr>
          <p:cNvPr id="1504" name="Google Shape;1504;p29"/>
          <p:cNvGrpSpPr/>
          <p:nvPr/>
        </p:nvGrpSpPr>
        <p:grpSpPr>
          <a:xfrm>
            <a:off x="7225068" y="3582212"/>
            <a:ext cx="1155488" cy="930983"/>
            <a:chOff x="7225068" y="3582212"/>
            <a:chExt cx="1155488" cy="930983"/>
          </a:xfrm>
        </p:grpSpPr>
        <p:grpSp>
          <p:nvGrpSpPr>
            <p:cNvPr id="1505" name="Google Shape;1505;p29"/>
            <p:cNvGrpSpPr/>
            <p:nvPr/>
          </p:nvGrpSpPr>
          <p:grpSpPr>
            <a:xfrm>
              <a:off x="8190795" y="3582212"/>
              <a:ext cx="189761" cy="189761"/>
              <a:chOff x="5448853" y="3419595"/>
              <a:chExt cx="78736" cy="78736"/>
            </a:xfrm>
          </p:grpSpPr>
          <p:sp>
            <p:nvSpPr>
              <p:cNvPr id="1506" name="Google Shape;1506;p29"/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9"/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9"/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9"/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9"/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9"/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9"/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9"/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4" name="Google Shape;1514;p29"/>
            <p:cNvSpPr/>
            <p:nvPr/>
          </p:nvSpPr>
          <p:spPr>
            <a:xfrm>
              <a:off x="7225068" y="3624794"/>
              <a:ext cx="890332" cy="888400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5" name="Google Shape;1515;p29"/>
          <p:cNvGrpSpPr/>
          <p:nvPr/>
        </p:nvGrpSpPr>
        <p:grpSpPr>
          <a:xfrm>
            <a:off x="6959933" y="2357479"/>
            <a:ext cx="1298848" cy="1015848"/>
            <a:chOff x="781983" y="2939892"/>
            <a:chExt cx="1298848" cy="1015848"/>
          </a:xfrm>
        </p:grpSpPr>
        <p:sp>
          <p:nvSpPr>
            <p:cNvPr id="1516" name="Google Shape;1516;p29"/>
            <p:cNvSpPr/>
            <p:nvPr/>
          </p:nvSpPr>
          <p:spPr>
            <a:xfrm>
              <a:off x="786411" y="3238660"/>
              <a:ext cx="998615" cy="711847"/>
            </a:xfrm>
            <a:custGeom>
              <a:avLst/>
              <a:gdLst/>
              <a:ahLst/>
              <a:cxnLst/>
              <a:rect l="l" t="t" r="r" b="b"/>
              <a:pathLst>
                <a:path w="12404" h="8842" extrusionOk="0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29"/>
            <p:cNvSpPr/>
            <p:nvPr/>
          </p:nvSpPr>
          <p:spPr>
            <a:xfrm>
              <a:off x="781983" y="3234151"/>
              <a:ext cx="1008276" cy="721589"/>
            </a:xfrm>
            <a:custGeom>
              <a:avLst/>
              <a:gdLst/>
              <a:ahLst/>
              <a:cxnLst/>
              <a:rect l="l" t="t" r="r" b="b"/>
              <a:pathLst>
                <a:path w="12524" h="8963" extrusionOk="0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29"/>
            <p:cNvSpPr/>
            <p:nvPr/>
          </p:nvSpPr>
          <p:spPr>
            <a:xfrm>
              <a:off x="842445" y="3184880"/>
              <a:ext cx="998615" cy="120359"/>
            </a:xfrm>
            <a:custGeom>
              <a:avLst/>
              <a:gdLst/>
              <a:ahLst/>
              <a:cxnLst/>
              <a:rect l="l" t="t" r="r" b="b"/>
              <a:pathLst>
                <a:path w="12404" h="1495" extrusionOk="0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29"/>
            <p:cNvSpPr/>
            <p:nvPr/>
          </p:nvSpPr>
          <p:spPr>
            <a:xfrm>
              <a:off x="837937" y="3180371"/>
              <a:ext cx="1007632" cy="129295"/>
            </a:xfrm>
            <a:custGeom>
              <a:avLst/>
              <a:gdLst/>
              <a:ahLst/>
              <a:cxnLst/>
              <a:rect l="l" t="t" r="r" b="b"/>
              <a:pathLst>
                <a:path w="12516" h="1606" extrusionOk="0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29"/>
            <p:cNvSpPr/>
            <p:nvPr/>
          </p:nvSpPr>
          <p:spPr>
            <a:xfrm>
              <a:off x="950731" y="3219982"/>
              <a:ext cx="45648" cy="46372"/>
            </a:xfrm>
            <a:custGeom>
              <a:avLst/>
              <a:gdLst/>
              <a:ahLst/>
              <a:cxnLst/>
              <a:rect l="l" t="t" r="r" b="b"/>
              <a:pathLst>
                <a:path w="567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29"/>
            <p:cNvSpPr/>
            <p:nvPr/>
          </p:nvSpPr>
          <p:spPr>
            <a:xfrm>
              <a:off x="1022465" y="3219982"/>
              <a:ext cx="46372" cy="4637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29"/>
            <p:cNvSpPr/>
            <p:nvPr/>
          </p:nvSpPr>
          <p:spPr>
            <a:xfrm>
              <a:off x="879077" y="3219982"/>
              <a:ext cx="46372" cy="4637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29"/>
            <p:cNvSpPr/>
            <p:nvPr/>
          </p:nvSpPr>
          <p:spPr>
            <a:xfrm>
              <a:off x="841721" y="3305160"/>
              <a:ext cx="999340" cy="587061"/>
            </a:xfrm>
            <a:custGeom>
              <a:avLst/>
              <a:gdLst/>
              <a:ahLst/>
              <a:cxnLst/>
              <a:rect l="l" t="t" r="r" b="b"/>
              <a:pathLst>
                <a:path w="12413" h="7292" extrusionOk="0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29"/>
            <p:cNvSpPr/>
            <p:nvPr/>
          </p:nvSpPr>
          <p:spPr>
            <a:xfrm>
              <a:off x="837212" y="3299927"/>
              <a:ext cx="1008356" cy="596802"/>
            </a:xfrm>
            <a:custGeom>
              <a:avLst/>
              <a:gdLst/>
              <a:ahLst/>
              <a:cxnLst/>
              <a:rect l="l" t="t" r="r" b="b"/>
              <a:pathLst>
                <a:path w="12525" h="7413" extrusionOk="0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29"/>
            <p:cNvSpPr/>
            <p:nvPr/>
          </p:nvSpPr>
          <p:spPr>
            <a:xfrm>
              <a:off x="1256989" y="3442589"/>
              <a:ext cx="458571" cy="9017"/>
            </a:xfrm>
            <a:custGeom>
              <a:avLst/>
              <a:gdLst/>
              <a:ahLst/>
              <a:cxnLst/>
              <a:rect l="l" t="t" r="r" b="b"/>
              <a:pathLst>
                <a:path w="5696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29"/>
            <p:cNvSpPr/>
            <p:nvPr/>
          </p:nvSpPr>
          <p:spPr>
            <a:xfrm>
              <a:off x="1256989" y="3510538"/>
              <a:ext cx="167375" cy="9741"/>
            </a:xfrm>
            <a:custGeom>
              <a:avLst/>
              <a:gdLst/>
              <a:ahLst/>
              <a:cxnLst/>
              <a:rect l="l" t="t" r="r" b="b"/>
              <a:pathLst>
                <a:path w="207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29"/>
            <p:cNvSpPr/>
            <p:nvPr/>
          </p:nvSpPr>
          <p:spPr>
            <a:xfrm>
              <a:off x="1479518" y="3510538"/>
              <a:ext cx="200947" cy="9741"/>
            </a:xfrm>
            <a:custGeom>
              <a:avLst/>
              <a:gdLst/>
              <a:ahLst/>
              <a:cxnLst/>
              <a:rect l="l" t="t" r="r" b="b"/>
              <a:pathLst>
                <a:path w="249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29"/>
            <p:cNvSpPr/>
            <p:nvPr/>
          </p:nvSpPr>
          <p:spPr>
            <a:xfrm>
              <a:off x="1256989" y="3717365"/>
              <a:ext cx="297314" cy="9097"/>
            </a:xfrm>
            <a:custGeom>
              <a:avLst/>
              <a:gdLst/>
              <a:ahLst/>
              <a:cxnLst/>
              <a:rect l="l" t="t" r="r" b="b"/>
              <a:pathLst>
                <a:path w="3693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29"/>
            <p:cNvSpPr/>
            <p:nvPr/>
          </p:nvSpPr>
          <p:spPr>
            <a:xfrm>
              <a:off x="1256989" y="3582191"/>
              <a:ext cx="462355" cy="9822"/>
            </a:xfrm>
            <a:custGeom>
              <a:avLst/>
              <a:gdLst/>
              <a:ahLst/>
              <a:cxnLst/>
              <a:rect l="l" t="t" r="r" b="b"/>
              <a:pathLst>
                <a:path w="5743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29"/>
            <p:cNvSpPr/>
            <p:nvPr/>
          </p:nvSpPr>
          <p:spPr>
            <a:xfrm>
              <a:off x="1256989" y="3650140"/>
              <a:ext cx="153125" cy="9822"/>
            </a:xfrm>
            <a:custGeom>
              <a:avLst/>
              <a:gdLst/>
              <a:ahLst/>
              <a:cxnLst/>
              <a:rect l="l" t="t" r="r" b="b"/>
              <a:pathLst>
                <a:path w="1902" h="122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29"/>
            <p:cNvSpPr/>
            <p:nvPr/>
          </p:nvSpPr>
          <p:spPr>
            <a:xfrm>
              <a:off x="1444416" y="3650140"/>
              <a:ext cx="271149" cy="9822"/>
            </a:xfrm>
            <a:custGeom>
              <a:avLst/>
              <a:gdLst/>
              <a:ahLst/>
              <a:cxnLst/>
              <a:rect l="l" t="t" r="r" b="b"/>
              <a:pathLst>
                <a:path w="3368" h="122" extrusionOk="0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29"/>
            <p:cNvSpPr/>
            <p:nvPr/>
          </p:nvSpPr>
          <p:spPr>
            <a:xfrm>
              <a:off x="912650" y="3420127"/>
              <a:ext cx="298844" cy="298844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29"/>
            <p:cNvSpPr/>
            <p:nvPr/>
          </p:nvSpPr>
          <p:spPr>
            <a:xfrm>
              <a:off x="908141" y="3415699"/>
              <a:ext cx="307780" cy="307780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29"/>
            <p:cNvSpPr/>
            <p:nvPr/>
          </p:nvSpPr>
          <p:spPr>
            <a:xfrm>
              <a:off x="899929" y="3422381"/>
              <a:ext cx="298119" cy="298039"/>
            </a:xfrm>
            <a:custGeom>
              <a:avLst/>
              <a:gdLst/>
              <a:ahLst/>
              <a:cxnLst/>
              <a:rect l="l" t="t" r="r" b="b"/>
              <a:pathLst>
                <a:path w="3703" h="3702" extrusionOk="0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29"/>
            <p:cNvSpPr/>
            <p:nvPr/>
          </p:nvSpPr>
          <p:spPr>
            <a:xfrm>
              <a:off x="895501" y="3417148"/>
              <a:ext cx="307780" cy="307780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29"/>
            <p:cNvSpPr/>
            <p:nvPr/>
          </p:nvSpPr>
          <p:spPr>
            <a:xfrm>
              <a:off x="1098627" y="3444038"/>
              <a:ext cx="74791" cy="74791"/>
            </a:xfrm>
            <a:custGeom>
              <a:avLst/>
              <a:gdLst/>
              <a:ahLst/>
              <a:cxnLst/>
              <a:rect l="l" t="t" r="r" b="b"/>
              <a:pathLst>
                <a:path w="929" h="929" extrusionOk="0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29"/>
            <p:cNvSpPr/>
            <p:nvPr/>
          </p:nvSpPr>
          <p:spPr>
            <a:xfrm>
              <a:off x="1094118" y="3438805"/>
              <a:ext cx="83728" cy="84452"/>
            </a:xfrm>
            <a:custGeom>
              <a:avLst/>
              <a:gdLst/>
              <a:ahLst/>
              <a:cxnLst/>
              <a:rect l="l" t="t" r="r" b="b"/>
              <a:pathLst>
                <a:path w="1040" h="1049" extrusionOk="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29"/>
            <p:cNvSpPr/>
            <p:nvPr/>
          </p:nvSpPr>
          <p:spPr>
            <a:xfrm>
              <a:off x="1539981" y="2967184"/>
              <a:ext cx="514684" cy="462677"/>
            </a:xfrm>
            <a:custGeom>
              <a:avLst/>
              <a:gdLst/>
              <a:ahLst/>
              <a:cxnLst/>
              <a:rect l="l" t="t" r="r" b="b"/>
              <a:pathLst>
                <a:path w="6393" h="5747" extrusionOk="0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29"/>
            <p:cNvSpPr/>
            <p:nvPr/>
          </p:nvSpPr>
          <p:spPr>
            <a:xfrm>
              <a:off x="1560913" y="2962354"/>
              <a:ext cx="472096" cy="472096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29"/>
            <p:cNvSpPr/>
            <p:nvPr/>
          </p:nvSpPr>
          <p:spPr>
            <a:xfrm>
              <a:off x="1555680" y="2944642"/>
              <a:ext cx="525150" cy="463079"/>
            </a:xfrm>
            <a:custGeom>
              <a:avLst/>
              <a:gdLst/>
              <a:ahLst/>
              <a:cxnLst/>
              <a:rect l="l" t="t" r="r" b="b"/>
              <a:pathLst>
                <a:path w="6523" h="5752" extrusionOk="0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29"/>
            <p:cNvSpPr/>
            <p:nvPr/>
          </p:nvSpPr>
          <p:spPr>
            <a:xfrm>
              <a:off x="1581846" y="2939892"/>
              <a:ext cx="472096" cy="472096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29"/>
            <p:cNvSpPr/>
            <p:nvPr/>
          </p:nvSpPr>
          <p:spPr>
            <a:xfrm>
              <a:off x="1655753" y="3061621"/>
              <a:ext cx="306331" cy="193540"/>
            </a:xfrm>
            <a:custGeom>
              <a:avLst/>
              <a:gdLst/>
              <a:ahLst/>
              <a:cxnLst/>
              <a:rect l="l" t="t" r="r" b="b"/>
              <a:pathLst>
                <a:path w="3805" h="2404" extrusionOk="0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29"/>
            <p:cNvSpPr/>
            <p:nvPr/>
          </p:nvSpPr>
          <p:spPr>
            <a:xfrm>
              <a:off x="1650520" y="3057193"/>
              <a:ext cx="315992" cy="202476"/>
            </a:xfrm>
            <a:custGeom>
              <a:avLst/>
              <a:gdLst/>
              <a:ahLst/>
              <a:cxnLst/>
              <a:rect l="l" t="t" r="r" b="b"/>
              <a:pathLst>
                <a:path w="3925" h="2515" extrusionOk="0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4" name="Google Shape;1544;p29"/>
          <p:cNvGrpSpPr/>
          <p:nvPr/>
        </p:nvGrpSpPr>
        <p:grpSpPr>
          <a:xfrm>
            <a:off x="6414297" y="1204526"/>
            <a:ext cx="1469314" cy="944106"/>
            <a:chOff x="5423018" y="1213448"/>
            <a:chExt cx="1203665" cy="773414"/>
          </a:xfrm>
        </p:grpSpPr>
        <p:sp>
          <p:nvSpPr>
            <p:cNvPr id="1545" name="Google Shape;1545;p29"/>
            <p:cNvSpPr/>
            <p:nvPr/>
          </p:nvSpPr>
          <p:spPr>
            <a:xfrm>
              <a:off x="6505138" y="1371577"/>
              <a:ext cx="121545" cy="121073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29"/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29"/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29"/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29"/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29"/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29"/>
            <p:cNvSpPr/>
            <p:nvPr/>
          </p:nvSpPr>
          <p:spPr>
            <a:xfrm>
              <a:off x="5442194" y="1567291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29"/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29"/>
            <p:cNvSpPr/>
            <p:nvPr/>
          </p:nvSpPr>
          <p:spPr>
            <a:xfrm>
              <a:off x="5509517" y="1499968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29"/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29"/>
            <p:cNvSpPr/>
            <p:nvPr/>
          </p:nvSpPr>
          <p:spPr>
            <a:xfrm>
              <a:off x="5442194" y="1499968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29"/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29"/>
            <p:cNvSpPr/>
            <p:nvPr/>
          </p:nvSpPr>
          <p:spPr>
            <a:xfrm>
              <a:off x="5509517" y="1567291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29"/>
            <p:cNvSpPr/>
            <p:nvPr/>
          </p:nvSpPr>
          <p:spPr>
            <a:xfrm>
              <a:off x="6401705" y="1879536"/>
              <a:ext cx="52571" cy="52040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29"/>
            <p:cNvSpPr/>
            <p:nvPr/>
          </p:nvSpPr>
          <p:spPr>
            <a:xfrm>
              <a:off x="5649591" y="1243540"/>
              <a:ext cx="33454" cy="32864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29"/>
            <p:cNvSpPr/>
            <p:nvPr/>
          </p:nvSpPr>
          <p:spPr>
            <a:xfrm>
              <a:off x="5647408" y="1634318"/>
              <a:ext cx="784969" cy="105142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29"/>
            <p:cNvSpPr/>
            <p:nvPr/>
          </p:nvSpPr>
          <p:spPr>
            <a:xfrm>
              <a:off x="5644163" y="1630483"/>
              <a:ext cx="791519" cy="112282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29"/>
            <p:cNvSpPr/>
            <p:nvPr/>
          </p:nvSpPr>
          <p:spPr>
            <a:xfrm>
              <a:off x="5783174" y="1797993"/>
              <a:ext cx="513499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29"/>
            <p:cNvSpPr/>
            <p:nvPr/>
          </p:nvSpPr>
          <p:spPr>
            <a:xfrm>
              <a:off x="5779870" y="1794689"/>
              <a:ext cx="520048" cy="67971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29"/>
            <p:cNvSpPr/>
            <p:nvPr/>
          </p:nvSpPr>
          <p:spPr>
            <a:xfrm>
              <a:off x="5918351" y="1908565"/>
              <a:ext cx="243090" cy="75051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29"/>
            <p:cNvSpPr/>
            <p:nvPr/>
          </p:nvSpPr>
          <p:spPr>
            <a:xfrm>
              <a:off x="5915106" y="1904730"/>
              <a:ext cx="249640" cy="82131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29"/>
            <p:cNvSpPr/>
            <p:nvPr/>
          </p:nvSpPr>
          <p:spPr>
            <a:xfrm>
              <a:off x="5656199" y="1614611"/>
              <a:ext cx="784969" cy="105142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29"/>
            <p:cNvSpPr/>
            <p:nvPr/>
          </p:nvSpPr>
          <p:spPr>
            <a:xfrm>
              <a:off x="5652895" y="1611366"/>
              <a:ext cx="792109" cy="112223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29"/>
            <p:cNvSpPr/>
            <p:nvPr/>
          </p:nvSpPr>
          <p:spPr>
            <a:xfrm>
              <a:off x="5742698" y="1644172"/>
              <a:ext cx="607608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29"/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9"/>
            <p:cNvSpPr/>
            <p:nvPr/>
          </p:nvSpPr>
          <p:spPr>
            <a:xfrm>
              <a:off x="5788662" y="1775572"/>
              <a:ext cx="520048" cy="67912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9"/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9"/>
            <p:cNvSpPr/>
            <p:nvPr/>
          </p:nvSpPr>
          <p:spPr>
            <a:xfrm>
              <a:off x="5953399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9"/>
            <p:cNvSpPr/>
            <p:nvPr/>
          </p:nvSpPr>
          <p:spPr>
            <a:xfrm>
              <a:off x="6006502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9"/>
            <p:cNvSpPr/>
            <p:nvPr/>
          </p:nvSpPr>
          <p:spPr>
            <a:xfrm>
              <a:off x="6063440" y="1795810"/>
              <a:ext cx="27377" cy="27436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9"/>
            <p:cNvSpPr/>
            <p:nvPr/>
          </p:nvSpPr>
          <p:spPr>
            <a:xfrm>
              <a:off x="6118136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9"/>
            <p:cNvSpPr/>
            <p:nvPr/>
          </p:nvSpPr>
          <p:spPr>
            <a:xfrm>
              <a:off x="6175074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9"/>
            <p:cNvSpPr/>
            <p:nvPr/>
          </p:nvSpPr>
          <p:spPr>
            <a:xfrm>
              <a:off x="5860882" y="1237521"/>
              <a:ext cx="328467" cy="328998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9"/>
            <p:cNvSpPr/>
            <p:nvPr/>
          </p:nvSpPr>
          <p:spPr>
            <a:xfrm>
              <a:off x="5857046" y="1234217"/>
              <a:ext cx="335606" cy="335606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9"/>
            <p:cNvSpPr/>
            <p:nvPr/>
          </p:nvSpPr>
          <p:spPr>
            <a:xfrm>
              <a:off x="5884424" y="1216693"/>
              <a:ext cx="328998" cy="328998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9"/>
            <p:cNvSpPr/>
            <p:nvPr/>
          </p:nvSpPr>
          <p:spPr>
            <a:xfrm>
              <a:off x="5881179" y="1213448"/>
              <a:ext cx="335547" cy="335547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9"/>
            <p:cNvSpPr/>
            <p:nvPr/>
          </p:nvSpPr>
          <p:spPr>
            <a:xfrm>
              <a:off x="5975820" y="1391284"/>
              <a:ext cx="146208" cy="73104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9"/>
            <p:cNvSpPr/>
            <p:nvPr/>
          </p:nvSpPr>
          <p:spPr>
            <a:xfrm>
              <a:off x="5972575" y="1387508"/>
              <a:ext cx="152757" cy="80479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9"/>
            <p:cNvSpPr/>
            <p:nvPr/>
          </p:nvSpPr>
          <p:spPr>
            <a:xfrm>
              <a:off x="6007564" y="1298236"/>
              <a:ext cx="83253" cy="82722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9"/>
            <p:cNvSpPr/>
            <p:nvPr/>
          </p:nvSpPr>
          <p:spPr>
            <a:xfrm>
              <a:off x="6004318" y="1294401"/>
              <a:ext cx="89802" cy="89861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9"/>
            <p:cNvSpPr/>
            <p:nvPr/>
          </p:nvSpPr>
          <p:spPr>
            <a:xfrm>
              <a:off x="5927673" y="1888858"/>
              <a:ext cx="242559" cy="75582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9"/>
            <p:cNvSpPr/>
            <p:nvPr/>
          </p:nvSpPr>
          <p:spPr>
            <a:xfrm>
              <a:off x="5924369" y="1885554"/>
              <a:ext cx="249109" cy="82190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7" name="TextBox 1586"/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>
          <a:extLst>
            <a:ext uri="{FF2B5EF4-FFF2-40B4-BE49-F238E27FC236}">
              <a16:creationId xmlns:a16="http://schemas.microsoft.com/office/drawing/2014/main" id="{FB81D812-9C41-CF06-49D8-24BA93F4E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28">
            <a:extLst>
              <a:ext uri="{FF2B5EF4-FFF2-40B4-BE49-F238E27FC236}">
                <a16:creationId xmlns:a16="http://schemas.microsoft.com/office/drawing/2014/main" id="{F99B41B4-6759-B12F-4107-0BC91DFA523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69226" y="1021357"/>
            <a:ext cx="5362221" cy="18626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sz="2800" dirty="0"/>
              <a:t>Project Objectives</a:t>
            </a:r>
          </a:p>
        </p:txBody>
      </p:sp>
      <p:grpSp>
        <p:nvGrpSpPr>
          <p:cNvPr id="1291" name="Google Shape;1291;p28">
            <a:extLst>
              <a:ext uri="{FF2B5EF4-FFF2-40B4-BE49-F238E27FC236}">
                <a16:creationId xmlns:a16="http://schemas.microsoft.com/office/drawing/2014/main" id="{2009E6E7-45A5-9575-2A51-7170C27F4860}"/>
              </a:ext>
            </a:extLst>
          </p:cNvPr>
          <p:cNvGrpSpPr/>
          <p:nvPr/>
        </p:nvGrpSpPr>
        <p:grpSpPr>
          <a:xfrm>
            <a:off x="720960" y="1144151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>
              <a:extLst>
                <a:ext uri="{FF2B5EF4-FFF2-40B4-BE49-F238E27FC236}">
                  <a16:creationId xmlns:a16="http://schemas.microsoft.com/office/drawing/2014/main" id="{89A48723-94BF-71B3-3F58-CE8F8A9A74C4}"/>
                </a:ext>
              </a:extLst>
            </p:cNvPr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>
              <a:extLst>
                <a:ext uri="{FF2B5EF4-FFF2-40B4-BE49-F238E27FC236}">
                  <a16:creationId xmlns:a16="http://schemas.microsoft.com/office/drawing/2014/main" id="{C6966D81-1B76-6872-27D0-1C3C595707F4}"/>
                </a:ext>
              </a:extLst>
            </p:cNvPr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>
              <a:extLst>
                <a:ext uri="{FF2B5EF4-FFF2-40B4-BE49-F238E27FC236}">
                  <a16:creationId xmlns:a16="http://schemas.microsoft.com/office/drawing/2014/main" id="{63B32E61-504C-22C5-F36E-C03174FC8D0E}"/>
                </a:ext>
              </a:extLst>
            </p:cNvPr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>
              <a:extLst>
                <a:ext uri="{FF2B5EF4-FFF2-40B4-BE49-F238E27FC236}">
                  <a16:creationId xmlns:a16="http://schemas.microsoft.com/office/drawing/2014/main" id="{7A60045F-020C-1E4B-58BF-DCD1E5758FB3}"/>
                </a:ext>
              </a:extLst>
            </p:cNvPr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>
              <a:extLst>
                <a:ext uri="{FF2B5EF4-FFF2-40B4-BE49-F238E27FC236}">
                  <a16:creationId xmlns:a16="http://schemas.microsoft.com/office/drawing/2014/main" id="{129F6F96-E10D-2CF0-A42F-54BA4EA40EF0}"/>
                </a:ext>
              </a:extLst>
            </p:cNvPr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>
              <a:extLst>
                <a:ext uri="{FF2B5EF4-FFF2-40B4-BE49-F238E27FC236}">
                  <a16:creationId xmlns:a16="http://schemas.microsoft.com/office/drawing/2014/main" id="{DDCB6E2B-1F3F-482F-3020-42FA145BCF91}"/>
                </a:ext>
              </a:extLst>
            </p:cNvPr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>
              <a:extLst>
                <a:ext uri="{FF2B5EF4-FFF2-40B4-BE49-F238E27FC236}">
                  <a16:creationId xmlns:a16="http://schemas.microsoft.com/office/drawing/2014/main" id="{51340F65-CC99-2C11-B3C0-1687C941E541}"/>
                </a:ext>
              </a:extLst>
            </p:cNvPr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>
              <a:extLst>
                <a:ext uri="{FF2B5EF4-FFF2-40B4-BE49-F238E27FC236}">
                  <a16:creationId xmlns:a16="http://schemas.microsoft.com/office/drawing/2014/main" id="{4604EDDB-03A2-0DF7-4258-3549377CFEE6}"/>
                </a:ext>
              </a:extLst>
            </p:cNvPr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>
              <a:extLst>
                <a:ext uri="{FF2B5EF4-FFF2-40B4-BE49-F238E27FC236}">
                  <a16:creationId xmlns:a16="http://schemas.microsoft.com/office/drawing/2014/main" id="{0A9FA829-8B4A-BCD5-DD73-D4CE559A0E0A}"/>
                </a:ext>
              </a:extLst>
            </p:cNvPr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>
              <a:extLst>
                <a:ext uri="{FF2B5EF4-FFF2-40B4-BE49-F238E27FC236}">
                  <a16:creationId xmlns:a16="http://schemas.microsoft.com/office/drawing/2014/main" id="{A27D2369-2CE0-B314-C81F-5E608957845F}"/>
                </a:ext>
              </a:extLst>
            </p:cNvPr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>
              <a:extLst>
                <a:ext uri="{FF2B5EF4-FFF2-40B4-BE49-F238E27FC236}">
                  <a16:creationId xmlns:a16="http://schemas.microsoft.com/office/drawing/2014/main" id="{990920E2-2F0A-F58F-C890-466BDE0B41BB}"/>
                </a:ext>
              </a:extLst>
            </p:cNvPr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>
              <a:extLst>
                <a:ext uri="{FF2B5EF4-FFF2-40B4-BE49-F238E27FC236}">
                  <a16:creationId xmlns:a16="http://schemas.microsoft.com/office/drawing/2014/main" id="{579A8313-9F49-2619-BD58-736CE7D50205}"/>
                </a:ext>
              </a:extLst>
            </p:cNvPr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>
              <a:extLst>
                <a:ext uri="{FF2B5EF4-FFF2-40B4-BE49-F238E27FC236}">
                  <a16:creationId xmlns:a16="http://schemas.microsoft.com/office/drawing/2014/main" id="{E2213F84-E2CF-794B-9036-7589C23F7FEF}"/>
                </a:ext>
              </a:extLst>
            </p:cNvPr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>
              <a:extLst>
                <a:ext uri="{FF2B5EF4-FFF2-40B4-BE49-F238E27FC236}">
                  <a16:creationId xmlns:a16="http://schemas.microsoft.com/office/drawing/2014/main" id="{E11D5CAA-044E-D0B1-A385-E370AC805E26}"/>
                </a:ext>
              </a:extLst>
            </p:cNvPr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>
              <a:extLst>
                <a:ext uri="{FF2B5EF4-FFF2-40B4-BE49-F238E27FC236}">
                  <a16:creationId xmlns:a16="http://schemas.microsoft.com/office/drawing/2014/main" id="{2479D795-4E7C-D739-5214-88DB756202D6}"/>
                </a:ext>
              </a:extLst>
            </p:cNvPr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>
              <a:extLst>
                <a:ext uri="{FF2B5EF4-FFF2-40B4-BE49-F238E27FC236}">
                  <a16:creationId xmlns:a16="http://schemas.microsoft.com/office/drawing/2014/main" id="{88CE764E-581F-E492-83C7-41FDB5609189}"/>
                </a:ext>
              </a:extLst>
            </p:cNvPr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>
              <a:extLst>
                <a:ext uri="{FF2B5EF4-FFF2-40B4-BE49-F238E27FC236}">
                  <a16:creationId xmlns:a16="http://schemas.microsoft.com/office/drawing/2014/main" id="{29E3CC01-298C-6FF2-EC65-E5591EB38A88}"/>
                </a:ext>
              </a:extLst>
            </p:cNvPr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>
              <a:extLst>
                <a:ext uri="{FF2B5EF4-FFF2-40B4-BE49-F238E27FC236}">
                  <a16:creationId xmlns:a16="http://schemas.microsoft.com/office/drawing/2014/main" id="{3A44D7A1-4CD2-BCA8-83B6-AB0B88FAE3C0}"/>
                </a:ext>
              </a:extLst>
            </p:cNvPr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>
              <a:extLst>
                <a:ext uri="{FF2B5EF4-FFF2-40B4-BE49-F238E27FC236}">
                  <a16:creationId xmlns:a16="http://schemas.microsoft.com/office/drawing/2014/main" id="{385F9B91-1BE4-B0D7-486A-BD7E0E6D413E}"/>
                </a:ext>
              </a:extLst>
            </p:cNvPr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>
              <a:extLst>
                <a:ext uri="{FF2B5EF4-FFF2-40B4-BE49-F238E27FC236}">
                  <a16:creationId xmlns:a16="http://schemas.microsoft.com/office/drawing/2014/main" id="{C1688110-7103-FA06-0424-2D9E58D23DDB}"/>
                </a:ext>
              </a:extLst>
            </p:cNvPr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>
              <a:extLst>
                <a:ext uri="{FF2B5EF4-FFF2-40B4-BE49-F238E27FC236}">
                  <a16:creationId xmlns:a16="http://schemas.microsoft.com/office/drawing/2014/main" id="{CD31FEE3-E9B2-3989-A809-11F05CA8ABF6}"/>
                </a:ext>
              </a:extLst>
            </p:cNvPr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>
              <a:extLst>
                <a:ext uri="{FF2B5EF4-FFF2-40B4-BE49-F238E27FC236}">
                  <a16:creationId xmlns:a16="http://schemas.microsoft.com/office/drawing/2014/main" id="{5EBC828A-9F6A-E175-2951-D1D8E0057559}"/>
                </a:ext>
              </a:extLst>
            </p:cNvPr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>
              <a:extLst>
                <a:ext uri="{FF2B5EF4-FFF2-40B4-BE49-F238E27FC236}">
                  <a16:creationId xmlns:a16="http://schemas.microsoft.com/office/drawing/2014/main" id="{2D5EFB36-D21D-0C91-537A-F379F4E2271A}"/>
                </a:ext>
              </a:extLst>
            </p:cNvPr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>
              <a:extLst>
                <a:ext uri="{FF2B5EF4-FFF2-40B4-BE49-F238E27FC236}">
                  <a16:creationId xmlns:a16="http://schemas.microsoft.com/office/drawing/2014/main" id="{224CD690-C55D-CA6C-E514-4CC1B34D2DB0}"/>
                </a:ext>
              </a:extLst>
            </p:cNvPr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>
              <a:extLst>
                <a:ext uri="{FF2B5EF4-FFF2-40B4-BE49-F238E27FC236}">
                  <a16:creationId xmlns:a16="http://schemas.microsoft.com/office/drawing/2014/main" id="{BD5ED03D-842C-A294-4BE5-A85FC3A53855}"/>
                </a:ext>
              </a:extLst>
            </p:cNvPr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>
              <a:extLst>
                <a:ext uri="{FF2B5EF4-FFF2-40B4-BE49-F238E27FC236}">
                  <a16:creationId xmlns:a16="http://schemas.microsoft.com/office/drawing/2014/main" id="{60F3045E-AC42-58F4-BACE-7E6909D80D3B}"/>
                </a:ext>
              </a:extLst>
            </p:cNvPr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>
              <a:extLst>
                <a:ext uri="{FF2B5EF4-FFF2-40B4-BE49-F238E27FC236}">
                  <a16:creationId xmlns:a16="http://schemas.microsoft.com/office/drawing/2014/main" id="{AF4CE1F2-44A0-6FFE-969A-281B08E77947}"/>
                </a:ext>
              </a:extLst>
            </p:cNvPr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>
              <a:extLst>
                <a:ext uri="{FF2B5EF4-FFF2-40B4-BE49-F238E27FC236}">
                  <a16:creationId xmlns:a16="http://schemas.microsoft.com/office/drawing/2014/main" id="{39EFE7FA-57E4-EBDD-2EAE-B8AE8DC4C78A}"/>
                </a:ext>
              </a:extLst>
            </p:cNvPr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>
              <a:extLst>
                <a:ext uri="{FF2B5EF4-FFF2-40B4-BE49-F238E27FC236}">
                  <a16:creationId xmlns:a16="http://schemas.microsoft.com/office/drawing/2014/main" id="{23E21814-B1AC-0D1E-E65D-040C34F6D95A}"/>
                </a:ext>
              </a:extLst>
            </p:cNvPr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>
              <a:extLst>
                <a:ext uri="{FF2B5EF4-FFF2-40B4-BE49-F238E27FC236}">
                  <a16:creationId xmlns:a16="http://schemas.microsoft.com/office/drawing/2014/main" id="{DA0AFF10-C833-D8B2-3492-34F28D1A927C}"/>
                </a:ext>
              </a:extLst>
            </p:cNvPr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>
              <a:extLst>
                <a:ext uri="{FF2B5EF4-FFF2-40B4-BE49-F238E27FC236}">
                  <a16:creationId xmlns:a16="http://schemas.microsoft.com/office/drawing/2014/main" id="{6910866B-E5BB-36D2-E111-89E36D766D7A}"/>
                </a:ext>
              </a:extLst>
            </p:cNvPr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>
              <a:extLst>
                <a:ext uri="{FF2B5EF4-FFF2-40B4-BE49-F238E27FC236}">
                  <a16:creationId xmlns:a16="http://schemas.microsoft.com/office/drawing/2014/main" id="{C31430B1-DD74-0CB4-8459-AFA33D80A83B}"/>
                </a:ext>
              </a:extLst>
            </p:cNvPr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>
              <a:extLst>
                <a:ext uri="{FF2B5EF4-FFF2-40B4-BE49-F238E27FC236}">
                  <a16:creationId xmlns:a16="http://schemas.microsoft.com/office/drawing/2014/main" id="{875F567C-B746-57C6-0C24-5846BE45A16B}"/>
                </a:ext>
              </a:extLst>
            </p:cNvPr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>
              <a:extLst>
                <a:ext uri="{FF2B5EF4-FFF2-40B4-BE49-F238E27FC236}">
                  <a16:creationId xmlns:a16="http://schemas.microsoft.com/office/drawing/2014/main" id="{52DA57AB-1C31-7023-2143-5C55D786BFDB}"/>
                </a:ext>
              </a:extLst>
            </p:cNvPr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>
              <a:extLst>
                <a:ext uri="{FF2B5EF4-FFF2-40B4-BE49-F238E27FC236}">
                  <a16:creationId xmlns:a16="http://schemas.microsoft.com/office/drawing/2014/main" id="{0B88D3DF-DF59-B717-0837-38C6D5D7C93F}"/>
                </a:ext>
              </a:extLst>
            </p:cNvPr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>
              <a:extLst>
                <a:ext uri="{FF2B5EF4-FFF2-40B4-BE49-F238E27FC236}">
                  <a16:creationId xmlns:a16="http://schemas.microsoft.com/office/drawing/2014/main" id="{59BB85D0-0A72-C1C4-5076-5854BA0CADC1}"/>
                </a:ext>
              </a:extLst>
            </p:cNvPr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>
              <a:extLst>
                <a:ext uri="{FF2B5EF4-FFF2-40B4-BE49-F238E27FC236}">
                  <a16:creationId xmlns:a16="http://schemas.microsoft.com/office/drawing/2014/main" id="{907E94D4-DF73-C07A-82B2-96396A7EFC89}"/>
                </a:ext>
              </a:extLst>
            </p:cNvPr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>
              <a:extLst>
                <a:ext uri="{FF2B5EF4-FFF2-40B4-BE49-F238E27FC236}">
                  <a16:creationId xmlns:a16="http://schemas.microsoft.com/office/drawing/2014/main" id="{42935F2A-086D-6D51-5298-9C53ACF5B319}"/>
                </a:ext>
              </a:extLst>
            </p:cNvPr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>
              <a:extLst>
                <a:ext uri="{FF2B5EF4-FFF2-40B4-BE49-F238E27FC236}">
                  <a16:creationId xmlns:a16="http://schemas.microsoft.com/office/drawing/2014/main" id="{B80CED48-7374-E9B5-81C0-1B1B5A6266A4}"/>
                </a:ext>
              </a:extLst>
            </p:cNvPr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>
              <a:extLst>
                <a:ext uri="{FF2B5EF4-FFF2-40B4-BE49-F238E27FC236}">
                  <a16:creationId xmlns:a16="http://schemas.microsoft.com/office/drawing/2014/main" id="{A3DDE80E-1E3D-C907-2D84-E9A376E63031}"/>
                </a:ext>
              </a:extLst>
            </p:cNvPr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>
              <a:extLst>
                <a:ext uri="{FF2B5EF4-FFF2-40B4-BE49-F238E27FC236}">
                  <a16:creationId xmlns:a16="http://schemas.microsoft.com/office/drawing/2014/main" id="{B5FBDBAE-E90C-82C2-CABD-BB48B40BAB78}"/>
                </a:ext>
              </a:extLst>
            </p:cNvPr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>
              <a:extLst>
                <a:ext uri="{FF2B5EF4-FFF2-40B4-BE49-F238E27FC236}">
                  <a16:creationId xmlns:a16="http://schemas.microsoft.com/office/drawing/2014/main" id="{50DA5F87-02B2-EFF0-C053-36D3708191A4}"/>
                </a:ext>
              </a:extLst>
            </p:cNvPr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>
              <a:extLst>
                <a:ext uri="{FF2B5EF4-FFF2-40B4-BE49-F238E27FC236}">
                  <a16:creationId xmlns:a16="http://schemas.microsoft.com/office/drawing/2014/main" id="{9006BE5F-B053-C139-E5A0-B5006369CB62}"/>
                </a:ext>
              </a:extLst>
            </p:cNvPr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>
              <a:extLst>
                <a:ext uri="{FF2B5EF4-FFF2-40B4-BE49-F238E27FC236}">
                  <a16:creationId xmlns:a16="http://schemas.microsoft.com/office/drawing/2014/main" id="{C72CCFFF-F3E9-F68C-ECAE-393EC53383E5}"/>
                </a:ext>
              </a:extLst>
            </p:cNvPr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>
              <a:extLst>
                <a:ext uri="{FF2B5EF4-FFF2-40B4-BE49-F238E27FC236}">
                  <a16:creationId xmlns:a16="http://schemas.microsoft.com/office/drawing/2014/main" id="{DBDF2B13-9C62-9093-C9CD-38A9009DC96C}"/>
                </a:ext>
              </a:extLst>
            </p:cNvPr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>
              <a:extLst>
                <a:ext uri="{FF2B5EF4-FFF2-40B4-BE49-F238E27FC236}">
                  <a16:creationId xmlns:a16="http://schemas.microsoft.com/office/drawing/2014/main" id="{5A6866BF-8D54-DFCE-9CB0-045699A1A4FA}"/>
                </a:ext>
              </a:extLst>
            </p:cNvPr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>
              <a:extLst>
                <a:ext uri="{FF2B5EF4-FFF2-40B4-BE49-F238E27FC236}">
                  <a16:creationId xmlns:a16="http://schemas.microsoft.com/office/drawing/2014/main" id="{05D49BD4-0735-0543-7A64-D720EE7921FB}"/>
                </a:ext>
              </a:extLst>
            </p:cNvPr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>
              <a:extLst>
                <a:ext uri="{FF2B5EF4-FFF2-40B4-BE49-F238E27FC236}">
                  <a16:creationId xmlns:a16="http://schemas.microsoft.com/office/drawing/2014/main" id="{985D1415-9910-5701-3CCF-288D44AACD46}"/>
                </a:ext>
              </a:extLst>
            </p:cNvPr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>
              <a:extLst>
                <a:ext uri="{FF2B5EF4-FFF2-40B4-BE49-F238E27FC236}">
                  <a16:creationId xmlns:a16="http://schemas.microsoft.com/office/drawing/2014/main" id="{9F211E4F-40E6-ABD7-74E9-16BA8D93B4CA}"/>
                </a:ext>
              </a:extLst>
            </p:cNvPr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>
              <a:extLst>
                <a:ext uri="{FF2B5EF4-FFF2-40B4-BE49-F238E27FC236}">
                  <a16:creationId xmlns:a16="http://schemas.microsoft.com/office/drawing/2014/main" id="{8EAB819E-2521-596C-DCC0-BEFD01107550}"/>
                </a:ext>
              </a:extLst>
            </p:cNvPr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>
              <a:extLst>
                <a:ext uri="{FF2B5EF4-FFF2-40B4-BE49-F238E27FC236}">
                  <a16:creationId xmlns:a16="http://schemas.microsoft.com/office/drawing/2014/main" id="{E2EEDB84-612B-C2EB-916B-19A09F50686E}"/>
                </a:ext>
              </a:extLst>
            </p:cNvPr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>
              <a:extLst>
                <a:ext uri="{FF2B5EF4-FFF2-40B4-BE49-F238E27FC236}">
                  <a16:creationId xmlns:a16="http://schemas.microsoft.com/office/drawing/2014/main" id="{DEA2AE37-4B4A-0C5F-F415-2FB7AA95479D}"/>
                </a:ext>
              </a:extLst>
            </p:cNvPr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>
              <a:extLst>
                <a:ext uri="{FF2B5EF4-FFF2-40B4-BE49-F238E27FC236}">
                  <a16:creationId xmlns:a16="http://schemas.microsoft.com/office/drawing/2014/main" id="{950ABC72-A774-CE12-D266-BB0F978968F7}"/>
                </a:ext>
              </a:extLst>
            </p:cNvPr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>
              <a:extLst>
                <a:ext uri="{FF2B5EF4-FFF2-40B4-BE49-F238E27FC236}">
                  <a16:creationId xmlns:a16="http://schemas.microsoft.com/office/drawing/2014/main" id="{E329C704-ECF3-04BE-A53C-890C239678FD}"/>
                </a:ext>
              </a:extLst>
            </p:cNvPr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>
              <a:extLst>
                <a:ext uri="{FF2B5EF4-FFF2-40B4-BE49-F238E27FC236}">
                  <a16:creationId xmlns:a16="http://schemas.microsoft.com/office/drawing/2014/main" id="{4D610FE0-90BD-F6ED-FE7D-ADE535D52184}"/>
                </a:ext>
              </a:extLst>
            </p:cNvPr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>
              <a:extLst>
                <a:ext uri="{FF2B5EF4-FFF2-40B4-BE49-F238E27FC236}">
                  <a16:creationId xmlns:a16="http://schemas.microsoft.com/office/drawing/2014/main" id="{7251B505-C7AC-6162-C5F6-79E51A1C44FE}"/>
                </a:ext>
              </a:extLst>
            </p:cNvPr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>
              <a:extLst>
                <a:ext uri="{FF2B5EF4-FFF2-40B4-BE49-F238E27FC236}">
                  <a16:creationId xmlns:a16="http://schemas.microsoft.com/office/drawing/2014/main" id="{E3BE098C-B81D-9779-F49E-B0119F95BD25}"/>
                </a:ext>
              </a:extLst>
            </p:cNvPr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>
              <a:extLst>
                <a:ext uri="{FF2B5EF4-FFF2-40B4-BE49-F238E27FC236}">
                  <a16:creationId xmlns:a16="http://schemas.microsoft.com/office/drawing/2014/main" id="{D201A377-8017-C72E-0759-FBFB131F9533}"/>
                </a:ext>
              </a:extLst>
            </p:cNvPr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>
              <a:extLst>
                <a:ext uri="{FF2B5EF4-FFF2-40B4-BE49-F238E27FC236}">
                  <a16:creationId xmlns:a16="http://schemas.microsoft.com/office/drawing/2014/main" id="{08BEB7B7-3820-1200-A8D8-AD6E180F8970}"/>
                </a:ext>
              </a:extLst>
            </p:cNvPr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>
              <a:extLst>
                <a:ext uri="{FF2B5EF4-FFF2-40B4-BE49-F238E27FC236}">
                  <a16:creationId xmlns:a16="http://schemas.microsoft.com/office/drawing/2014/main" id="{39C60603-EC1A-F243-F774-AC2FAA1846B3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>
              <a:extLst>
                <a:ext uri="{FF2B5EF4-FFF2-40B4-BE49-F238E27FC236}">
                  <a16:creationId xmlns:a16="http://schemas.microsoft.com/office/drawing/2014/main" id="{FD5C28EC-FFC5-4228-35E3-245E2E3137B3}"/>
                </a:ext>
              </a:extLst>
            </p:cNvPr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>
              <a:extLst>
                <a:ext uri="{FF2B5EF4-FFF2-40B4-BE49-F238E27FC236}">
                  <a16:creationId xmlns:a16="http://schemas.microsoft.com/office/drawing/2014/main" id="{B1509B64-EB4B-8A2F-DF13-4FFF8F635BB3}"/>
                </a:ext>
              </a:extLst>
            </p:cNvPr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>
              <a:extLst>
                <a:ext uri="{FF2B5EF4-FFF2-40B4-BE49-F238E27FC236}">
                  <a16:creationId xmlns:a16="http://schemas.microsoft.com/office/drawing/2014/main" id="{B0D0A196-233F-1492-BC73-0163BDEBC91F}"/>
                </a:ext>
              </a:extLst>
            </p:cNvPr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>
              <a:extLst>
                <a:ext uri="{FF2B5EF4-FFF2-40B4-BE49-F238E27FC236}">
                  <a16:creationId xmlns:a16="http://schemas.microsoft.com/office/drawing/2014/main" id="{BAD97EEB-0C08-70AA-B1F7-2C35BA988F86}"/>
                </a:ext>
              </a:extLst>
            </p:cNvPr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>
              <a:extLst>
                <a:ext uri="{FF2B5EF4-FFF2-40B4-BE49-F238E27FC236}">
                  <a16:creationId xmlns:a16="http://schemas.microsoft.com/office/drawing/2014/main" id="{CA6370F8-8FE9-CA54-7C26-627471F852C2}"/>
                </a:ext>
              </a:extLst>
            </p:cNvPr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>
              <a:extLst>
                <a:ext uri="{FF2B5EF4-FFF2-40B4-BE49-F238E27FC236}">
                  <a16:creationId xmlns:a16="http://schemas.microsoft.com/office/drawing/2014/main" id="{1A3DEEE1-8B4A-493B-4B56-B088721CC279}"/>
                </a:ext>
              </a:extLst>
            </p:cNvPr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>
              <a:extLst>
                <a:ext uri="{FF2B5EF4-FFF2-40B4-BE49-F238E27FC236}">
                  <a16:creationId xmlns:a16="http://schemas.microsoft.com/office/drawing/2014/main" id="{9BDE0F88-06C5-93AE-2FEB-7CEAFAA2DFC1}"/>
                </a:ext>
              </a:extLst>
            </p:cNvPr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>
              <a:extLst>
                <a:ext uri="{FF2B5EF4-FFF2-40B4-BE49-F238E27FC236}">
                  <a16:creationId xmlns:a16="http://schemas.microsoft.com/office/drawing/2014/main" id="{BA199794-A535-0D64-F3E2-69307E9723EC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>
              <a:extLst>
                <a:ext uri="{FF2B5EF4-FFF2-40B4-BE49-F238E27FC236}">
                  <a16:creationId xmlns:a16="http://schemas.microsoft.com/office/drawing/2014/main" id="{B2EE053C-B2B5-96DE-7544-EE5CDA8B4123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>
              <a:extLst>
                <a:ext uri="{FF2B5EF4-FFF2-40B4-BE49-F238E27FC236}">
                  <a16:creationId xmlns:a16="http://schemas.microsoft.com/office/drawing/2014/main" id="{222451D1-2F52-9E62-6BBB-34E4D80C6B61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>
              <a:extLst>
                <a:ext uri="{FF2B5EF4-FFF2-40B4-BE49-F238E27FC236}">
                  <a16:creationId xmlns:a16="http://schemas.microsoft.com/office/drawing/2014/main" id="{29683219-EAE6-B185-65DD-74361EC0A616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>
              <a:extLst>
                <a:ext uri="{FF2B5EF4-FFF2-40B4-BE49-F238E27FC236}">
                  <a16:creationId xmlns:a16="http://schemas.microsoft.com/office/drawing/2014/main" id="{FD2A217F-F25F-534B-467F-3B3704FC8706}"/>
                </a:ext>
              </a:extLst>
            </p:cNvPr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>
              <a:extLst>
                <a:ext uri="{FF2B5EF4-FFF2-40B4-BE49-F238E27FC236}">
                  <a16:creationId xmlns:a16="http://schemas.microsoft.com/office/drawing/2014/main" id="{13A9EF34-F322-0956-D5F3-3E3BCE2AA15E}"/>
                </a:ext>
              </a:extLst>
            </p:cNvPr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>
              <a:extLst>
                <a:ext uri="{FF2B5EF4-FFF2-40B4-BE49-F238E27FC236}">
                  <a16:creationId xmlns:a16="http://schemas.microsoft.com/office/drawing/2014/main" id="{F5B76BEF-7624-3D13-8CA5-FF29581D53F9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>
              <a:extLst>
                <a:ext uri="{FF2B5EF4-FFF2-40B4-BE49-F238E27FC236}">
                  <a16:creationId xmlns:a16="http://schemas.microsoft.com/office/drawing/2014/main" id="{0749229E-886D-DA31-F157-428D006977C2}"/>
                </a:ext>
              </a:extLst>
            </p:cNvPr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>
              <a:extLst>
                <a:ext uri="{FF2B5EF4-FFF2-40B4-BE49-F238E27FC236}">
                  <a16:creationId xmlns:a16="http://schemas.microsoft.com/office/drawing/2014/main" id="{96561320-6FCF-5D70-9B17-9D6C6E0D3C8C}"/>
                </a:ext>
              </a:extLst>
            </p:cNvPr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>
              <a:extLst>
                <a:ext uri="{FF2B5EF4-FFF2-40B4-BE49-F238E27FC236}">
                  <a16:creationId xmlns:a16="http://schemas.microsoft.com/office/drawing/2014/main" id="{9364A55C-C19D-B72B-197F-41C567678C3D}"/>
                </a:ext>
              </a:extLst>
            </p:cNvPr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>
              <a:extLst>
                <a:ext uri="{FF2B5EF4-FFF2-40B4-BE49-F238E27FC236}">
                  <a16:creationId xmlns:a16="http://schemas.microsoft.com/office/drawing/2014/main" id="{BD95C94B-D765-5331-0B79-5507E2606DCD}"/>
                </a:ext>
              </a:extLst>
            </p:cNvPr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>
              <a:extLst>
                <a:ext uri="{FF2B5EF4-FFF2-40B4-BE49-F238E27FC236}">
                  <a16:creationId xmlns:a16="http://schemas.microsoft.com/office/drawing/2014/main" id="{6E4ADDDA-82DA-B550-E5A6-2A4F4F9B0D56}"/>
                </a:ext>
              </a:extLst>
            </p:cNvPr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>
              <a:extLst>
                <a:ext uri="{FF2B5EF4-FFF2-40B4-BE49-F238E27FC236}">
                  <a16:creationId xmlns:a16="http://schemas.microsoft.com/office/drawing/2014/main" id="{F6035E51-8257-017B-DFE7-A19680E3E2D9}"/>
                </a:ext>
              </a:extLst>
            </p:cNvPr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>
              <a:extLst>
                <a:ext uri="{FF2B5EF4-FFF2-40B4-BE49-F238E27FC236}">
                  <a16:creationId xmlns:a16="http://schemas.microsoft.com/office/drawing/2014/main" id="{DE0D787B-352D-1451-722E-2C5738A713CA}"/>
                </a:ext>
              </a:extLst>
            </p:cNvPr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>
              <a:extLst>
                <a:ext uri="{FF2B5EF4-FFF2-40B4-BE49-F238E27FC236}">
                  <a16:creationId xmlns:a16="http://schemas.microsoft.com/office/drawing/2014/main" id="{2272D40F-AB39-FC20-4FDA-09623532A55B}"/>
                </a:ext>
              </a:extLst>
            </p:cNvPr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>
              <a:extLst>
                <a:ext uri="{FF2B5EF4-FFF2-40B4-BE49-F238E27FC236}">
                  <a16:creationId xmlns:a16="http://schemas.microsoft.com/office/drawing/2014/main" id="{DCA4054E-5025-2A96-B2FB-FE946AAEB76C}"/>
                </a:ext>
              </a:extLst>
            </p:cNvPr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>
              <a:extLst>
                <a:ext uri="{FF2B5EF4-FFF2-40B4-BE49-F238E27FC236}">
                  <a16:creationId xmlns:a16="http://schemas.microsoft.com/office/drawing/2014/main" id="{FF9691F5-F6BA-9852-7A20-D3B25E9239A9}"/>
                </a:ext>
              </a:extLst>
            </p:cNvPr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>
              <a:extLst>
                <a:ext uri="{FF2B5EF4-FFF2-40B4-BE49-F238E27FC236}">
                  <a16:creationId xmlns:a16="http://schemas.microsoft.com/office/drawing/2014/main" id="{671F11D5-1374-302B-1A9D-BA0AE60B4F7E}"/>
                </a:ext>
              </a:extLst>
            </p:cNvPr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>
              <a:extLst>
                <a:ext uri="{FF2B5EF4-FFF2-40B4-BE49-F238E27FC236}">
                  <a16:creationId xmlns:a16="http://schemas.microsoft.com/office/drawing/2014/main" id="{D44DEDFF-9029-BA5E-EC78-C5CC78FB51AB}"/>
                </a:ext>
              </a:extLst>
            </p:cNvPr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>
              <a:extLst>
                <a:ext uri="{FF2B5EF4-FFF2-40B4-BE49-F238E27FC236}">
                  <a16:creationId xmlns:a16="http://schemas.microsoft.com/office/drawing/2014/main" id="{80F735D0-40F5-DA04-BC20-2601ECE6D493}"/>
                </a:ext>
              </a:extLst>
            </p:cNvPr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>
              <a:extLst>
                <a:ext uri="{FF2B5EF4-FFF2-40B4-BE49-F238E27FC236}">
                  <a16:creationId xmlns:a16="http://schemas.microsoft.com/office/drawing/2014/main" id="{30BBE63E-5DB8-767B-A844-4FB2305B489D}"/>
                </a:ext>
              </a:extLst>
            </p:cNvPr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>
              <a:extLst>
                <a:ext uri="{FF2B5EF4-FFF2-40B4-BE49-F238E27FC236}">
                  <a16:creationId xmlns:a16="http://schemas.microsoft.com/office/drawing/2014/main" id="{E339EFC7-AB24-8633-6CC1-16C01D117573}"/>
                </a:ext>
              </a:extLst>
            </p:cNvPr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>
              <a:extLst>
                <a:ext uri="{FF2B5EF4-FFF2-40B4-BE49-F238E27FC236}">
                  <a16:creationId xmlns:a16="http://schemas.microsoft.com/office/drawing/2014/main" id="{6A304C19-AD9B-7441-93CB-2B1C7A393520}"/>
                </a:ext>
              </a:extLst>
            </p:cNvPr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>
              <a:extLst>
                <a:ext uri="{FF2B5EF4-FFF2-40B4-BE49-F238E27FC236}">
                  <a16:creationId xmlns:a16="http://schemas.microsoft.com/office/drawing/2014/main" id="{E5C08A79-ABD1-9193-7CE6-EB03F976C64D}"/>
                </a:ext>
              </a:extLst>
            </p:cNvPr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>
              <a:extLst>
                <a:ext uri="{FF2B5EF4-FFF2-40B4-BE49-F238E27FC236}">
                  <a16:creationId xmlns:a16="http://schemas.microsoft.com/office/drawing/2014/main" id="{5F3893D5-3BD1-7B55-2509-9757FEEEA999}"/>
                </a:ext>
              </a:extLst>
            </p:cNvPr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>
              <a:extLst>
                <a:ext uri="{FF2B5EF4-FFF2-40B4-BE49-F238E27FC236}">
                  <a16:creationId xmlns:a16="http://schemas.microsoft.com/office/drawing/2014/main" id="{DEFF95CC-5F20-B1B9-2308-7C2AE82D9D19}"/>
                </a:ext>
              </a:extLst>
            </p:cNvPr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>
              <a:extLst>
                <a:ext uri="{FF2B5EF4-FFF2-40B4-BE49-F238E27FC236}">
                  <a16:creationId xmlns:a16="http://schemas.microsoft.com/office/drawing/2014/main" id="{CE76654F-8D9F-B6F2-2D32-323DA6BA06D0}"/>
                </a:ext>
              </a:extLst>
            </p:cNvPr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>
              <a:extLst>
                <a:ext uri="{FF2B5EF4-FFF2-40B4-BE49-F238E27FC236}">
                  <a16:creationId xmlns:a16="http://schemas.microsoft.com/office/drawing/2014/main" id="{5B73989B-EB52-339D-0107-1509310175B8}"/>
                </a:ext>
              </a:extLst>
            </p:cNvPr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>
              <a:extLst>
                <a:ext uri="{FF2B5EF4-FFF2-40B4-BE49-F238E27FC236}">
                  <a16:creationId xmlns:a16="http://schemas.microsoft.com/office/drawing/2014/main" id="{C3C3E4FF-8603-5996-7ACA-110CC07AEB92}"/>
                </a:ext>
              </a:extLst>
            </p:cNvPr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>
              <a:extLst>
                <a:ext uri="{FF2B5EF4-FFF2-40B4-BE49-F238E27FC236}">
                  <a16:creationId xmlns:a16="http://schemas.microsoft.com/office/drawing/2014/main" id="{9E6AAA66-200F-C96F-3017-E0D436553079}"/>
                </a:ext>
              </a:extLst>
            </p:cNvPr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>
              <a:extLst>
                <a:ext uri="{FF2B5EF4-FFF2-40B4-BE49-F238E27FC236}">
                  <a16:creationId xmlns:a16="http://schemas.microsoft.com/office/drawing/2014/main" id="{1750692A-3EAC-94EB-3C76-7C8260078D4F}"/>
                </a:ext>
              </a:extLst>
            </p:cNvPr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>
              <a:extLst>
                <a:ext uri="{FF2B5EF4-FFF2-40B4-BE49-F238E27FC236}">
                  <a16:creationId xmlns:a16="http://schemas.microsoft.com/office/drawing/2014/main" id="{972AF89F-D308-3000-0C8E-1E1A22FD7876}"/>
                </a:ext>
              </a:extLst>
            </p:cNvPr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>
              <a:extLst>
                <a:ext uri="{FF2B5EF4-FFF2-40B4-BE49-F238E27FC236}">
                  <a16:creationId xmlns:a16="http://schemas.microsoft.com/office/drawing/2014/main" id="{5165F7F9-E363-3160-17C6-0E4D6C5A5F19}"/>
                </a:ext>
              </a:extLst>
            </p:cNvPr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>
              <a:extLst>
                <a:ext uri="{FF2B5EF4-FFF2-40B4-BE49-F238E27FC236}">
                  <a16:creationId xmlns:a16="http://schemas.microsoft.com/office/drawing/2014/main" id="{4F5F2296-6AD1-72E7-C366-D16620C6FA99}"/>
                </a:ext>
              </a:extLst>
            </p:cNvPr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>
              <a:extLst>
                <a:ext uri="{FF2B5EF4-FFF2-40B4-BE49-F238E27FC236}">
                  <a16:creationId xmlns:a16="http://schemas.microsoft.com/office/drawing/2014/main" id="{BBD7AC32-44AD-8A84-A3A4-5B641FBDE365}"/>
                </a:ext>
              </a:extLst>
            </p:cNvPr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>
              <a:extLst>
                <a:ext uri="{FF2B5EF4-FFF2-40B4-BE49-F238E27FC236}">
                  <a16:creationId xmlns:a16="http://schemas.microsoft.com/office/drawing/2014/main" id="{D143B6D0-87DB-1CB2-E012-4B3AEB6F57B2}"/>
                </a:ext>
              </a:extLst>
            </p:cNvPr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>
              <a:extLst>
                <a:ext uri="{FF2B5EF4-FFF2-40B4-BE49-F238E27FC236}">
                  <a16:creationId xmlns:a16="http://schemas.microsoft.com/office/drawing/2014/main" id="{6C86E3F3-0786-BAFB-5F0C-53F13BAC068D}"/>
                </a:ext>
              </a:extLst>
            </p:cNvPr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>
              <a:extLst>
                <a:ext uri="{FF2B5EF4-FFF2-40B4-BE49-F238E27FC236}">
                  <a16:creationId xmlns:a16="http://schemas.microsoft.com/office/drawing/2014/main" id="{9CFAA3A0-E68C-017E-EBA1-02878E8EA18D}"/>
                </a:ext>
              </a:extLst>
            </p:cNvPr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>
              <a:extLst>
                <a:ext uri="{FF2B5EF4-FFF2-40B4-BE49-F238E27FC236}">
                  <a16:creationId xmlns:a16="http://schemas.microsoft.com/office/drawing/2014/main" id="{F5AF165A-7BF4-E0EB-24FE-6907D9849072}"/>
                </a:ext>
              </a:extLst>
            </p:cNvPr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>
              <a:extLst>
                <a:ext uri="{FF2B5EF4-FFF2-40B4-BE49-F238E27FC236}">
                  <a16:creationId xmlns:a16="http://schemas.microsoft.com/office/drawing/2014/main" id="{7B3D3D3A-7B08-3EC7-F7E8-FE6FA2D3F16E}"/>
                </a:ext>
              </a:extLst>
            </p:cNvPr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>
              <a:extLst>
                <a:ext uri="{FF2B5EF4-FFF2-40B4-BE49-F238E27FC236}">
                  <a16:creationId xmlns:a16="http://schemas.microsoft.com/office/drawing/2014/main" id="{029849A3-EE98-B83B-DE5F-7D85FA0FF60B}"/>
                </a:ext>
              </a:extLst>
            </p:cNvPr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>
              <a:extLst>
                <a:ext uri="{FF2B5EF4-FFF2-40B4-BE49-F238E27FC236}">
                  <a16:creationId xmlns:a16="http://schemas.microsoft.com/office/drawing/2014/main" id="{7ADAE820-201E-DE3F-E400-FED490B8007E}"/>
                </a:ext>
              </a:extLst>
            </p:cNvPr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>
              <a:extLst>
                <a:ext uri="{FF2B5EF4-FFF2-40B4-BE49-F238E27FC236}">
                  <a16:creationId xmlns:a16="http://schemas.microsoft.com/office/drawing/2014/main" id="{CA6AEC88-4A25-FD6D-6919-4E5CCC6068EC}"/>
                </a:ext>
              </a:extLst>
            </p:cNvPr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>
              <a:extLst>
                <a:ext uri="{FF2B5EF4-FFF2-40B4-BE49-F238E27FC236}">
                  <a16:creationId xmlns:a16="http://schemas.microsoft.com/office/drawing/2014/main" id="{CE6F23E1-B77E-C6D7-2CF3-726BC5213D85}"/>
                </a:ext>
              </a:extLst>
            </p:cNvPr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>
              <a:extLst>
                <a:ext uri="{FF2B5EF4-FFF2-40B4-BE49-F238E27FC236}">
                  <a16:creationId xmlns:a16="http://schemas.microsoft.com/office/drawing/2014/main" id="{9DBC99D1-BB67-4288-D95D-7FBB2E9E9BE8}"/>
                </a:ext>
              </a:extLst>
            </p:cNvPr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>
              <a:extLst>
                <a:ext uri="{FF2B5EF4-FFF2-40B4-BE49-F238E27FC236}">
                  <a16:creationId xmlns:a16="http://schemas.microsoft.com/office/drawing/2014/main" id="{85D824E5-90B9-3023-9FE2-BD4340EAF880}"/>
                </a:ext>
              </a:extLst>
            </p:cNvPr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>
              <a:extLst>
                <a:ext uri="{FF2B5EF4-FFF2-40B4-BE49-F238E27FC236}">
                  <a16:creationId xmlns:a16="http://schemas.microsoft.com/office/drawing/2014/main" id="{17709DC4-81CE-819D-84E1-CE48AE0C6AF8}"/>
                </a:ext>
              </a:extLst>
            </p:cNvPr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>
              <a:extLst>
                <a:ext uri="{FF2B5EF4-FFF2-40B4-BE49-F238E27FC236}">
                  <a16:creationId xmlns:a16="http://schemas.microsoft.com/office/drawing/2014/main" id="{D2CF1D75-90BB-93FA-042F-DD15D1688189}"/>
                </a:ext>
              </a:extLst>
            </p:cNvPr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>
              <a:extLst>
                <a:ext uri="{FF2B5EF4-FFF2-40B4-BE49-F238E27FC236}">
                  <a16:creationId xmlns:a16="http://schemas.microsoft.com/office/drawing/2014/main" id="{5ADF13A4-A648-47F4-E721-FC09FB94B895}"/>
                </a:ext>
              </a:extLst>
            </p:cNvPr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>
              <a:extLst>
                <a:ext uri="{FF2B5EF4-FFF2-40B4-BE49-F238E27FC236}">
                  <a16:creationId xmlns:a16="http://schemas.microsoft.com/office/drawing/2014/main" id="{25DEA91D-294F-2A11-6446-AC8E77053458}"/>
                </a:ext>
              </a:extLst>
            </p:cNvPr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>
              <a:extLst>
                <a:ext uri="{FF2B5EF4-FFF2-40B4-BE49-F238E27FC236}">
                  <a16:creationId xmlns:a16="http://schemas.microsoft.com/office/drawing/2014/main" id="{72ECC195-C3CB-FD0D-6BDB-E8B91757BDA3}"/>
                </a:ext>
              </a:extLst>
            </p:cNvPr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>
              <a:extLst>
                <a:ext uri="{FF2B5EF4-FFF2-40B4-BE49-F238E27FC236}">
                  <a16:creationId xmlns:a16="http://schemas.microsoft.com/office/drawing/2014/main" id="{602A5992-507B-9B27-8B0F-346C2D4274C7}"/>
                </a:ext>
              </a:extLst>
            </p:cNvPr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>
              <a:extLst>
                <a:ext uri="{FF2B5EF4-FFF2-40B4-BE49-F238E27FC236}">
                  <a16:creationId xmlns:a16="http://schemas.microsoft.com/office/drawing/2014/main" id="{1BE41A9C-6A62-FA08-7E46-2D2AB8CA5A7F}"/>
                </a:ext>
              </a:extLst>
            </p:cNvPr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>
              <a:extLst>
                <a:ext uri="{FF2B5EF4-FFF2-40B4-BE49-F238E27FC236}">
                  <a16:creationId xmlns:a16="http://schemas.microsoft.com/office/drawing/2014/main" id="{7C0F02BA-D6A9-5A26-0A77-CD7E0F85D334}"/>
                </a:ext>
              </a:extLst>
            </p:cNvPr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>
              <a:extLst>
                <a:ext uri="{FF2B5EF4-FFF2-40B4-BE49-F238E27FC236}">
                  <a16:creationId xmlns:a16="http://schemas.microsoft.com/office/drawing/2014/main" id="{9BE0104A-88C2-7DFB-D1A0-07B3368E685D}"/>
                </a:ext>
              </a:extLst>
            </p:cNvPr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>
              <a:extLst>
                <a:ext uri="{FF2B5EF4-FFF2-40B4-BE49-F238E27FC236}">
                  <a16:creationId xmlns:a16="http://schemas.microsoft.com/office/drawing/2014/main" id="{1C8E509A-D5AB-A1C5-1667-49FBD5769315}"/>
                </a:ext>
              </a:extLst>
            </p:cNvPr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>
              <a:extLst>
                <a:ext uri="{FF2B5EF4-FFF2-40B4-BE49-F238E27FC236}">
                  <a16:creationId xmlns:a16="http://schemas.microsoft.com/office/drawing/2014/main" id="{CEDBCD90-95E6-009B-A618-B2EB8AD7B25F}"/>
                </a:ext>
              </a:extLst>
            </p:cNvPr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>
              <a:extLst>
                <a:ext uri="{FF2B5EF4-FFF2-40B4-BE49-F238E27FC236}">
                  <a16:creationId xmlns:a16="http://schemas.microsoft.com/office/drawing/2014/main" id="{18D3EFB7-D61D-3620-31EC-A1577DEBF93E}"/>
                </a:ext>
              </a:extLst>
            </p:cNvPr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>
              <a:extLst>
                <a:ext uri="{FF2B5EF4-FFF2-40B4-BE49-F238E27FC236}">
                  <a16:creationId xmlns:a16="http://schemas.microsoft.com/office/drawing/2014/main" id="{5D95047F-DED2-EF09-AB81-55A23DAA62E4}"/>
                </a:ext>
              </a:extLst>
            </p:cNvPr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>
              <a:extLst>
                <a:ext uri="{FF2B5EF4-FFF2-40B4-BE49-F238E27FC236}">
                  <a16:creationId xmlns:a16="http://schemas.microsoft.com/office/drawing/2014/main" id="{0E4520A1-3855-8E88-C0E2-48A1CCAB0331}"/>
                </a:ext>
              </a:extLst>
            </p:cNvPr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>
              <a:extLst>
                <a:ext uri="{FF2B5EF4-FFF2-40B4-BE49-F238E27FC236}">
                  <a16:creationId xmlns:a16="http://schemas.microsoft.com/office/drawing/2014/main" id="{D8D8D9E2-AF60-FE06-B611-7A592C510492}"/>
                </a:ext>
              </a:extLst>
            </p:cNvPr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>
              <a:extLst>
                <a:ext uri="{FF2B5EF4-FFF2-40B4-BE49-F238E27FC236}">
                  <a16:creationId xmlns:a16="http://schemas.microsoft.com/office/drawing/2014/main" id="{D287DFEA-9177-5FD2-1806-F145E7BBF8EA}"/>
                </a:ext>
              </a:extLst>
            </p:cNvPr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>
              <a:extLst>
                <a:ext uri="{FF2B5EF4-FFF2-40B4-BE49-F238E27FC236}">
                  <a16:creationId xmlns:a16="http://schemas.microsoft.com/office/drawing/2014/main" id="{DDD79EF8-CCFA-2120-28F5-9F010EBE9BBE}"/>
                </a:ext>
              </a:extLst>
            </p:cNvPr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>
              <a:extLst>
                <a:ext uri="{FF2B5EF4-FFF2-40B4-BE49-F238E27FC236}">
                  <a16:creationId xmlns:a16="http://schemas.microsoft.com/office/drawing/2014/main" id="{96F2D7F5-55FC-F4AF-EDCA-0A97CA8D9E32}"/>
                </a:ext>
              </a:extLst>
            </p:cNvPr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>
              <a:extLst>
                <a:ext uri="{FF2B5EF4-FFF2-40B4-BE49-F238E27FC236}">
                  <a16:creationId xmlns:a16="http://schemas.microsoft.com/office/drawing/2014/main" id="{29F5F405-7005-2854-E394-25F8E0DA2555}"/>
                </a:ext>
              </a:extLst>
            </p:cNvPr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>
              <a:extLst>
                <a:ext uri="{FF2B5EF4-FFF2-40B4-BE49-F238E27FC236}">
                  <a16:creationId xmlns:a16="http://schemas.microsoft.com/office/drawing/2014/main" id="{E30284BB-FCE6-298C-50C4-DB70A04FA6DC}"/>
                </a:ext>
              </a:extLst>
            </p:cNvPr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>
              <a:extLst>
                <a:ext uri="{FF2B5EF4-FFF2-40B4-BE49-F238E27FC236}">
                  <a16:creationId xmlns:a16="http://schemas.microsoft.com/office/drawing/2014/main" id="{AE6F84FA-6CCD-96DA-4F9F-424930636423}"/>
                </a:ext>
              </a:extLst>
            </p:cNvPr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>
              <a:extLst>
                <a:ext uri="{FF2B5EF4-FFF2-40B4-BE49-F238E27FC236}">
                  <a16:creationId xmlns:a16="http://schemas.microsoft.com/office/drawing/2014/main" id="{CC3967E2-81C7-A4CA-56ED-BDAEF324E3DA}"/>
                </a:ext>
              </a:extLst>
            </p:cNvPr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>
              <a:extLst>
                <a:ext uri="{FF2B5EF4-FFF2-40B4-BE49-F238E27FC236}">
                  <a16:creationId xmlns:a16="http://schemas.microsoft.com/office/drawing/2014/main" id="{2A322950-9E61-ED7E-0EE9-A98BE1EC525C}"/>
                </a:ext>
              </a:extLst>
            </p:cNvPr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>
              <a:extLst>
                <a:ext uri="{FF2B5EF4-FFF2-40B4-BE49-F238E27FC236}">
                  <a16:creationId xmlns:a16="http://schemas.microsoft.com/office/drawing/2014/main" id="{14660102-AE5B-9457-A1AC-E3D613692E59}"/>
                </a:ext>
              </a:extLst>
            </p:cNvPr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>
              <a:extLst>
                <a:ext uri="{FF2B5EF4-FFF2-40B4-BE49-F238E27FC236}">
                  <a16:creationId xmlns:a16="http://schemas.microsoft.com/office/drawing/2014/main" id="{95B51948-0A92-CBDF-6090-485052E5ED8E}"/>
                </a:ext>
              </a:extLst>
            </p:cNvPr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>
              <a:extLst>
                <a:ext uri="{FF2B5EF4-FFF2-40B4-BE49-F238E27FC236}">
                  <a16:creationId xmlns:a16="http://schemas.microsoft.com/office/drawing/2014/main" id="{FC0E1656-41A2-D384-CF61-55EA7D7C780A}"/>
                </a:ext>
              </a:extLst>
            </p:cNvPr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>
              <a:extLst>
                <a:ext uri="{FF2B5EF4-FFF2-40B4-BE49-F238E27FC236}">
                  <a16:creationId xmlns:a16="http://schemas.microsoft.com/office/drawing/2014/main" id="{33022E71-B836-6608-0F2C-4BE2B276F1EC}"/>
                </a:ext>
              </a:extLst>
            </p:cNvPr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>
              <a:extLst>
                <a:ext uri="{FF2B5EF4-FFF2-40B4-BE49-F238E27FC236}">
                  <a16:creationId xmlns:a16="http://schemas.microsoft.com/office/drawing/2014/main" id="{B2DEC24D-7696-AD92-11B8-B91A6ED7D218}"/>
                </a:ext>
              </a:extLst>
            </p:cNvPr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>
              <a:extLst>
                <a:ext uri="{FF2B5EF4-FFF2-40B4-BE49-F238E27FC236}">
                  <a16:creationId xmlns:a16="http://schemas.microsoft.com/office/drawing/2014/main" id="{DDF61522-7DBA-F61E-5046-D41B6FFDDB90}"/>
                </a:ext>
              </a:extLst>
            </p:cNvPr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>
              <a:extLst>
                <a:ext uri="{FF2B5EF4-FFF2-40B4-BE49-F238E27FC236}">
                  <a16:creationId xmlns:a16="http://schemas.microsoft.com/office/drawing/2014/main" id="{13E42C09-5806-E74B-8BF4-7C2920B4FB33}"/>
                </a:ext>
              </a:extLst>
            </p:cNvPr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>
              <a:extLst>
                <a:ext uri="{FF2B5EF4-FFF2-40B4-BE49-F238E27FC236}">
                  <a16:creationId xmlns:a16="http://schemas.microsoft.com/office/drawing/2014/main" id="{D9FAC71F-A4AB-E368-5CE2-348F8AD0D4BC}"/>
                </a:ext>
              </a:extLst>
            </p:cNvPr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>
              <a:extLst>
                <a:ext uri="{FF2B5EF4-FFF2-40B4-BE49-F238E27FC236}">
                  <a16:creationId xmlns:a16="http://schemas.microsoft.com/office/drawing/2014/main" id="{32B1C07F-195D-D3E0-A9CB-DF9146006E44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>
              <a:extLst>
                <a:ext uri="{FF2B5EF4-FFF2-40B4-BE49-F238E27FC236}">
                  <a16:creationId xmlns:a16="http://schemas.microsoft.com/office/drawing/2014/main" id="{E8819D62-D6D0-F0B2-AD4F-AEC845075D6F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>
              <a:extLst>
                <a:ext uri="{FF2B5EF4-FFF2-40B4-BE49-F238E27FC236}">
                  <a16:creationId xmlns:a16="http://schemas.microsoft.com/office/drawing/2014/main" id="{02522AF3-1124-0C95-03C8-4AA2B22D2315}"/>
                </a:ext>
              </a:extLst>
            </p:cNvPr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>
              <a:extLst>
                <a:ext uri="{FF2B5EF4-FFF2-40B4-BE49-F238E27FC236}">
                  <a16:creationId xmlns:a16="http://schemas.microsoft.com/office/drawing/2014/main" id="{4C6632B0-0E75-EB08-85BC-67A070D20938}"/>
                </a:ext>
              </a:extLst>
            </p:cNvPr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>
              <a:extLst>
                <a:ext uri="{FF2B5EF4-FFF2-40B4-BE49-F238E27FC236}">
                  <a16:creationId xmlns:a16="http://schemas.microsoft.com/office/drawing/2014/main" id="{4C3D36EC-DE4F-B298-6563-82A707F5D2B6}"/>
                </a:ext>
              </a:extLst>
            </p:cNvPr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>
              <a:extLst>
                <a:ext uri="{FF2B5EF4-FFF2-40B4-BE49-F238E27FC236}">
                  <a16:creationId xmlns:a16="http://schemas.microsoft.com/office/drawing/2014/main" id="{40C92C0C-0C26-C659-6BD6-62DCAC84D379}"/>
                </a:ext>
              </a:extLst>
            </p:cNvPr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>
              <a:extLst>
                <a:ext uri="{FF2B5EF4-FFF2-40B4-BE49-F238E27FC236}">
                  <a16:creationId xmlns:a16="http://schemas.microsoft.com/office/drawing/2014/main" id="{4B06441F-5A7C-6F0F-5EAB-E8D45BA9220F}"/>
                </a:ext>
              </a:extLst>
            </p:cNvPr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>
              <a:extLst>
                <a:ext uri="{FF2B5EF4-FFF2-40B4-BE49-F238E27FC236}">
                  <a16:creationId xmlns:a16="http://schemas.microsoft.com/office/drawing/2014/main" id="{B716646D-F8F7-1ABB-1E11-571808D7ED69}"/>
                </a:ext>
              </a:extLst>
            </p:cNvPr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>
              <a:extLst>
                <a:ext uri="{FF2B5EF4-FFF2-40B4-BE49-F238E27FC236}">
                  <a16:creationId xmlns:a16="http://schemas.microsoft.com/office/drawing/2014/main" id="{ADAE61B9-FE20-54FB-58AA-84EEE1E2F4CD}"/>
                </a:ext>
              </a:extLst>
            </p:cNvPr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>
              <a:extLst>
                <a:ext uri="{FF2B5EF4-FFF2-40B4-BE49-F238E27FC236}">
                  <a16:creationId xmlns:a16="http://schemas.microsoft.com/office/drawing/2014/main" id="{214B188B-2514-E778-F530-7D727B88B2F9}"/>
                </a:ext>
              </a:extLst>
            </p:cNvPr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>
              <a:extLst>
                <a:ext uri="{FF2B5EF4-FFF2-40B4-BE49-F238E27FC236}">
                  <a16:creationId xmlns:a16="http://schemas.microsoft.com/office/drawing/2014/main" id="{2A79B128-D6AB-AD23-36B6-8CAF2DEE41E2}"/>
                </a:ext>
              </a:extLst>
            </p:cNvPr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>
              <a:extLst>
                <a:ext uri="{FF2B5EF4-FFF2-40B4-BE49-F238E27FC236}">
                  <a16:creationId xmlns:a16="http://schemas.microsoft.com/office/drawing/2014/main" id="{4292C4B5-92DC-5166-1200-E6078DBB764A}"/>
                </a:ext>
              </a:extLst>
            </p:cNvPr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>
              <a:extLst>
                <a:ext uri="{FF2B5EF4-FFF2-40B4-BE49-F238E27FC236}">
                  <a16:creationId xmlns:a16="http://schemas.microsoft.com/office/drawing/2014/main" id="{2A088F16-0C91-9C48-18C6-6FABF834E7BA}"/>
                </a:ext>
              </a:extLst>
            </p:cNvPr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>
              <a:extLst>
                <a:ext uri="{FF2B5EF4-FFF2-40B4-BE49-F238E27FC236}">
                  <a16:creationId xmlns:a16="http://schemas.microsoft.com/office/drawing/2014/main" id="{82A01BE1-47F0-4F12-522D-A72882A162CF}"/>
                </a:ext>
              </a:extLst>
            </p:cNvPr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>
              <a:extLst>
                <a:ext uri="{FF2B5EF4-FFF2-40B4-BE49-F238E27FC236}">
                  <a16:creationId xmlns:a16="http://schemas.microsoft.com/office/drawing/2014/main" id="{24D3668A-2217-A97C-7B76-ADE775DFCFBF}"/>
                </a:ext>
              </a:extLst>
            </p:cNvPr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>
              <a:extLst>
                <a:ext uri="{FF2B5EF4-FFF2-40B4-BE49-F238E27FC236}">
                  <a16:creationId xmlns:a16="http://schemas.microsoft.com/office/drawing/2014/main" id="{1C2F8881-18D6-6254-F210-797D04984BF7}"/>
                </a:ext>
              </a:extLst>
            </p:cNvPr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>
              <a:extLst>
                <a:ext uri="{FF2B5EF4-FFF2-40B4-BE49-F238E27FC236}">
                  <a16:creationId xmlns:a16="http://schemas.microsoft.com/office/drawing/2014/main" id="{74709E65-B2D9-3C94-CAE0-7B3E4FD58B9C}"/>
                </a:ext>
              </a:extLst>
            </p:cNvPr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>
              <a:extLst>
                <a:ext uri="{FF2B5EF4-FFF2-40B4-BE49-F238E27FC236}">
                  <a16:creationId xmlns:a16="http://schemas.microsoft.com/office/drawing/2014/main" id="{8E1C6AA2-3629-CBA8-72F2-242AF3043899}"/>
                </a:ext>
              </a:extLst>
            </p:cNvPr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>
              <a:extLst>
                <a:ext uri="{FF2B5EF4-FFF2-40B4-BE49-F238E27FC236}">
                  <a16:creationId xmlns:a16="http://schemas.microsoft.com/office/drawing/2014/main" id="{BA5FF77E-CE5C-E34A-9EB9-C933B9525455}"/>
                </a:ext>
              </a:extLst>
            </p:cNvPr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>
              <a:extLst>
                <a:ext uri="{FF2B5EF4-FFF2-40B4-BE49-F238E27FC236}">
                  <a16:creationId xmlns:a16="http://schemas.microsoft.com/office/drawing/2014/main" id="{7D411B1D-14CA-122A-73F1-8EA108AC5B87}"/>
                </a:ext>
              </a:extLst>
            </p:cNvPr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>
              <a:extLst>
                <a:ext uri="{FF2B5EF4-FFF2-40B4-BE49-F238E27FC236}">
                  <a16:creationId xmlns:a16="http://schemas.microsoft.com/office/drawing/2014/main" id="{9786115A-9688-CC3F-FBAF-10C716E2B1FD}"/>
                </a:ext>
              </a:extLst>
            </p:cNvPr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>
              <a:extLst>
                <a:ext uri="{FF2B5EF4-FFF2-40B4-BE49-F238E27FC236}">
                  <a16:creationId xmlns:a16="http://schemas.microsoft.com/office/drawing/2014/main" id="{4E97B38E-92BA-6532-F130-FF1F9A661584}"/>
                </a:ext>
              </a:extLst>
            </p:cNvPr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>
              <a:extLst>
                <a:ext uri="{FF2B5EF4-FFF2-40B4-BE49-F238E27FC236}">
                  <a16:creationId xmlns:a16="http://schemas.microsoft.com/office/drawing/2014/main" id="{5D04745D-DC13-0B90-C827-8F32F881DCEF}"/>
                </a:ext>
              </a:extLst>
            </p:cNvPr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>
              <a:extLst>
                <a:ext uri="{FF2B5EF4-FFF2-40B4-BE49-F238E27FC236}">
                  <a16:creationId xmlns:a16="http://schemas.microsoft.com/office/drawing/2014/main" id="{78DEB18A-28CE-E91C-52B9-04C1C78B4669}"/>
                </a:ext>
              </a:extLst>
            </p:cNvPr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>
              <a:extLst>
                <a:ext uri="{FF2B5EF4-FFF2-40B4-BE49-F238E27FC236}">
                  <a16:creationId xmlns:a16="http://schemas.microsoft.com/office/drawing/2014/main" id="{3641E498-F62D-19B0-D042-7DA7FF3F2261}"/>
                </a:ext>
              </a:extLst>
            </p:cNvPr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>
              <a:extLst>
                <a:ext uri="{FF2B5EF4-FFF2-40B4-BE49-F238E27FC236}">
                  <a16:creationId xmlns:a16="http://schemas.microsoft.com/office/drawing/2014/main" id="{B7C0624B-B466-36A0-837C-F3086A88525E}"/>
                </a:ext>
              </a:extLst>
            </p:cNvPr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>
              <a:extLst>
                <a:ext uri="{FF2B5EF4-FFF2-40B4-BE49-F238E27FC236}">
                  <a16:creationId xmlns:a16="http://schemas.microsoft.com/office/drawing/2014/main" id="{660299BB-65FC-EB5E-0B55-2368566FA2D4}"/>
                </a:ext>
              </a:extLst>
            </p:cNvPr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>
              <a:extLst>
                <a:ext uri="{FF2B5EF4-FFF2-40B4-BE49-F238E27FC236}">
                  <a16:creationId xmlns:a16="http://schemas.microsoft.com/office/drawing/2014/main" id="{03A2C7D7-7A54-B375-A44E-56C646D9D0C0}"/>
                </a:ext>
              </a:extLst>
            </p:cNvPr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>
              <a:extLst>
                <a:ext uri="{FF2B5EF4-FFF2-40B4-BE49-F238E27FC236}">
                  <a16:creationId xmlns:a16="http://schemas.microsoft.com/office/drawing/2014/main" id="{D94C089C-467D-1E65-E20C-AA5C4F931C86}"/>
                </a:ext>
              </a:extLst>
            </p:cNvPr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>
              <a:extLst>
                <a:ext uri="{FF2B5EF4-FFF2-40B4-BE49-F238E27FC236}">
                  <a16:creationId xmlns:a16="http://schemas.microsoft.com/office/drawing/2014/main" id="{C1840F94-B0AA-423A-FBEA-89F706FFE572}"/>
                </a:ext>
              </a:extLst>
            </p:cNvPr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>
              <a:extLst>
                <a:ext uri="{FF2B5EF4-FFF2-40B4-BE49-F238E27FC236}">
                  <a16:creationId xmlns:a16="http://schemas.microsoft.com/office/drawing/2014/main" id="{17A61D9F-E732-4821-0142-08F5AAFAE649}"/>
                </a:ext>
              </a:extLst>
            </p:cNvPr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>
              <a:extLst>
                <a:ext uri="{FF2B5EF4-FFF2-40B4-BE49-F238E27FC236}">
                  <a16:creationId xmlns:a16="http://schemas.microsoft.com/office/drawing/2014/main" id="{287CE207-9025-321E-9E3D-6CCB118DF4DB}"/>
                </a:ext>
              </a:extLst>
            </p:cNvPr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>
              <a:extLst>
                <a:ext uri="{FF2B5EF4-FFF2-40B4-BE49-F238E27FC236}">
                  <a16:creationId xmlns:a16="http://schemas.microsoft.com/office/drawing/2014/main" id="{A58E2A91-0838-7B89-5362-3665EB13355A}"/>
                </a:ext>
              </a:extLst>
            </p:cNvPr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>
              <a:extLst>
                <a:ext uri="{FF2B5EF4-FFF2-40B4-BE49-F238E27FC236}">
                  <a16:creationId xmlns:a16="http://schemas.microsoft.com/office/drawing/2014/main" id="{417D0BF0-B299-115B-F7AE-EC41AB32810B}"/>
                </a:ext>
              </a:extLst>
            </p:cNvPr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>
              <a:extLst>
                <a:ext uri="{FF2B5EF4-FFF2-40B4-BE49-F238E27FC236}">
                  <a16:creationId xmlns:a16="http://schemas.microsoft.com/office/drawing/2014/main" id="{36AFFB33-A6AB-B4B7-4D56-B5D532E61DD0}"/>
                </a:ext>
              </a:extLst>
            </p:cNvPr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>
              <a:extLst>
                <a:ext uri="{FF2B5EF4-FFF2-40B4-BE49-F238E27FC236}">
                  <a16:creationId xmlns:a16="http://schemas.microsoft.com/office/drawing/2014/main" id="{4398EEB7-006E-6376-6318-92A0CE308E36}"/>
                </a:ext>
              </a:extLst>
            </p:cNvPr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>
              <a:extLst>
                <a:ext uri="{FF2B5EF4-FFF2-40B4-BE49-F238E27FC236}">
                  <a16:creationId xmlns:a16="http://schemas.microsoft.com/office/drawing/2014/main" id="{27259FEE-3674-48B1-24B4-A39CD28108F8}"/>
                </a:ext>
              </a:extLst>
            </p:cNvPr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>
              <a:extLst>
                <a:ext uri="{FF2B5EF4-FFF2-40B4-BE49-F238E27FC236}">
                  <a16:creationId xmlns:a16="http://schemas.microsoft.com/office/drawing/2014/main" id="{EDFA3F8C-D891-7DA5-BA19-90C3A4D5259C}"/>
                </a:ext>
              </a:extLst>
            </p:cNvPr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>
              <a:extLst>
                <a:ext uri="{FF2B5EF4-FFF2-40B4-BE49-F238E27FC236}">
                  <a16:creationId xmlns:a16="http://schemas.microsoft.com/office/drawing/2014/main" id="{41EF9313-9CF6-0F79-2CE3-119C61CB10B3}"/>
                </a:ext>
              </a:extLst>
            </p:cNvPr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>
              <a:extLst>
                <a:ext uri="{FF2B5EF4-FFF2-40B4-BE49-F238E27FC236}">
                  <a16:creationId xmlns:a16="http://schemas.microsoft.com/office/drawing/2014/main" id="{6D80429D-4F57-A03B-6CD2-E2A3D5859BF4}"/>
                </a:ext>
              </a:extLst>
            </p:cNvPr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>
              <a:extLst>
                <a:ext uri="{FF2B5EF4-FFF2-40B4-BE49-F238E27FC236}">
                  <a16:creationId xmlns:a16="http://schemas.microsoft.com/office/drawing/2014/main" id="{350B592D-9F1F-DEF0-83B4-74FFDCBA4AC8}"/>
                </a:ext>
              </a:extLst>
            </p:cNvPr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>
              <a:extLst>
                <a:ext uri="{FF2B5EF4-FFF2-40B4-BE49-F238E27FC236}">
                  <a16:creationId xmlns:a16="http://schemas.microsoft.com/office/drawing/2014/main" id="{6FE1E041-14FB-D7E9-37A7-E973156E50A6}"/>
                </a:ext>
              </a:extLst>
            </p:cNvPr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>
              <a:extLst>
                <a:ext uri="{FF2B5EF4-FFF2-40B4-BE49-F238E27FC236}">
                  <a16:creationId xmlns:a16="http://schemas.microsoft.com/office/drawing/2014/main" id="{1A6C7719-F739-9982-53B9-F82F848EAB0B}"/>
                </a:ext>
              </a:extLst>
            </p:cNvPr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>
              <a:extLst>
                <a:ext uri="{FF2B5EF4-FFF2-40B4-BE49-F238E27FC236}">
                  <a16:creationId xmlns:a16="http://schemas.microsoft.com/office/drawing/2014/main" id="{67A795BC-A124-DFAE-5475-82239A5FBC33}"/>
                </a:ext>
              </a:extLst>
            </p:cNvPr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>
              <a:extLst>
                <a:ext uri="{FF2B5EF4-FFF2-40B4-BE49-F238E27FC236}">
                  <a16:creationId xmlns:a16="http://schemas.microsoft.com/office/drawing/2014/main" id="{603F6853-6A72-5B62-511B-C52BA8EDE0C1}"/>
                </a:ext>
              </a:extLst>
            </p:cNvPr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>
              <a:extLst>
                <a:ext uri="{FF2B5EF4-FFF2-40B4-BE49-F238E27FC236}">
                  <a16:creationId xmlns:a16="http://schemas.microsoft.com/office/drawing/2014/main" id="{94483F6A-0C4F-D7A4-0599-2C29F76BD1CF}"/>
                </a:ext>
              </a:extLst>
            </p:cNvPr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>
              <a:extLst>
                <a:ext uri="{FF2B5EF4-FFF2-40B4-BE49-F238E27FC236}">
                  <a16:creationId xmlns:a16="http://schemas.microsoft.com/office/drawing/2014/main" id="{E7B6F6C4-30F2-4451-7030-BFAF95B27722}"/>
                </a:ext>
              </a:extLst>
            </p:cNvPr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>
              <a:extLst>
                <a:ext uri="{FF2B5EF4-FFF2-40B4-BE49-F238E27FC236}">
                  <a16:creationId xmlns:a16="http://schemas.microsoft.com/office/drawing/2014/main" id="{8338013E-80EA-A979-F097-1C51D995C906}"/>
                </a:ext>
              </a:extLst>
            </p:cNvPr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>
              <a:extLst>
                <a:ext uri="{FF2B5EF4-FFF2-40B4-BE49-F238E27FC236}">
                  <a16:creationId xmlns:a16="http://schemas.microsoft.com/office/drawing/2014/main" id="{72458125-D3E8-C834-8165-342EBB94A84A}"/>
                </a:ext>
              </a:extLst>
            </p:cNvPr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>
              <a:extLst>
                <a:ext uri="{FF2B5EF4-FFF2-40B4-BE49-F238E27FC236}">
                  <a16:creationId xmlns:a16="http://schemas.microsoft.com/office/drawing/2014/main" id="{230BA313-8F9C-6124-FAA1-0DE54EC83EE2}"/>
                </a:ext>
              </a:extLst>
            </p:cNvPr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>
              <a:extLst>
                <a:ext uri="{FF2B5EF4-FFF2-40B4-BE49-F238E27FC236}">
                  <a16:creationId xmlns:a16="http://schemas.microsoft.com/office/drawing/2014/main" id="{B2386868-1F2F-7114-367F-395A9915F729}"/>
                </a:ext>
              </a:extLst>
            </p:cNvPr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>
              <a:extLst>
                <a:ext uri="{FF2B5EF4-FFF2-40B4-BE49-F238E27FC236}">
                  <a16:creationId xmlns:a16="http://schemas.microsoft.com/office/drawing/2014/main" id="{5855483C-AA18-9F4E-2C97-22C8D70CEEB0}"/>
                </a:ext>
              </a:extLst>
            </p:cNvPr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>
              <a:extLst>
                <a:ext uri="{FF2B5EF4-FFF2-40B4-BE49-F238E27FC236}">
                  <a16:creationId xmlns:a16="http://schemas.microsoft.com/office/drawing/2014/main" id="{ED2103ED-5154-2813-0E08-1AF7B0930CFE}"/>
                </a:ext>
              </a:extLst>
            </p:cNvPr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>
              <a:extLst>
                <a:ext uri="{FF2B5EF4-FFF2-40B4-BE49-F238E27FC236}">
                  <a16:creationId xmlns:a16="http://schemas.microsoft.com/office/drawing/2014/main" id="{7C36C93B-B2F2-5029-86DD-9107A4EF1C2D}"/>
                </a:ext>
              </a:extLst>
            </p:cNvPr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>
              <a:extLst>
                <a:ext uri="{FF2B5EF4-FFF2-40B4-BE49-F238E27FC236}">
                  <a16:creationId xmlns:a16="http://schemas.microsoft.com/office/drawing/2014/main" id="{6C837516-5CA3-ECC4-16A2-36798B2E00CF}"/>
                </a:ext>
              </a:extLst>
            </p:cNvPr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>
              <a:extLst>
                <a:ext uri="{FF2B5EF4-FFF2-40B4-BE49-F238E27FC236}">
                  <a16:creationId xmlns:a16="http://schemas.microsoft.com/office/drawing/2014/main" id="{D38594B4-F44F-8F8B-62A5-5EAFD08D3921}"/>
                </a:ext>
              </a:extLst>
            </p:cNvPr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>
              <a:extLst>
                <a:ext uri="{FF2B5EF4-FFF2-40B4-BE49-F238E27FC236}">
                  <a16:creationId xmlns:a16="http://schemas.microsoft.com/office/drawing/2014/main" id="{3624DB04-EABA-BAED-A731-C4C738458C6E}"/>
                </a:ext>
              </a:extLst>
            </p:cNvPr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>
              <a:extLst>
                <a:ext uri="{FF2B5EF4-FFF2-40B4-BE49-F238E27FC236}">
                  <a16:creationId xmlns:a16="http://schemas.microsoft.com/office/drawing/2014/main" id="{F4F6F873-6FB4-273B-752F-6E102C3A1006}"/>
                </a:ext>
              </a:extLst>
            </p:cNvPr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>
              <a:extLst>
                <a:ext uri="{FF2B5EF4-FFF2-40B4-BE49-F238E27FC236}">
                  <a16:creationId xmlns:a16="http://schemas.microsoft.com/office/drawing/2014/main" id="{E9A02FE0-6D17-2F86-3991-83AF63801613}"/>
                </a:ext>
              </a:extLst>
            </p:cNvPr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1377;p28">
            <a:extLst>
              <a:ext uri="{FF2B5EF4-FFF2-40B4-BE49-F238E27FC236}">
                <a16:creationId xmlns:a16="http://schemas.microsoft.com/office/drawing/2014/main" id="{83DFFEC3-AF13-C1BC-AC39-8E0E2E472DEA}"/>
              </a:ext>
            </a:extLst>
          </p:cNvPr>
          <p:cNvSpPr/>
          <p:nvPr/>
        </p:nvSpPr>
        <p:spPr>
          <a:xfrm>
            <a:off x="2869052" y="2383953"/>
            <a:ext cx="172213" cy="6889"/>
          </a:xfrm>
          <a:custGeom>
            <a:avLst/>
            <a:gdLst/>
            <a:ahLst/>
            <a:cxnLst/>
            <a:rect l="l" t="t" r="r" b="b"/>
            <a:pathLst>
              <a:path w="3025" h="121" extrusionOk="0">
                <a:moveTo>
                  <a:pt x="56" y="0"/>
                </a:moveTo>
                <a:cubicBezTo>
                  <a:pt x="29" y="0"/>
                  <a:pt x="1" y="28"/>
                  <a:pt x="1" y="56"/>
                </a:cubicBezTo>
                <a:cubicBezTo>
                  <a:pt x="1" y="93"/>
                  <a:pt x="29" y="121"/>
                  <a:pt x="56" y="121"/>
                </a:cubicBezTo>
                <a:lnTo>
                  <a:pt x="2960" y="121"/>
                </a:lnTo>
                <a:cubicBezTo>
                  <a:pt x="2997" y="121"/>
                  <a:pt x="3025" y="93"/>
                  <a:pt x="3025" y="56"/>
                </a:cubicBezTo>
                <a:cubicBezTo>
                  <a:pt x="3025" y="28"/>
                  <a:pt x="2997" y="0"/>
                  <a:pt x="29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377;p28">
            <a:extLst>
              <a:ext uri="{FF2B5EF4-FFF2-40B4-BE49-F238E27FC236}">
                <a16:creationId xmlns:a16="http://schemas.microsoft.com/office/drawing/2014/main" id="{1E792788-FAF0-00C9-E852-525DEB39F9AA}"/>
              </a:ext>
            </a:extLst>
          </p:cNvPr>
          <p:cNvSpPr/>
          <p:nvPr/>
        </p:nvSpPr>
        <p:spPr>
          <a:xfrm>
            <a:off x="3021452" y="2536353"/>
            <a:ext cx="172213" cy="6889"/>
          </a:xfrm>
          <a:custGeom>
            <a:avLst/>
            <a:gdLst/>
            <a:ahLst/>
            <a:cxnLst/>
            <a:rect l="l" t="t" r="r" b="b"/>
            <a:pathLst>
              <a:path w="3025" h="121" extrusionOk="0">
                <a:moveTo>
                  <a:pt x="56" y="0"/>
                </a:moveTo>
                <a:cubicBezTo>
                  <a:pt x="29" y="0"/>
                  <a:pt x="1" y="28"/>
                  <a:pt x="1" y="56"/>
                </a:cubicBezTo>
                <a:cubicBezTo>
                  <a:pt x="1" y="93"/>
                  <a:pt x="29" y="121"/>
                  <a:pt x="56" y="121"/>
                </a:cubicBezTo>
                <a:lnTo>
                  <a:pt x="2960" y="121"/>
                </a:lnTo>
                <a:cubicBezTo>
                  <a:pt x="2997" y="121"/>
                  <a:pt x="3025" y="93"/>
                  <a:pt x="3025" y="56"/>
                </a:cubicBezTo>
                <a:cubicBezTo>
                  <a:pt x="3025" y="28"/>
                  <a:pt x="2997" y="0"/>
                  <a:pt x="29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377;p28">
            <a:extLst>
              <a:ext uri="{FF2B5EF4-FFF2-40B4-BE49-F238E27FC236}">
                <a16:creationId xmlns:a16="http://schemas.microsoft.com/office/drawing/2014/main" id="{9EF4279B-34C1-0204-8F42-5B6B69AA122B}"/>
              </a:ext>
            </a:extLst>
          </p:cNvPr>
          <p:cNvSpPr/>
          <p:nvPr/>
        </p:nvSpPr>
        <p:spPr>
          <a:xfrm>
            <a:off x="3173852" y="2688753"/>
            <a:ext cx="172213" cy="6889"/>
          </a:xfrm>
          <a:custGeom>
            <a:avLst/>
            <a:gdLst/>
            <a:ahLst/>
            <a:cxnLst/>
            <a:rect l="l" t="t" r="r" b="b"/>
            <a:pathLst>
              <a:path w="3025" h="121" extrusionOk="0">
                <a:moveTo>
                  <a:pt x="56" y="0"/>
                </a:moveTo>
                <a:cubicBezTo>
                  <a:pt x="29" y="0"/>
                  <a:pt x="1" y="28"/>
                  <a:pt x="1" y="56"/>
                </a:cubicBezTo>
                <a:cubicBezTo>
                  <a:pt x="1" y="93"/>
                  <a:pt x="29" y="121"/>
                  <a:pt x="56" y="121"/>
                </a:cubicBezTo>
                <a:lnTo>
                  <a:pt x="2960" y="121"/>
                </a:lnTo>
                <a:cubicBezTo>
                  <a:pt x="2997" y="121"/>
                  <a:pt x="3025" y="93"/>
                  <a:pt x="3025" y="56"/>
                </a:cubicBezTo>
                <a:cubicBezTo>
                  <a:pt x="3025" y="28"/>
                  <a:pt x="2997" y="0"/>
                  <a:pt x="29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5" name="TextBox 1494"/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24831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D769A136-817F-34FC-96FC-96AED187B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29">
            <a:extLst>
              <a:ext uri="{FF2B5EF4-FFF2-40B4-BE49-F238E27FC236}">
                <a16:creationId xmlns:a16="http://schemas.microsoft.com/office/drawing/2014/main" id="{9D5C6EA9-732F-A756-07C7-B8AE4B7306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3200" dirty="0"/>
              <a:t>Project Objectives</a:t>
            </a:r>
            <a:endParaRPr lang="en-US" dirty="0"/>
          </a:p>
        </p:txBody>
      </p:sp>
      <p:sp>
        <p:nvSpPr>
          <p:cNvPr id="1503" name="Google Shape;1503;p29">
            <a:extLst>
              <a:ext uri="{FF2B5EF4-FFF2-40B4-BE49-F238E27FC236}">
                <a16:creationId xmlns:a16="http://schemas.microsoft.com/office/drawing/2014/main" id="{8D8F50F5-BECE-3DE2-68A3-0B7912D62FFA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01636" y="1594395"/>
            <a:ext cx="6110976" cy="21775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0"/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04" name="Google Shape;1504;p29">
            <a:extLst>
              <a:ext uri="{FF2B5EF4-FFF2-40B4-BE49-F238E27FC236}">
                <a16:creationId xmlns:a16="http://schemas.microsoft.com/office/drawing/2014/main" id="{6620CF6C-C990-0BAD-2CCB-57BD72F3ABC6}"/>
              </a:ext>
            </a:extLst>
          </p:cNvPr>
          <p:cNvGrpSpPr/>
          <p:nvPr/>
        </p:nvGrpSpPr>
        <p:grpSpPr>
          <a:xfrm>
            <a:off x="7225068" y="3582212"/>
            <a:ext cx="1155488" cy="930983"/>
            <a:chOff x="7225068" y="3582212"/>
            <a:chExt cx="1155488" cy="930983"/>
          </a:xfrm>
        </p:grpSpPr>
        <p:grpSp>
          <p:nvGrpSpPr>
            <p:cNvPr id="1505" name="Google Shape;1505;p29">
              <a:extLst>
                <a:ext uri="{FF2B5EF4-FFF2-40B4-BE49-F238E27FC236}">
                  <a16:creationId xmlns:a16="http://schemas.microsoft.com/office/drawing/2014/main" id="{A47163D7-F7D7-AA3F-17E9-20A11A71F2A5}"/>
                </a:ext>
              </a:extLst>
            </p:cNvPr>
            <p:cNvGrpSpPr/>
            <p:nvPr/>
          </p:nvGrpSpPr>
          <p:grpSpPr>
            <a:xfrm>
              <a:off x="8190795" y="3582212"/>
              <a:ext cx="189761" cy="189761"/>
              <a:chOff x="5448853" y="3419595"/>
              <a:chExt cx="78736" cy="78736"/>
            </a:xfrm>
          </p:grpSpPr>
          <p:sp>
            <p:nvSpPr>
              <p:cNvPr id="1506" name="Google Shape;1506;p29">
                <a:extLst>
                  <a:ext uri="{FF2B5EF4-FFF2-40B4-BE49-F238E27FC236}">
                    <a16:creationId xmlns:a16="http://schemas.microsoft.com/office/drawing/2014/main" id="{7E25A6A7-803A-AD4F-33AC-F192CFE25141}"/>
                  </a:ext>
                </a:extLst>
              </p:cNvPr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9">
                <a:extLst>
                  <a:ext uri="{FF2B5EF4-FFF2-40B4-BE49-F238E27FC236}">
                    <a16:creationId xmlns:a16="http://schemas.microsoft.com/office/drawing/2014/main" id="{CF366F6B-F04B-8379-2882-79F6263DD1CC}"/>
                  </a:ext>
                </a:extLst>
              </p:cNvPr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9">
                <a:extLst>
                  <a:ext uri="{FF2B5EF4-FFF2-40B4-BE49-F238E27FC236}">
                    <a16:creationId xmlns:a16="http://schemas.microsoft.com/office/drawing/2014/main" id="{E15A0B13-870C-C728-D31A-0A15F501A331}"/>
                  </a:ext>
                </a:extLst>
              </p:cNvPr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9">
                <a:extLst>
                  <a:ext uri="{FF2B5EF4-FFF2-40B4-BE49-F238E27FC236}">
                    <a16:creationId xmlns:a16="http://schemas.microsoft.com/office/drawing/2014/main" id="{C016B580-153D-2918-1370-C2915BF941C6}"/>
                  </a:ext>
                </a:extLst>
              </p:cNvPr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9">
                <a:extLst>
                  <a:ext uri="{FF2B5EF4-FFF2-40B4-BE49-F238E27FC236}">
                    <a16:creationId xmlns:a16="http://schemas.microsoft.com/office/drawing/2014/main" id="{67F63B82-A24E-417A-34A8-7E055DEA6C80}"/>
                  </a:ext>
                </a:extLst>
              </p:cNvPr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9">
                <a:extLst>
                  <a:ext uri="{FF2B5EF4-FFF2-40B4-BE49-F238E27FC236}">
                    <a16:creationId xmlns:a16="http://schemas.microsoft.com/office/drawing/2014/main" id="{C38C0B2B-B977-F001-6532-D94514995561}"/>
                  </a:ext>
                </a:extLst>
              </p:cNvPr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9">
                <a:extLst>
                  <a:ext uri="{FF2B5EF4-FFF2-40B4-BE49-F238E27FC236}">
                    <a16:creationId xmlns:a16="http://schemas.microsoft.com/office/drawing/2014/main" id="{3CE51629-147F-2C28-1F81-82918029FBC6}"/>
                  </a:ext>
                </a:extLst>
              </p:cNvPr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9">
                <a:extLst>
                  <a:ext uri="{FF2B5EF4-FFF2-40B4-BE49-F238E27FC236}">
                    <a16:creationId xmlns:a16="http://schemas.microsoft.com/office/drawing/2014/main" id="{D8A0D5E5-7CB7-AEA9-7D41-216A68771F59}"/>
                  </a:ext>
                </a:extLst>
              </p:cNvPr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4" name="Google Shape;1514;p29">
              <a:extLst>
                <a:ext uri="{FF2B5EF4-FFF2-40B4-BE49-F238E27FC236}">
                  <a16:creationId xmlns:a16="http://schemas.microsoft.com/office/drawing/2014/main" id="{E3BBF9B8-01F2-3F74-9E28-CF3479EE1EEA}"/>
                </a:ext>
              </a:extLst>
            </p:cNvPr>
            <p:cNvSpPr/>
            <p:nvPr/>
          </p:nvSpPr>
          <p:spPr>
            <a:xfrm>
              <a:off x="7225068" y="3624794"/>
              <a:ext cx="890332" cy="888400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1647;p31">
            <a:extLst>
              <a:ext uri="{FF2B5EF4-FFF2-40B4-BE49-F238E27FC236}">
                <a16:creationId xmlns:a16="http://schemas.microsoft.com/office/drawing/2014/main" id="{F4C5B517-98F7-EA92-EC2F-41F9FB4B6DE9}"/>
              </a:ext>
            </a:extLst>
          </p:cNvPr>
          <p:cNvGrpSpPr/>
          <p:nvPr/>
        </p:nvGrpSpPr>
        <p:grpSpPr>
          <a:xfrm>
            <a:off x="6850705" y="1902830"/>
            <a:ext cx="1639057" cy="916475"/>
            <a:chOff x="713230" y="2963286"/>
            <a:chExt cx="1639057" cy="916475"/>
          </a:xfrm>
        </p:grpSpPr>
        <p:sp>
          <p:nvSpPr>
            <p:cNvPr id="9" name="Google Shape;1648;p31">
              <a:extLst>
                <a:ext uri="{FF2B5EF4-FFF2-40B4-BE49-F238E27FC236}">
                  <a16:creationId xmlns:a16="http://schemas.microsoft.com/office/drawing/2014/main" id="{5DADD134-9E84-4468-F896-21B8D65FCF23}"/>
                </a:ext>
              </a:extLst>
            </p:cNvPr>
            <p:cNvSpPr/>
            <p:nvPr/>
          </p:nvSpPr>
          <p:spPr>
            <a:xfrm>
              <a:off x="803044" y="2963286"/>
              <a:ext cx="9516" cy="59929"/>
            </a:xfrm>
            <a:custGeom>
              <a:avLst/>
              <a:gdLst/>
              <a:ahLst/>
              <a:cxnLst/>
              <a:rect l="l" t="t" r="r" b="b"/>
              <a:pathLst>
                <a:path w="121" h="76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696"/>
                  </a:lnTo>
                  <a:cubicBezTo>
                    <a:pt x="0" y="734"/>
                    <a:pt x="28" y="761"/>
                    <a:pt x="56" y="761"/>
                  </a:cubicBezTo>
                  <a:cubicBezTo>
                    <a:pt x="93" y="761"/>
                    <a:pt x="121" y="734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49;p31">
              <a:extLst>
                <a:ext uri="{FF2B5EF4-FFF2-40B4-BE49-F238E27FC236}">
                  <a16:creationId xmlns:a16="http://schemas.microsoft.com/office/drawing/2014/main" id="{EAAB0522-E11E-0DDD-31E8-4915BEB07313}"/>
                </a:ext>
              </a:extLst>
            </p:cNvPr>
            <p:cNvSpPr/>
            <p:nvPr/>
          </p:nvSpPr>
          <p:spPr>
            <a:xfrm>
              <a:off x="803044" y="3093131"/>
              <a:ext cx="9516" cy="59222"/>
            </a:xfrm>
            <a:custGeom>
              <a:avLst/>
              <a:gdLst/>
              <a:ahLst/>
              <a:cxnLst/>
              <a:rect l="l" t="t" r="r" b="b"/>
              <a:pathLst>
                <a:path w="121" h="753" extrusionOk="0">
                  <a:moveTo>
                    <a:pt x="56" y="1"/>
                  </a:moveTo>
                  <a:cubicBezTo>
                    <a:pt x="28" y="1"/>
                    <a:pt x="0" y="19"/>
                    <a:pt x="0" y="57"/>
                  </a:cubicBezTo>
                  <a:lnTo>
                    <a:pt x="0" y="697"/>
                  </a:lnTo>
                  <a:cubicBezTo>
                    <a:pt x="0" y="724"/>
                    <a:pt x="28" y="752"/>
                    <a:pt x="56" y="752"/>
                  </a:cubicBezTo>
                  <a:cubicBezTo>
                    <a:pt x="93" y="752"/>
                    <a:pt x="121" y="724"/>
                    <a:pt x="121" y="697"/>
                  </a:cubicBezTo>
                  <a:lnTo>
                    <a:pt x="121" y="57"/>
                  </a:lnTo>
                  <a:cubicBezTo>
                    <a:pt x="121" y="19"/>
                    <a:pt x="93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50;p31">
              <a:extLst>
                <a:ext uri="{FF2B5EF4-FFF2-40B4-BE49-F238E27FC236}">
                  <a16:creationId xmlns:a16="http://schemas.microsoft.com/office/drawing/2014/main" id="{AD910118-4E54-A068-3DB5-82EB72A1B19B}"/>
                </a:ext>
              </a:extLst>
            </p:cNvPr>
            <p:cNvSpPr/>
            <p:nvPr/>
          </p:nvSpPr>
          <p:spPr>
            <a:xfrm>
              <a:off x="842367" y="3053021"/>
              <a:ext cx="59929" cy="9595"/>
            </a:xfrm>
            <a:custGeom>
              <a:avLst/>
              <a:gdLst/>
              <a:ahLst/>
              <a:cxnLst/>
              <a:rect l="l" t="t" r="r" b="b"/>
              <a:pathLst>
                <a:path w="762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706" y="121"/>
                  </a:lnTo>
                  <a:cubicBezTo>
                    <a:pt x="734" y="121"/>
                    <a:pt x="762" y="93"/>
                    <a:pt x="762" y="66"/>
                  </a:cubicBezTo>
                  <a:cubicBezTo>
                    <a:pt x="762" y="29"/>
                    <a:pt x="734" y="1"/>
                    <a:pt x="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51;p31">
              <a:extLst>
                <a:ext uri="{FF2B5EF4-FFF2-40B4-BE49-F238E27FC236}">
                  <a16:creationId xmlns:a16="http://schemas.microsoft.com/office/drawing/2014/main" id="{0F5BD377-BFDC-5797-8F79-949AC8019C11}"/>
                </a:ext>
              </a:extLst>
            </p:cNvPr>
            <p:cNvSpPr/>
            <p:nvPr/>
          </p:nvSpPr>
          <p:spPr>
            <a:xfrm>
              <a:off x="713230" y="3053021"/>
              <a:ext cx="59222" cy="9595"/>
            </a:xfrm>
            <a:custGeom>
              <a:avLst/>
              <a:gdLst/>
              <a:ahLst/>
              <a:cxnLst/>
              <a:rect l="l" t="t" r="r" b="b"/>
              <a:pathLst>
                <a:path w="753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697" y="121"/>
                  </a:lnTo>
                  <a:cubicBezTo>
                    <a:pt x="734" y="121"/>
                    <a:pt x="752" y="93"/>
                    <a:pt x="752" y="66"/>
                  </a:cubicBezTo>
                  <a:cubicBezTo>
                    <a:pt x="752" y="29"/>
                    <a:pt x="734" y="1"/>
                    <a:pt x="6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52;p31">
              <a:extLst>
                <a:ext uri="{FF2B5EF4-FFF2-40B4-BE49-F238E27FC236}">
                  <a16:creationId xmlns:a16="http://schemas.microsoft.com/office/drawing/2014/main" id="{9092EA6B-911A-AAA2-7B57-F653C83FC5F0}"/>
                </a:ext>
              </a:extLst>
            </p:cNvPr>
            <p:cNvSpPr/>
            <p:nvPr/>
          </p:nvSpPr>
          <p:spPr>
            <a:xfrm>
              <a:off x="743902" y="3085896"/>
              <a:ext cx="35863" cy="35785"/>
            </a:xfrm>
            <a:custGeom>
              <a:avLst/>
              <a:gdLst/>
              <a:ahLst/>
              <a:cxnLst/>
              <a:rect l="l" t="t" r="r" b="b"/>
              <a:pathLst>
                <a:path w="456" h="455" extrusionOk="0">
                  <a:moveTo>
                    <a:pt x="1" y="455"/>
                  </a:moveTo>
                  <a:lnTo>
                    <a:pt x="45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53;p31">
              <a:extLst>
                <a:ext uri="{FF2B5EF4-FFF2-40B4-BE49-F238E27FC236}">
                  <a16:creationId xmlns:a16="http://schemas.microsoft.com/office/drawing/2014/main" id="{95A41336-CA30-F53E-26C2-7A928AE407C1}"/>
                </a:ext>
              </a:extLst>
            </p:cNvPr>
            <p:cNvSpPr/>
            <p:nvPr/>
          </p:nvSpPr>
          <p:spPr>
            <a:xfrm>
              <a:off x="738790" y="3081098"/>
              <a:ext cx="46087" cy="44986"/>
            </a:xfrm>
            <a:custGeom>
              <a:avLst/>
              <a:gdLst/>
              <a:ahLst/>
              <a:cxnLst/>
              <a:rect l="l" t="t" r="r" b="b"/>
              <a:pathLst>
                <a:path w="586" h="572" extrusionOk="0">
                  <a:moveTo>
                    <a:pt x="521" y="1"/>
                  </a:moveTo>
                  <a:cubicBezTo>
                    <a:pt x="506" y="1"/>
                    <a:pt x="492" y="5"/>
                    <a:pt x="483" y="15"/>
                  </a:cubicBezTo>
                  <a:lnTo>
                    <a:pt x="28" y="469"/>
                  </a:lnTo>
                  <a:cubicBezTo>
                    <a:pt x="1" y="497"/>
                    <a:pt x="1" y="534"/>
                    <a:pt x="28" y="553"/>
                  </a:cubicBezTo>
                  <a:cubicBezTo>
                    <a:pt x="38" y="562"/>
                    <a:pt x="47" y="571"/>
                    <a:pt x="66" y="571"/>
                  </a:cubicBezTo>
                  <a:cubicBezTo>
                    <a:pt x="84" y="571"/>
                    <a:pt x="93" y="562"/>
                    <a:pt x="112" y="553"/>
                  </a:cubicBezTo>
                  <a:lnTo>
                    <a:pt x="567" y="98"/>
                  </a:lnTo>
                  <a:cubicBezTo>
                    <a:pt x="585" y="80"/>
                    <a:pt x="585" y="43"/>
                    <a:pt x="567" y="15"/>
                  </a:cubicBezTo>
                  <a:cubicBezTo>
                    <a:pt x="553" y="5"/>
                    <a:pt x="536" y="1"/>
                    <a:pt x="5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54;p31">
              <a:extLst>
                <a:ext uri="{FF2B5EF4-FFF2-40B4-BE49-F238E27FC236}">
                  <a16:creationId xmlns:a16="http://schemas.microsoft.com/office/drawing/2014/main" id="{88258CE0-C95D-ED5F-F8A5-51280560755D}"/>
                </a:ext>
              </a:extLst>
            </p:cNvPr>
            <p:cNvSpPr/>
            <p:nvPr/>
          </p:nvSpPr>
          <p:spPr>
            <a:xfrm>
              <a:off x="835840" y="2993958"/>
              <a:ext cx="35785" cy="35785"/>
            </a:xfrm>
            <a:custGeom>
              <a:avLst/>
              <a:gdLst/>
              <a:ahLst/>
              <a:cxnLst/>
              <a:rect l="l" t="t" r="r" b="b"/>
              <a:pathLst>
                <a:path w="455" h="455" extrusionOk="0">
                  <a:moveTo>
                    <a:pt x="0" y="455"/>
                  </a:moveTo>
                  <a:lnTo>
                    <a:pt x="45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55;p31">
              <a:extLst>
                <a:ext uri="{FF2B5EF4-FFF2-40B4-BE49-F238E27FC236}">
                  <a16:creationId xmlns:a16="http://schemas.microsoft.com/office/drawing/2014/main" id="{852DB80E-FB89-55DC-1AF5-03CE6B917BB5}"/>
                </a:ext>
              </a:extLst>
            </p:cNvPr>
            <p:cNvSpPr/>
            <p:nvPr/>
          </p:nvSpPr>
          <p:spPr>
            <a:xfrm>
              <a:off x="830728" y="2989396"/>
              <a:ext cx="46009" cy="45458"/>
            </a:xfrm>
            <a:custGeom>
              <a:avLst/>
              <a:gdLst/>
              <a:ahLst/>
              <a:cxnLst/>
              <a:rect l="l" t="t" r="r" b="b"/>
              <a:pathLst>
                <a:path w="585" h="578" extrusionOk="0">
                  <a:moveTo>
                    <a:pt x="519" y="0"/>
                  </a:moveTo>
                  <a:cubicBezTo>
                    <a:pt x="504" y="0"/>
                    <a:pt x="488" y="7"/>
                    <a:pt x="474" y="21"/>
                  </a:cubicBezTo>
                  <a:lnTo>
                    <a:pt x="19" y="476"/>
                  </a:lnTo>
                  <a:cubicBezTo>
                    <a:pt x="1" y="494"/>
                    <a:pt x="1" y="531"/>
                    <a:pt x="19" y="559"/>
                  </a:cubicBezTo>
                  <a:cubicBezTo>
                    <a:pt x="28" y="568"/>
                    <a:pt x="47" y="578"/>
                    <a:pt x="65" y="578"/>
                  </a:cubicBezTo>
                  <a:cubicBezTo>
                    <a:pt x="75" y="578"/>
                    <a:pt x="93" y="568"/>
                    <a:pt x="103" y="559"/>
                  </a:cubicBezTo>
                  <a:lnTo>
                    <a:pt x="557" y="105"/>
                  </a:lnTo>
                  <a:cubicBezTo>
                    <a:pt x="585" y="77"/>
                    <a:pt x="585" y="40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56;p31">
              <a:extLst>
                <a:ext uri="{FF2B5EF4-FFF2-40B4-BE49-F238E27FC236}">
                  <a16:creationId xmlns:a16="http://schemas.microsoft.com/office/drawing/2014/main" id="{8293811A-1E8D-6870-939B-FF8620D09ECE}"/>
                </a:ext>
              </a:extLst>
            </p:cNvPr>
            <p:cNvSpPr/>
            <p:nvPr/>
          </p:nvSpPr>
          <p:spPr>
            <a:xfrm>
              <a:off x="743902" y="2993958"/>
              <a:ext cx="35863" cy="35785"/>
            </a:xfrm>
            <a:custGeom>
              <a:avLst/>
              <a:gdLst/>
              <a:ahLst/>
              <a:cxnLst/>
              <a:rect l="l" t="t" r="r" b="b"/>
              <a:pathLst>
                <a:path w="456" h="455" extrusionOk="0">
                  <a:moveTo>
                    <a:pt x="1" y="0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57;p31">
              <a:extLst>
                <a:ext uri="{FF2B5EF4-FFF2-40B4-BE49-F238E27FC236}">
                  <a16:creationId xmlns:a16="http://schemas.microsoft.com/office/drawing/2014/main" id="{17AB7D4B-F868-BDCA-019B-23EF761E5040}"/>
                </a:ext>
              </a:extLst>
            </p:cNvPr>
            <p:cNvSpPr/>
            <p:nvPr/>
          </p:nvSpPr>
          <p:spPr>
            <a:xfrm>
              <a:off x="738790" y="2989396"/>
              <a:ext cx="46087" cy="45458"/>
            </a:xfrm>
            <a:custGeom>
              <a:avLst/>
              <a:gdLst/>
              <a:ahLst/>
              <a:cxnLst/>
              <a:rect l="l" t="t" r="r" b="b"/>
              <a:pathLst>
                <a:path w="586" h="578" extrusionOk="0">
                  <a:moveTo>
                    <a:pt x="67" y="0"/>
                  </a:moveTo>
                  <a:cubicBezTo>
                    <a:pt x="52" y="0"/>
                    <a:pt x="38" y="7"/>
                    <a:pt x="28" y="21"/>
                  </a:cubicBezTo>
                  <a:cubicBezTo>
                    <a:pt x="1" y="40"/>
                    <a:pt x="1" y="77"/>
                    <a:pt x="28" y="105"/>
                  </a:cubicBezTo>
                  <a:lnTo>
                    <a:pt x="483" y="559"/>
                  </a:lnTo>
                  <a:cubicBezTo>
                    <a:pt x="492" y="568"/>
                    <a:pt x="502" y="578"/>
                    <a:pt x="520" y="578"/>
                  </a:cubicBezTo>
                  <a:cubicBezTo>
                    <a:pt x="539" y="578"/>
                    <a:pt x="548" y="568"/>
                    <a:pt x="567" y="559"/>
                  </a:cubicBezTo>
                  <a:cubicBezTo>
                    <a:pt x="585" y="531"/>
                    <a:pt x="585" y="494"/>
                    <a:pt x="567" y="476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58;p31">
              <a:extLst>
                <a:ext uri="{FF2B5EF4-FFF2-40B4-BE49-F238E27FC236}">
                  <a16:creationId xmlns:a16="http://schemas.microsoft.com/office/drawing/2014/main" id="{84C6B707-9879-4020-2573-96CA65CD67DD}"/>
                </a:ext>
              </a:extLst>
            </p:cNvPr>
            <p:cNvSpPr/>
            <p:nvPr/>
          </p:nvSpPr>
          <p:spPr>
            <a:xfrm>
              <a:off x="835840" y="3085896"/>
              <a:ext cx="35785" cy="35785"/>
            </a:xfrm>
            <a:custGeom>
              <a:avLst/>
              <a:gdLst/>
              <a:ahLst/>
              <a:cxnLst/>
              <a:rect l="l" t="t" r="r" b="b"/>
              <a:pathLst>
                <a:path w="455" h="455" extrusionOk="0">
                  <a:moveTo>
                    <a:pt x="0" y="0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59;p31">
              <a:extLst>
                <a:ext uri="{FF2B5EF4-FFF2-40B4-BE49-F238E27FC236}">
                  <a16:creationId xmlns:a16="http://schemas.microsoft.com/office/drawing/2014/main" id="{501CC612-BC86-111A-72D4-077A74115485}"/>
                </a:ext>
              </a:extLst>
            </p:cNvPr>
            <p:cNvSpPr/>
            <p:nvPr/>
          </p:nvSpPr>
          <p:spPr>
            <a:xfrm>
              <a:off x="830728" y="3081098"/>
              <a:ext cx="46009" cy="44986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4" y="1"/>
                  </a:moveTo>
                  <a:cubicBezTo>
                    <a:pt x="49" y="1"/>
                    <a:pt x="33" y="5"/>
                    <a:pt x="19" y="15"/>
                  </a:cubicBezTo>
                  <a:cubicBezTo>
                    <a:pt x="1" y="43"/>
                    <a:pt x="1" y="80"/>
                    <a:pt x="19" y="98"/>
                  </a:cubicBezTo>
                  <a:lnTo>
                    <a:pt x="474" y="553"/>
                  </a:lnTo>
                  <a:cubicBezTo>
                    <a:pt x="483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34"/>
                    <a:pt x="585" y="497"/>
                    <a:pt x="557" y="469"/>
                  </a:cubicBezTo>
                  <a:lnTo>
                    <a:pt x="103" y="15"/>
                  </a:lnTo>
                  <a:cubicBezTo>
                    <a:pt x="93" y="5"/>
                    <a:pt x="79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60;p31">
              <a:extLst>
                <a:ext uri="{FF2B5EF4-FFF2-40B4-BE49-F238E27FC236}">
                  <a16:creationId xmlns:a16="http://schemas.microsoft.com/office/drawing/2014/main" id="{FABAD4FA-8069-3A76-3945-6654134EB3A6}"/>
                </a:ext>
              </a:extLst>
            </p:cNvPr>
            <p:cNvSpPr/>
            <p:nvPr/>
          </p:nvSpPr>
          <p:spPr>
            <a:xfrm>
              <a:off x="1099227" y="3149281"/>
              <a:ext cx="70861" cy="71569"/>
            </a:xfrm>
            <a:custGeom>
              <a:avLst/>
              <a:gdLst/>
              <a:ahLst/>
              <a:cxnLst/>
              <a:rect l="l" t="t" r="r" b="b"/>
              <a:pathLst>
                <a:path w="901" h="910" extrusionOk="0">
                  <a:moveTo>
                    <a:pt x="446" y="121"/>
                  </a:moveTo>
                  <a:cubicBezTo>
                    <a:pt x="631" y="121"/>
                    <a:pt x="789" y="270"/>
                    <a:pt x="789" y="455"/>
                  </a:cubicBezTo>
                  <a:cubicBezTo>
                    <a:pt x="789" y="641"/>
                    <a:pt x="631" y="789"/>
                    <a:pt x="446" y="789"/>
                  </a:cubicBezTo>
                  <a:cubicBezTo>
                    <a:pt x="269" y="789"/>
                    <a:pt x="112" y="641"/>
                    <a:pt x="112" y="455"/>
                  </a:cubicBezTo>
                  <a:cubicBezTo>
                    <a:pt x="112" y="270"/>
                    <a:pt x="269" y="121"/>
                    <a:pt x="446" y="121"/>
                  </a:cubicBezTo>
                  <a:close/>
                  <a:moveTo>
                    <a:pt x="446" y="1"/>
                  </a:moveTo>
                  <a:cubicBezTo>
                    <a:pt x="204" y="1"/>
                    <a:pt x="0" y="205"/>
                    <a:pt x="0" y="455"/>
                  </a:cubicBezTo>
                  <a:cubicBezTo>
                    <a:pt x="0" y="706"/>
                    <a:pt x="204" y="910"/>
                    <a:pt x="446" y="910"/>
                  </a:cubicBezTo>
                  <a:cubicBezTo>
                    <a:pt x="696" y="910"/>
                    <a:pt x="900" y="706"/>
                    <a:pt x="900" y="455"/>
                  </a:cubicBezTo>
                  <a:cubicBezTo>
                    <a:pt x="900" y="205"/>
                    <a:pt x="696" y="1"/>
                    <a:pt x="4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61;p31">
              <a:extLst>
                <a:ext uri="{FF2B5EF4-FFF2-40B4-BE49-F238E27FC236}">
                  <a16:creationId xmlns:a16="http://schemas.microsoft.com/office/drawing/2014/main" id="{C7A0188E-C2B6-2105-FB77-B92D5B0CAD6E}"/>
                </a:ext>
              </a:extLst>
            </p:cNvPr>
            <p:cNvSpPr/>
            <p:nvPr/>
          </p:nvSpPr>
          <p:spPr>
            <a:xfrm>
              <a:off x="822706" y="3648376"/>
              <a:ext cx="300669" cy="38773"/>
            </a:xfrm>
            <a:custGeom>
              <a:avLst/>
              <a:gdLst/>
              <a:ahLst/>
              <a:cxnLst/>
              <a:rect l="l" t="t" r="r" b="b"/>
              <a:pathLst>
                <a:path w="3823" h="493" extrusionOk="0">
                  <a:moveTo>
                    <a:pt x="0" y="0"/>
                  </a:moveTo>
                  <a:lnTo>
                    <a:pt x="0" y="492"/>
                  </a:lnTo>
                  <a:lnTo>
                    <a:pt x="3822" y="492"/>
                  </a:lnTo>
                  <a:lnTo>
                    <a:pt x="3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62;p31">
              <a:extLst>
                <a:ext uri="{FF2B5EF4-FFF2-40B4-BE49-F238E27FC236}">
                  <a16:creationId xmlns:a16="http://schemas.microsoft.com/office/drawing/2014/main" id="{BB9B1AE4-8355-F8D2-1918-32B4CA93443F}"/>
                </a:ext>
              </a:extLst>
            </p:cNvPr>
            <p:cNvSpPr/>
            <p:nvPr/>
          </p:nvSpPr>
          <p:spPr>
            <a:xfrm>
              <a:off x="818302" y="3643972"/>
              <a:ext cx="309478" cy="47503"/>
            </a:xfrm>
            <a:custGeom>
              <a:avLst/>
              <a:gdLst/>
              <a:ahLst/>
              <a:cxnLst/>
              <a:rect l="l" t="t" r="r" b="b"/>
              <a:pathLst>
                <a:path w="3935" h="604" extrusionOk="0">
                  <a:moveTo>
                    <a:pt x="3823" y="121"/>
                  </a:moveTo>
                  <a:lnTo>
                    <a:pt x="3823" y="492"/>
                  </a:lnTo>
                  <a:lnTo>
                    <a:pt x="112" y="492"/>
                  </a:lnTo>
                  <a:lnTo>
                    <a:pt x="112" y="121"/>
                  </a:lnTo>
                  <a:close/>
                  <a:moveTo>
                    <a:pt x="56" y="1"/>
                  </a:moveTo>
                  <a:cubicBezTo>
                    <a:pt x="38" y="1"/>
                    <a:pt x="29" y="10"/>
                    <a:pt x="10" y="19"/>
                  </a:cubicBezTo>
                  <a:cubicBezTo>
                    <a:pt x="1" y="29"/>
                    <a:pt x="1" y="47"/>
                    <a:pt x="1" y="56"/>
                  </a:cubicBezTo>
                  <a:lnTo>
                    <a:pt x="1" y="548"/>
                  </a:lnTo>
                  <a:cubicBezTo>
                    <a:pt x="1" y="585"/>
                    <a:pt x="19" y="604"/>
                    <a:pt x="56" y="604"/>
                  </a:cubicBezTo>
                  <a:lnTo>
                    <a:pt x="3878" y="604"/>
                  </a:lnTo>
                  <a:cubicBezTo>
                    <a:pt x="3906" y="604"/>
                    <a:pt x="3934" y="585"/>
                    <a:pt x="3934" y="548"/>
                  </a:cubicBezTo>
                  <a:lnTo>
                    <a:pt x="3934" y="56"/>
                  </a:lnTo>
                  <a:cubicBezTo>
                    <a:pt x="3934" y="47"/>
                    <a:pt x="3925" y="29"/>
                    <a:pt x="3916" y="19"/>
                  </a:cubicBezTo>
                  <a:cubicBezTo>
                    <a:pt x="3906" y="10"/>
                    <a:pt x="3888" y="1"/>
                    <a:pt x="38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63;p31">
              <a:extLst>
                <a:ext uri="{FF2B5EF4-FFF2-40B4-BE49-F238E27FC236}">
                  <a16:creationId xmlns:a16="http://schemas.microsoft.com/office/drawing/2014/main" id="{0DF60F08-9DAB-6825-2024-D86C21D6FF99}"/>
                </a:ext>
              </a:extLst>
            </p:cNvPr>
            <p:cNvSpPr/>
            <p:nvPr/>
          </p:nvSpPr>
          <p:spPr>
            <a:xfrm>
              <a:off x="950349" y="3576887"/>
              <a:ext cx="173025" cy="24853"/>
            </a:xfrm>
            <a:custGeom>
              <a:avLst/>
              <a:gdLst/>
              <a:ahLst/>
              <a:cxnLst/>
              <a:rect l="l" t="t" r="r" b="b"/>
              <a:pathLst>
                <a:path w="2200" h="316" extrusionOk="0">
                  <a:moveTo>
                    <a:pt x="1" y="0"/>
                  </a:moveTo>
                  <a:lnTo>
                    <a:pt x="1" y="316"/>
                  </a:lnTo>
                  <a:lnTo>
                    <a:pt x="2199" y="316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64;p31">
              <a:extLst>
                <a:ext uri="{FF2B5EF4-FFF2-40B4-BE49-F238E27FC236}">
                  <a16:creationId xmlns:a16="http://schemas.microsoft.com/office/drawing/2014/main" id="{67FC8355-14D3-2FD8-0D42-084C45F60859}"/>
                </a:ext>
              </a:extLst>
            </p:cNvPr>
            <p:cNvSpPr/>
            <p:nvPr/>
          </p:nvSpPr>
          <p:spPr>
            <a:xfrm>
              <a:off x="946024" y="3572482"/>
              <a:ext cx="181754" cy="33661"/>
            </a:xfrm>
            <a:custGeom>
              <a:avLst/>
              <a:gdLst/>
              <a:ahLst/>
              <a:cxnLst/>
              <a:rect l="l" t="t" r="r" b="b"/>
              <a:pathLst>
                <a:path w="2311" h="428" extrusionOk="0">
                  <a:moveTo>
                    <a:pt x="2199" y="112"/>
                  </a:moveTo>
                  <a:lnTo>
                    <a:pt x="2199" y="316"/>
                  </a:lnTo>
                  <a:lnTo>
                    <a:pt x="121" y="316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lnTo>
                    <a:pt x="0" y="372"/>
                  </a:lnTo>
                  <a:cubicBezTo>
                    <a:pt x="0" y="390"/>
                    <a:pt x="10" y="400"/>
                    <a:pt x="19" y="418"/>
                  </a:cubicBezTo>
                  <a:cubicBezTo>
                    <a:pt x="28" y="427"/>
                    <a:pt x="47" y="427"/>
                    <a:pt x="56" y="427"/>
                  </a:cubicBezTo>
                  <a:lnTo>
                    <a:pt x="2254" y="427"/>
                  </a:lnTo>
                  <a:cubicBezTo>
                    <a:pt x="2282" y="427"/>
                    <a:pt x="2310" y="409"/>
                    <a:pt x="2310" y="372"/>
                  </a:cubicBezTo>
                  <a:lnTo>
                    <a:pt x="2310" y="56"/>
                  </a:lnTo>
                  <a:cubicBezTo>
                    <a:pt x="2310" y="38"/>
                    <a:pt x="2301" y="28"/>
                    <a:pt x="2292" y="10"/>
                  </a:cubicBezTo>
                  <a:cubicBezTo>
                    <a:pt x="2282" y="1"/>
                    <a:pt x="2264" y="1"/>
                    <a:pt x="2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65;p31">
              <a:extLst>
                <a:ext uri="{FF2B5EF4-FFF2-40B4-BE49-F238E27FC236}">
                  <a16:creationId xmlns:a16="http://schemas.microsoft.com/office/drawing/2014/main" id="{1ED30823-97BA-1927-6450-192123368C73}"/>
                </a:ext>
              </a:extLst>
            </p:cNvPr>
            <p:cNvSpPr/>
            <p:nvPr/>
          </p:nvSpPr>
          <p:spPr>
            <a:xfrm>
              <a:off x="950349" y="3505397"/>
              <a:ext cx="173025" cy="24853"/>
            </a:xfrm>
            <a:custGeom>
              <a:avLst/>
              <a:gdLst/>
              <a:ahLst/>
              <a:cxnLst/>
              <a:rect l="l" t="t" r="r" b="b"/>
              <a:pathLst>
                <a:path w="2200" h="316" extrusionOk="0">
                  <a:moveTo>
                    <a:pt x="1" y="0"/>
                  </a:moveTo>
                  <a:lnTo>
                    <a:pt x="1" y="316"/>
                  </a:lnTo>
                  <a:lnTo>
                    <a:pt x="2199" y="316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66;p31">
              <a:extLst>
                <a:ext uri="{FF2B5EF4-FFF2-40B4-BE49-F238E27FC236}">
                  <a16:creationId xmlns:a16="http://schemas.microsoft.com/office/drawing/2014/main" id="{77AA270E-EA19-B7A3-31B9-F64730C72031}"/>
                </a:ext>
              </a:extLst>
            </p:cNvPr>
            <p:cNvSpPr/>
            <p:nvPr/>
          </p:nvSpPr>
          <p:spPr>
            <a:xfrm>
              <a:off x="946024" y="3500285"/>
              <a:ext cx="181754" cy="34369"/>
            </a:xfrm>
            <a:custGeom>
              <a:avLst/>
              <a:gdLst/>
              <a:ahLst/>
              <a:cxnLst/>
              <a:rect l="l" t="t" r="r" b="b"/>
              <a:pathLst>
                <a:path w="2311" h="437" extrusionOk="0">
                  <a:moveTo>
                    <a:pt x="2199" y="121"/>
                  </a:moveTo>
                  <a:lnTo>
                    <a:pt x="2199" y="316"/>
                  </a:lnTo>
                  <a:lnTo>
                    <a:pt x="121" y="316"/>
                  </a:lnTo>
                  <a:lnTo>
                    <a:pt x="121" y="121"/>
                  </a:lnTo>
                  <a:close/>
                  <a:moveTo>
                    <a:pt x="56" y="0"/>
                  </a:moveTo>
                  <a:cubicBezTo>
                    <a:pt x="47" y="0"/>
                    <a:pt x="28" y="10"/>
                    <a:pt x="19" y="19"/>
                  </a:cubicBezTo>
                  <a:cubicBezTo>
                    <a:pt x="10" y="28"/>
                    <a:pt x="0" y="47"/>
                    <a:pt x="0" y="65"/>
                  </a:cubicBezTo>
                  <a:lnTo>
                    <a:pt x="0" y="381"/>
                  </a:lnTo>
                  <a:cubicBezTo>
                    <a:pt x="0" y="408"/>
                    <a:pt x="28" y="436"/>
                    <a:pt x="56" y="436"/>
                  </a:cubicBezTo>
                  <a:lnTo>
                    <a:pt x="2254" y="436"/>
                  </a:lnTo>
                  <a:cubicBezTo>
                    <a:pt x="2282" y="436"/>
                    <a:pt x="2310" y="408"/>
                    <a:pt x="2310" y="381"/>
                  </a:cubicBezTo>
                  <a:lnTo>
                    <a:pt x="2310" y="65"/>
                  </a:lnTo>
                  <a:cubicBezTo>
                    <a:pt x="2310" y="47"/>
                    <a:pt x="2301" y="28"/>
                    <a:pt x="2292" y="19"/>
                  </a:cubicBezTo>
                  <a:cubicBezTo>
                    <a:pt x="2282" y="10"/>
                    <a:pt x="2264" y="0"/>
                    <a:pt x="2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67;p31">
              <a:extLst>
                <a:ext uri="{FF2B5EF4-FFF2-40B4-BE49-F238E27FC236}">
                  <a16:creationId xmlns:a16="http://schemas.microsoft.com/office/drawing/2014/main" id="{113F5F6E-0266-7420-5420-93F9BA2DC97F}"/>
                </a:ext>
              </a:extLst>
            </p:cNvPr>
            <p:cNvSpPr/>
            <p:nvPr/>
          </p:nvSpPr>
          <p:spPr>
            <a:xfrm>
              <a:off x="1144449" y="3330093"/>
              <a:ext cx="583722" cy="544713"/>
            </a:xfrm>
            <a:custGeom>
              <a:avLst/>
              <a:gdLst/>
              <a:ahLst/>
              <a:cxnLst/>
              <a:rect l="l" t="t" r="r" b="b"/>
              <a:pathLst>
                <a:path w="7422" h="6926" extrusionOk="0">
                  <a:moveTo>
                    <a:pt x="3714" y="0"/>
                  </a:moveTo>
                  <a:cubicBezTo>
                    <a:pt x="2029" y="0"/>
                    <a:pt x="549" y="1227"/>
                    <a:pt x="288" y="2934"/>
                  </a:cubicBezTo>
                  <a:cubicBezTo>
                    <a:pt x="0" y="4827"/>
                    <a:pt x="1299" y="6599"/>
                    <a:pt x="3182" y="6886"/>
                  </a:cubicBezTo>
                  <a:cubicBezTo>
                    <a:pt x="3359" y="6913"/>
                    <a:pt x="3535" y="6926"/>
                    <a:pt x="3708" y="6926"/>
                  </a:cubicBezTo>
                  <a:cubicBezTo>
                    <a:pt x="5393" y="6926"/>
                    <a:pt x="6874" y="5699"/>
                    <a:pt x="7134" y="3992"/>
                  </a:cubicBezTo>
                  <a:cubicBezTo>
                    <a:pt x="7422" y="2099"/>
                    <a:pt x="6123" y="327"/>
                    <a:pt x="4240" y="40"/>
                  </a:cubicBezTo>
                  <a:cubicBezTo>
                    <a:pt x="4063" y="13"/>
                    <a:pt x="3887" y="0"/>
                    <a:pt x="3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68;p31">
              <a:extLst>
                <a:ext uri="{FF2B5EF4-FFF2-40B4-BE49-F238E27FC236}">
                  <a16:creationId xmlns:a16="http://schemas.microsoft.com/office/drawing/2014/main" id="{DB37B3D8-3783-B51F-9404-28C506FAF777}"/>
                </a:ext>
              </a:extLst>
            </p:cNvPr>
            <p:cNvSpPr/>
            <p:nvPr/>
          </p:nvSpPr>
          <p:spPr>
            <a:xfrm>
              <a:off x="1151763" y="3325532"/>
              <a:ext cx="569880" cy="554229"/>
            </a:xfrm>
            <a:custGeom>
              <a:avLst/>
              <a:gdLst/>
              <a:ahLst/>
              <a:cxnLst/>
              <a:rect l="l" t="t" r="r" b="b"/>
              <a:pathLst>
                <a:path w="7246" h="7047" extrusionOk="0">
                  <a:moveTo>
                    <a:pt x="3618" y="116"/>
                  </a:moveTo>
                  <a:cubicBezTo>
                    <a:pt x="3785" y="116"/>
                    <a:pt x="3961" y="126"/>
                    <a:pt x="4138" y="154"/>
                  </a:cubicBezTo>
                  <a:cubicBezTo>
                    <a:pt x="5038" y="293"/>
                    <a:pt x="5826" y="775"/>
                    <a:pt x="6364" y="1508"/>
                  </a:cubicBezTo>
                  <a:cubicBezTo>
                    <a:pt x="6902" y="2241"/>
                    <a:pt x="7125" y="3141"/>
                    <a:pt x="6986" y="4040"/>
                  </a:cubicBezTo>
                  <a:cubicBezTo>
                    <a:pt x="6725" y="5720"/>
                    <a:pt x="5271" y="6929"/>
                    <a:pt x="3621" y="6929"/>
                  </a:cubicBezTo>
                  <a:cubicBezTo>
                    <a:pt x="3449" y="6929"/>
                    <a:pt x="3274" y="6916"/>
                    <a:pt x="3099" y="6888"/>
                  </a:cubicBezTo>
                  <a:cubicBezTo>
                    <a:pt x="2199" y="6749"/>
                    <a:pt x="1410" y="6267"/>
                    <a:pt x="872" y="5534"/>
                  </a:cubicBezTo>
                  <a:cubicBezTo>
                    <a:pt x="334" y="4801"/>
                    <a:pt x="112" y="3901"/>
                    <a:pt x="251" y="3002"/>
                  </a:cubicBezTo>
                  <a:cubicBezTo>
                    <a:pt x="510" y="1322"/>
                    <a:pt x="1967" y="116"/>
                    <a:pt x="3618" y="116"/>
                  </a:cubicBezTo>
                  <a:close/>
                  <a:moveTo>
                    <a:pt x="3618" y="1"/>
                  </a:moveTo>
                  <a:cubicBezTo>
                    <a:pt x="1910" y="1"/>
                    <a:pt x="408" y="1252"/>
                    <a:pt x="139" y="2983"/>
                  </a:cubicBezTo>
                  <a:cubicBezTo>
                    <a:pt x="0" y="3920"/>
                    <a:pt x="223" y="4848"/>
                    <a:pt x="780" y="5608"/>
                  </a:cubicBezTo>
                  <a:cubicBezTo>
                    <a:pt x="1336" y="6360"/>
                    <a:pt x="2152" y="6861"/>
                    <a:pt x="3089" y="7000"/>
                  </a:cubicBezTo>
                  <a:cubicBezTo>
                    <a:pt x="3266" y="7028"/>
                    <a:pt x="3442" y="7046"/>
                    <a:pt x="3618" y="7046"/>
                  </a:cubicBezTo>
                  <a:cubicBezTo>
                    <a:pt x="5325" y="7046"/>
                    <a:pt x="6837" y="5794"/>
                    <a:pt x="7097" y="4059"/>
                  </a:cubicBezTo>
                  <a:cubicBezTo>
                    <a:pt x="7245" y="3122"/>
                    <a:pt x="7013" y="2194"/>
                    <a:pt x="6457" y="1434"/>
                  </a:cubicBezTo>
                  <a:cubicBezTo>
                    <a:pt x="5900" y="682"/>
                    <a:pt x="5084" y="181"/>
                    <a:pt x="4156" y="42"/>
                  </a:cubicBezTo>
                  <a:cubicBezTo>
                    <a:pt x="3975" y="14"/>
                    <a:pt x="3795" y="1"/>
                    <a:pt x="36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69;p31">
              <a:extLst>
                <a:ext uri="{FF2B5EF4-FFF2-40B4-BE49-F238E27FC236}">
                  <a16:creationId xmlns:a16="http://schemas.microsoft.com/office/drawing/2014/main" id="{4B3C7387-7BE1-CABF-F9E6-52D86447B37F}"/>
                </a:ext>
              </a:extLst>
            </p:cNvPr>
            <p:cNvSpPr/>
            <p:nvPr/>
          </p:nvSpPr>
          <p:spPr>
            <a:xfrm>
              <a:off x="1152471" y="3313892"/>
              <a:ext cx="621708" cy="544949"/>
            </a:xfrm>
            <a:custGeom>
              <a:avLst/>
              <a:gdLst/>
              <a:ahLst/>
              <a:cxnLst/>
              <a:rect l="l" t="t" r="r" b="b"/>
              <a:pathLst>
                <a:path w="7905" h="6929" extrusionOk="0">
                  <a:moveTo>
                    <a:pt x="3948" y="1"/>
                  </a:moveTo>
                  <a:cubicBezTo>
                    <a:pt x="3318" y="1"/>
                    <a:pt x="2680" y="173"/>
                    <a:pt x="2106" y="533"/>
                  </a:cubicBezTo>
                  <a:cubicBezTo>
                    <a:pt x="492" y="1554"/>
                    <a:pt x="1" y="3688"/>
                    <a:pt x="1021" y="5311"/>
                  </a:cubicBezTo>
                  <a:cubicBezTo>
                    <a:pt x="1675" y="6354"/>
                    <a:pt x="2801" y="6929"/>
                    <a:pt x="3955" y="6929"/>
                  </a:cubicBezTo>
                  <a:cubicBezTo>
                    <a:pt x="4586" y="6929"/>
                    <a:pt x="5225" y="6757"/>
                    <a:pt x="5798" y="6396"/>
                  </a:cubicBezTo>
                  <a:cubicBezTo>
                    <a:pt x="7413" y="5376"/>
                    <a:pt x="7904" y="3242"/>
                    <a:pt x="6884" y="1619"/>
                  </a:cubicBezTo>
                  <a:cubicBezTo>
                    <a:pt x="6224" y="575"/>
                    <a:pt x="5099" y="1"/>
                    <a:pt x="39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70;p31">
              <a:extLst>
                <a:ext uri="{FF2B5EF4-FFF2-40B4-BE49-F238E27FC236}">
                  <a16:creationId xmlns:a16="http://schemas.microsoft.com/office/drawing/2014/main" id="{A945A0AE-0F55-72E2-36AA-CFED18C9514B}"/>
                </a:ext>
              </a:extLst>
            </p:cNvPr>
            <p:cNvSpPr/>
            <p:nvPr/>
          </p:nvSpPr>
          <p:spPr>
            <a:xfrm>
              <a:off x="1178739" y="3308938"/>
              <a:ext cx="582306" cy="553993"/>
            </a:xfrm>
            <a:custGeom>
              <a:avLst/>
              <a:gdLst/>
              <a:ahLst/>
              <a:cxnLst/>
              <a:rect l="l" t="t" r="r" b="b"/>
              <a:pathLst>
                <a:path w="7404" h="7044" extrusionOk="0">
                  <a:moveTo>
                    <a:pt x="3628" y="114"/>
                  </a:moveTo>
                  <a:cubicBezTo>
                    <a:pt x="3795" y="114"/>
                    <a:pt x="3971" y="133"/>
                    <a:pt x="4138" y="160"/>
                  </a:cubicBezTo>
                  <a:cubicBezTo>
                    <a:pt x="5993" y="439"/>
                    <a:pt x="7273" y="2183"/>
                    <a:pt x="6995" y="4038"/>
                  </a:cubicBezTo>
                  <a:cubicBezTo>
                    <a:pt x="6735" y="5718"/>
                    <a:pt x="5280" y="6926"/>
                    <a:pt x="3630" y="6926"/>
                  </a:cubicBezTo>
                  <a:cubicBezTo>
                    <a:pt x="3458" y="6926"/>
                    <a:pt x="3284" y="6913"/>
                    <a:pt x="3108" y="6886"/>
                  </a:cubicBezTo>
                  <a:cubicBezTo>
                    <a:pt x="2208" y="6747"/>
                    <a:pt x="1420" y="6274"/>
                    <a:pt x="882" y="5541"/>
                  </a:cubicBezTo>
                  <a:cubicBezTo>
                    <a:pt x="344" y="4808"/>
                    <a:pt x="121" y="3908"/>
                    <a:pt x="260" y="3008"/>
                  </a:cubicBezTo>
                  <a:cubicBezTo>
                    <a:pt x="520" y="1320"/>
                    <a:pt x="1976" y="114"/>
                    <a:pt x="3628" y="114"/>
                  </a:cubicBezTo>
                  <a:close/>
                  <a:moveTo>
                    <a:pt x="3629" y="0"/>
                  </a:moveTo>
                  <a:cubicBezTo>
                    <a:pt x="1917" y="0"/>
                    <a:pt x="410" y="1247"/>
                    <a:pt x="149" y="2990"/>
                  </a:cubicBezTo>
                  <a:cubicBezTo>
                    <a:pt x="1" y="3918"/>
                    <a:pt x="232" y="4845"/>
                    <a:pt x="789" y="5606"/>
                  </a:cubicBezTo>
                  <a:cubicBezTo>
                    <a:pt x="1346" y="6367"/>
                    <a:pt x="2162" y="6858"/>
                    <a:pt x="3090" y="7007"/>
                  </a:cubicBezTo>
                  <a:cubicBezTo>
                    <a:pt x="3275" y="7034"/>
                    <a:pt x="3451" y="7044"/>
                    <a:pt x="3628" y="7044"/>
                  </a:cubicBezTo>
                  <a:cubicBezTo>
                    <a:pt x="5335" y="7044"/>
                    <a:pt x="6837" y="5791"/>
                    <a:pt x="7106" y="4057"/>
                  </a:cubicBezTo>
                  <a:cubicBezTo>
                    <a:pt x="7403" y="2136"/>
                    <a:pt x="6077" y="337"/>
                    <a:pt x="4156" y="40"/>
                  </a:cubicBezTo>
                  <a:cubicBezTo>
                    <a:pt x="3979" y="13"/>
                    <a:pt x="3803" y="0"/>
                    <a:pt x="3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71;p31">
              <a:extLst>
                <a:ext uri="{FF2B5EF4-FFF2-40B4-BE49-F238E27FC236}">
                  <a16:creationId xmlns:a16="http://schemas.microsoft.com/office/drawing/2014/main" id="{3500C77E-71CF-576F-DC88-39E252160A55}"/>
                </a:ext>
              </a:extLst>
            </p:cNvPr>
            <p:cNvSpPr/>
            <p:nvPr/>
          </p:nvSpPr>
          <p:spPr>
            <a:xfrm>
              <a:off x="1563950" y="3370439"/>
              <a:ext cx="117578" cy="119701"/>
            </a:xfrm>
            <a:custGeom>
              <a:avLst/>
              <a:gdLst/>
              <a:ahLst/>
              <a:cxnLst/>
              <a:rect l="l" t="t" r="r" b="b"/>
              <a:pathLst>
                <a:path w="1495" h="1522" extrusionOk="0">
                  <a:moveTo>
                    <a:pt x="1" y="0"/>
                  </a:moveTo>
                  <a:lnTo>
                    <a:pt x="1494" y="1521"/>
                  </a:lnTo>
                  <a:cubicBezTo>
                    <a:pt x="1197" y="863"/>
                    <a:pt x="678" y="3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72;p31">
              <a:extLst>
                <a:ext uri="{FF2B5EF4-FFF2-40B4-BE49-F238E27FC236}">
                  <a16:creationId xmlns:a16="http://schemas.microsoft.com/office/drawing/2014/main" id="{B95BE049-A1AF-638A-9FF8-44D9EF271803}"/>
                </a:ext>
              </a:extLst>
            </p:cNvPr>
            <p:cNvSpPr/>
            <p:nvPr/>
          </p:nvSpPr>
          <p:spPr>
            <a:xfrm>
              <a:off x="1555928" y="3363282"/>
              <a:ext cx="132836" cy="133386"/>
            </a:xfrm>
            <a:custGeom>
              <a:avLst/>
              <a:gdLst/>
              <a:ahLst/>
              <a:cxnLst/>
              <a:rect l="l" t="t" r="r" b="b"/>
              <a:pathLst>
                <a:path w="1689" h="1696" extrusionOk="0">
                  <a:moveTo>
                    <a:pt x="104" y="0"/>
                  </a:moveTo>
                  <a:cubicBezTo>
                    <a:pt x="71" y="0"/>
                    <a:pt x="42" y="20"/>
                    <a:pt x="28" y="54"/>
                  </a:cubicBezTo>
                  <a:cubicBezTo>
                    <a:pt x="1" y="100"/>
                    <a:pt x="19" y="147"/>
                    <a:pt x="65" y="175"/>
                  </a:cubicBezTo>
                  <a:cubicBezTo>
                    <a:pt x="715" y="471"/>
                    <a:pt x="1225" y="991"/>
                    <a:pt x="1513" y="1650"/>
                  </a:cubicBezTo>
                  <a:cubicBezTo>
                    <a:pt x="1531" y="1677"/>
                    <a:pt x="1559" y="1696"/>
                    <a:pt x="1596" y="1696"/>
                  </a:cubicBezTo>
                  <a:lnTo>
                    <a:pt x="1633" y="1696"/>
                  </a:lnTo>
                  <a:cubicBezTo>
                    <a:pt x="1670" y="1668"/>
                    <a:pt x="1689" y="1622"/>
                    <a:pt x="1670" y="1575"/>
                  </a:cubicBezTo>
                  <a:cubicBezTo>
                    <a:pt x="1364" y="889"/>
                    <a:pt x="826" y="332"/>
                    <a:pt x="140" y="8"/>
                  </a:cubicBezTo>
                  <a:cubicBezTo>
                    <a:pt x="128" y="3"/>
                    <a:pt x="116" y="0"/>
                    <a:pt x="1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73;p31">
              <a:extLst>
                <a:ext uri="{FF2B5EF4-FFF2-40B4-BE49-F238E27FC236}">
                  <a16:creationId xmlns:a16="http://schemas.microsoft.com/office/drawing/2014/main" id="{8A73A6DE-1575-17ED-D839-A6E79EE21414}"/>
                </a:ext>
              </a:extLst>
            </p:cNvPr>
            <p:cNvSpPr/>
            <p:nvPr/>
          </p:nvSpPr>
          <p:spPr>
            <a:xfrm rot="5918326">
              <a:off x="2304784" y="3508695"/>
              <a:ext cx="47503" cy="47503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158" y="1"/>
                  </a:moveTo>
                  <a:lnTo>
                    <a:pt x="0" y="437"/>
                  </a:lnTo>
                  <a:lnTo>
                    <a:pt x="436" y="604"/>
                  </a:lnTo>
                  <a:lnTo>
                    <a:pt x="603" y="159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74;p31">
              <a:extLst>
                <a:ext uri="{FF2B5EF4-FFF2-40B4-BE49-F238E27FC236}">
                  <a16:creationId xmlns:a16="http://schemas.microsoft.com/office/drawing/2014/main" id="{82E6129C-50D7-9125-EED9-C185D68D2D67}"/>
                </a:ext>
              </a:extLst>
            </p:cNvPr>
            <p:cNvSpPr/>
            <p:nvPr/>
          </p:nvSpPr>
          <p:spPr>
            <a:xfrm>
              <a:off x="1277991" y="3581212"/>
              <a:ext cx="151790" cy="76524"/>
            </a:xfrm>
            <a:custGeom>
              <a:avLst/>
              <a:gdLst/>
              <a:ahLst/>
              <a:cxnLst/>
              <a:rect l="l" t="t" r="r" b="b"/>
              <a:pathLst>
                <a:path w="1930" h="973" extrusionOk="0">
                  <a:moveTo>
                    <a:pt x="965" y="1"/>
                  </a:moveTo>
                  <a:cubicBezTo>
                    <a:pt x="427" y="1"/>
                    <a:pt x="0" y="437"/>
                    <a:pt x="0" y="966"/>
                  </a:cubicBezTo>
                  <a:cubicBezTo>
                    <a:pt x="0" y="970"/>
                    <a:pt x="483" y="973"/>
                    <a:pt x="965" y="973"/>
                  </a:cubicBezTo>
                  <a:cubicBezTo>
                    <a:pt x="1447" y="973"/>
                    <a:pt x="1930" y="970"/>
                    <a:pt x="1930" y="966"/>
                  </a:cubicBezTo>
                  <a:cubicBezTo>
                    <a:pt x="1930" y="437"/>
                    <a:pt x="1494" y="1"/>
                    <a:pt x="9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75;p31">
              <a:extLst>
                <a:ext uri="{FF2B5EF4-FFF2-40B4-BE49-F238E27FC236}">
                  <a16:creationId xmlns:a16="http://schemas.microsoft.com/office/drawing/2014/main" id="{FA34E2EE-FF3E-0874-894F-F3ED648D1264}"/>
                </a:ext>
              </a:extLst>
            </p:cNvPr>
            <p:cNvSpPr/>
            <p:nvPr/>
          </p:nvSpPr>
          <p:spPr>
            <a:xfrm>
              <a:off x="1272879" y="3576887"/>
              <a:ext cx="161306" cy="85411"/>
            </a:xfrm>
            <a:custGeom>
              <a:avLst/>
              <a:gdLst/>
              <a:ahLst/>
              <a:cxnLst/>
              <a:rect l="l" t="t" r="r" b="b"/>
              <a:pathLst>
                <a:path w="2051" h="1086" extrusionOk="0">
                  <a:moveTo>
                    <a:pt x="1030" y="112"/>
                  </a:moveTo>
                  <a:cubicBezTo>
                    <a:pt x="1512" y="112"/>
                    <a:pt x="1902" y="492"/>
                    <a:pt x="1930" y="965"/>
                  </a:cubicBezTo>
                  <a:lnTo>
                    <a:pt x="121" y="965"/>
                  </a:lnTo>
                  <a:cubicBezTo>
                    <a:pt x="149" y="492"/>
                    <a:pt x="548" y="112"/>
                    <a:pt x="1030" y="112"/>
                  </a:cubicBezTo>
                  <a:close/>
                  <a:moveTo>
                    <a:pt x="1030" y="0"/>
                  </a:moveTo>
                  <a:cubicBezTo>
                    <a:pt x="464" y="0"/>
                    <a:pt x="0" y="455"/>
                    <a:pt x="0" y="1021"/>
                  </a:cubicBezTo>
                  <a:cubicBezTo>
                    <a:pt x="0" y="1076"/>
                    <a:pt x="0" y="1076"/>
                    <a:pt x="408" y="1086"/>
                  </a:cubicBezTo>
                  <a:lnTo>
                    <a:pt x="1132" y="1086"/>
                  </a:lnTo>
                  <a:cubicBezTo>
                    <a:pt x="2050" y="1086"/>
                    <a:pt x="2050" y="1086"/>
                    <a:pt x="2050" y="1021"/>
                  </a:cubicBezTo>
                  <a:cubicBezTo>
                    <a:pt x="2050" y="455"/>
                    <a:pt x="1587" y="0"/>
                    <a:pt x="10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76;p31">
              <a:extLst>
                <a:ext uri="{FF2B5EF4-FFF2-40B4-BE49-F238E27FC236}">
                  <a16:creationId xmlns:a16="http://schemas.microsoft.com/office/drawing/2014/main" id="{B6D0ECC0-907D-CF97-5114-FB5D4A5E9FC1}"/>
                </a:ext>
              </a:extLst>
            </p:cNvPr>
            <p:cNvSpPr/>
            <p:nvPr/>
          </p:nvSpPr>
          <p:spPr>
            <a:xfrm>
              <a:off x="1310787" y="3484241"/>
              <a:ext cx="86198" cy="86905"/>
            </a:xfrm>
            <a:custGeom>
              <a:avLst/>
              <a:gdLst/>
              <a:ahLst/>
              <a:cxnLst/>
              <a:rect l="l" t="t" r="r" b="b"/>
              <a:pathLst>
                <a:path w="1096" h="1105" extrusionOk="0">
                  <a:moveTo>
                    <a:pt x="548" y="0"/>
                  </a:moveTo>
                  <a:cubicBezTo>
                    <a:pt x="251" y="0"/>
                    <a:pt x="1" y="251"/>
                    <a:pt x="1" y="548"/>
                  </a:cubicBezTo>
                  <a:cubicBezTo>
                    <a:pt x="1" y="854"/>
                    <a:pt x="251" y="1104"/>
                    <a:pt x="548" y="1104"/>
                  </a:cubicBezTo>
                  <a:cubicBezTo>
                    <a:pt x="854" y="1104"/>
                    <a:pt x="1095" y="854"/>
                    <a:pt x="1095" y="548"/>
                  </a:cubicBezTo>
                  <a:cubicBezTo>
                    <a:pt x="1095" y="251"/>
                    <a:pt x="854" y="0"/>
                    <a:pt x="5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77;p31">
              <a:extLst>
                <a:ext uri="{FF2B5EF4-FFF2-40B4-BE49-F238E27FC236}">
                  <a16:creationId xmlns:a16="http://schemas.microsoft.com/office/drawing/2014/main" id="{B3C835A4-BD5C-C53B-72C3-CC79D1B06E32}"/>
                </a:ext>
              </a:extLst>
            </p:cNvPr>
            <p:cNvSpPr/>
            <p:nvPr/>
          </p:nvSpPr>
          <p:spPr>
            <a:xfrm>
              <a:off x="1306383" y="3479837"/>
              <a:ext cx="95714" cy="95635"/>
            </a:xfrm>
            <a:custGeom>
              <a:avLst/>
              <a:gdLst/>
              <a:ahLst/>
              <a:cxnLst/>
              <a:rect l="l" t="t" r="r" b="b"/>
              <a:pathLst>
                <a:path w="1217" h="1216" extrusionOk="0">
                  <a:moveTo>
                    <a:pt x="604" y="121"/>
                  </a:moveTo>
                  <a:cubicBezTo>
                    <a:pt x="882" y="121"/>
                    <a:pt x="1096" y="334"/>
                    <a:pt x="1096" y="604"/>
                  </a:cubicBezTo>
                  <a:cubicBezTo>
                    <a:pt x="1096" y="882"/>
                    <a:pt x="882" y="1095"/>
                    <a:pt x="604" y="1095"/>
                  </a:cubicBezTo>
                  <a:cubicBezTo>
                    <a:pt x="335" y="1095"/>
                    <a:pt x="122" y="882"/>
                    <a:pt x="122" y="604"/>
                  </a:cubicBezTo>
                  <a:cubicBezTo>
                    <a:pt x="122" y="334"/>
                    <a:pt x="335" y="121"/>
                    <a:pt x="604" y="121"/>
                  </a:cubicBezTo>
                  <a:close/>
                  <a:moveTo>
                    <a:pt x="604" y="1"/>
                  </a:moveTo>
                  <a:cubicBezTo>
                    <a:pt x="270" y="1"/>
                    <a:pt x="1" y="279"/>
                    <a:pt x="1" y="613"/>
                  </a:cubicBezTo>
                  <a:cubicBezTo>
                    <a:pt x="1" y="947"/>
                    <a:pt x="270" y="1216"/>
                    <a:pt x="604" y="1216"/>
                  </a:cubicBezTo>
                  <a:cubicBezTo>
                    <a:pt x="938" y="1216"/>
                    <a:pt x="1216" y="947"/>
                    <a:pt x="1216" y="613"/>
                  </a:cubicBezTo>
                  <a:cubicBezTo>
                    <a:pt x="1216" y="279"/>
                    <a:pt x="938" y="1"/>
                    <a:pt x="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78;p31">
              <a:extLst>
                <a:ext uri="{FF2B5EF4-FFF2-40B4-BE49-F238E27FC236}">
                  <a16:creationId xmlns:a16="http://schemas.microsoft.com/office/drawing/2014/main" id="{8CAFD2ED-4BF7-47B0-0162-933238A42895}"/>
                </a:ext>
              </a:extLst>
            </p:cNvPr>
            <p:cNvSpPr/>
            <p:nvPr/>
          </p:nvSpPr>
          <p:spPr>
            <a:xfrm>
              <a:off x="1499775" y="3581212"/>
              <a:ext cx="152576" cy="76524"/>
            </a:xfrm>
            <a:custGeom>
              <a:avLst/>
              <a:gdLst/>
              <a:ahLst/>
              <a:cxnLst/>
              <a:rect l="l" t="t" r="r" b="b"/>
              <a:pathLst>
                <a:path w="1940" h="973" extrusionOk="0">
                  <a:moveTo>
                    <a:pt x="965" y="1"/>
                  </a:moveTo>
                  <a:cubicBezTo>
                    <a:pt x="436" y="1"/>
                    <a:pt x="0" y="437"/>
                    <a:pt x="0" y="966"/>
                  </a:cubicBezTo>
                  <a:cubicBezTo>
                    <a:pt x="0" y="970"/>
                    <a:pt x="485" y="973"/>
                    <a:pt x="970" y="973"/>
                  </a:cubicBezTo>
                  <a:cubicBezTo>
                    <a:pt x="1454" y="973"/>
                    <a:pt x="1939" y="970"/>
                    <a:pt x="1939" y="966"/>
                  </a:cubicBezTo>
                  <a:cubicBezTo>
                    <a:pt x="1939" y="437"/>
                    <a:pt x="1503" y="1"/>
                    <a:pt x="9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79;p31">
              <a:extLst>
                <a:ext uri="{FF2B5EF4-FFF2-40B4-BE49-F238E27FC236}">
                  <a16:creationId xmlns:a16="http://schemas.microsoft.com/office/drawing/2014/main" id="{4A08C3EA-0AD2-FB92-9695-F9D8D92552AD}"/>
                </a:ext>
              </a:extLst>
            </p:cNvPr>
            <p:cNvSpPr/>
            <p:nvPr/>
          </p:nvSpPr>
          <p:spPr>
            <a:xfrm>
              <a:off x="1495370" y="3576887"/>
              <a:ext cx="161306" cy="85411"/>
            </a:xfrm>
            <a:custGeom>
              <a:avLst/>
              <a:gdLst/>
              <a:ahLst/>
              <a:cxnLst/>
              <a:rect l="l" t="t" r="r" b="b"/>
              <a:pathLst>
                <a:path w="2051" h="1086" extrusionOk="0">
                  <a:moveTo>
                    <a:pt x="1030" y="112"/>
                  </a:moveTo>
                  <a:cubicBezTo>
                    <a:pt x="1503" y="112"/>
                    <a:pt x="1902" y="492"/>
                    <a:pt x="1930" y="965"/>
                  </a:cubicBezTo>
                  <a:lnTo>
                    <a:pt x="121" y="965"/>
                  </a:lnTo>
                  <a:cubicBezTo>
                    <a:pt x="149" y="492"/>
                    <a:pt x="548" y="112"/>
                    <a:pt x="1030" y="112"/>
                  </a:cubicBezTo>
                  <a:close/>
                  <a:moveTo>
                    <a:pt x="1021" y="0"/>
                  </a:moveTo>
                  <a:cubicBezTo>
                    <a:pt x="464" y="0"/>
                    <a:pt x="1" y="455"/>
                    <a:pt x="1" y="1021"/>
                  </a:cubicBezTo>
                  <a:cubicBezTo>
                    <a:pt x="1" y="1076"/>
                    <a:pt x="1" y="1076"/>
                    <a:pt x="399" y="1086"/>
                  </a:cubicBezTo>
                  <a:lnTo>
                    <a:pt x="1132" y="1086"/>
                  </a:lnTo>
                  <a:cubicBezTo>
                    <a:pt x="2051" y="1086"/>
                    <a:pt x="2051" y="1086"/>
                    <a:pt x="2051" y="1021"/>
                  </a:cubicBezTo>
                  <a:cubicBezTo>
                    <a:pt x="2051" y="455"/>
                    <a:pt x="1587" y="0"/>
                    <a:pt x="10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80;p31">
              <a:extLst>
                <a:ext uri="{FF2B5EF4-FFF2-40B4-BE49-F238E27FC236}">
                  <a16:creationId xmlns:a16="http://schemas.microsoft.com/office/drawing/2014/main" id="{2D76C866-36E0-53C8-BC81-D3B464BD2EA8}"/>
                </a:ext>
              </a:extLst>
            </p:cNvPr>
            <p:cNvSpPr/>
            <p:nvPr/>
          </p:nvSpPr>
          <p:spPr>
            <a:xfrm>
              <a:off x="1533278" y="3484241"/>
              <a:ext cx="86198" cy="86905"/>
            </a:xfrm>
            <a:custGeom>
              <a:avLst/>
              <a:gdLst/>
              <a:ahLst/>
              <a:cxnLst/>
              <a:rect l="l" t="t" r="r" b="b"/>
              <a:pathLst>
                <a:path w="1096" h="1105" extrusionOk="0">
                  <a:moveTo>
                    <a:pt x="548" y="0"/>
                  </a:moveTo>
                  <a:cubicBezTo>
                    <a:pt x="251" y="0"/>
                    <a:pt x="1" y="251"/>
                    <a:pt x="1" y="557"/>
                  </a:cubicBezTo>
                  <a:cubicBezTo>
                    <a:pt x="1" y="854"/>
                    <a:pt x="242" y="1104"/>
                    <a:pt x="548" y="1104"/>
                  </a:cubicBezTo>
                  <a:cubicBezTo>
                    <a:pt x="854" y="1104"/>
                    <a:pt x="1096" y="854"/>
                    <a:pt x="1096" y="557"/>
                  </a:cubicBezTo>
                  <a:cubicBezTo>
                    <a:pt x="1096" y="251"/>
                    <a:pt x="854" y="0"/>
                    <a:pt x="5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81;p31">
              <a:extLst>
                <a:ext uri="{FF2B5EF4-FFF2-40B4-BE49-F238E27FC236}">
                  <a16:creationId xmlns:a16="http://schemas.microsoft.com/office/drawing/2014/main" id="{89653947-5A6E-861C-7F52-9E2E833FE62D}"/>
                </a:ext>
              </a:extLst>
            </p:cNvPr>
            <p:cNvSpPr/>
            <p:nvPr/>
          </p:nvSpPr>
          <p:spPr>
            <a:xfrm>
              <a:off x="1528952" y="3479837"/>
              <a:ext cx="95635" cy="95635"/>
            </a:xfrm>
            <a:custGeom>
              <a:avLst/>
              <a:gdLst/>
              <a:ahLst/>
              <a:cxnLst/>
              <a:rect l="l" t="t" r="r" b="b"/>
              <a:pathLst>
                <a:path w="1216" h="1216" extrusionOk="0">
                  <a:moveTo>
                    <a:pt x="603" y="121"/>
                  </a:moveTo>
                  <a:cubicBezTo>
                    <a:pt x="872" y="121"/>
                    <a:pt x="1095" y="334"/>
                    <a:pt x="1095" y="604"/>
                  </a:cubicBezTo>
                  <a:cubicBezTo>
                    <a:pt x="1095" y="882"/>
                    <a:pt x="872" y="1095"/>
                    <a:pt x="603" y="1095"/>
                  </a:cubicBezTo>
                  <a:cubicBezTo>
                    <a:pt x="334" y="1095"/>
                    <a:pt x="112" y="882"/>
                    <a:pt x="112" y="604"/>
                  </a:cubicBezTo>
                  <a:cubicBezTo>
                    <a:pt x="112" y="334"/>
                    <a:pt x="334" y="121"/>
                    <a:pt x="603" y="121"/>
                  </a:cubicBezTo>
                  <a:close/>
                  <a:moveTo>
                    <a:pt x="603" y="1"/>
                  </a:moveTo>
                  <a:cubicBezTo>
                    <a:pt x="269" y="1"/>
                    <a:pt x="0" y="279"/>
                    <a:pt x="0" y="613"/>
                  </a:cubicBezTo>
                  <a:cubicBezTo>
                    <a:pt x="0" y="947"/>
                    <a:pt x="269" y="1216"/>
                    <a:pt x="603" y="1216"/>
                  </a:cubicBezTo>
                  <a:cubicBezTo>
                    <a:pt x="937" y="1216"/>
                    <a:pt x="1216" y="947"/>
                    <a:pt x="1216" y="613"/>
                  </a:cubicBezTo>
                  <a:cubicBezTo>
                    <a:pt x="1216" y="279"/>
                    <a:pt x="937" y="1"/>
                    <a:pt x="6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82;p31">
              <a:extLst>
                <a:ext uri="{FF2B5EF4-FFF2-40B4-BE49-F238E27FC236}">
                  <a16:creationId xmlns:a16="http://schemas.microsoft.com/office/drawing/2014/main" id="{D6653478-B711-7EF0-6107-A4A17B6609DF}"/>
                </a:ext>
              </a:extLst>
            </p:cNvPr>
            <p:cNvSpPr/>
            <p:nvPr/>
          </p:nvSpPr>
          <p:spPr>
            <a:xfrm>
              <a:off x="1374962" y="3594346"/>
              <a:ext cx="172317" cy="86512"/>
            </a:xfrm>
            <a:custGeom>
              <a:avLst/>
              <a:gdLst/>
              <a:ahLst/>
              <a:cxnLst/>
              <a:rect l="l" t="t" r="r" b="b"/>
              <a:pathLst>
                <a:path w="2191" h="1100" extrusionOk="0">
                  <a:moveTo>
                    <a:pt x="1096" y="1"/>
                  </a:moveTo>
                  <a:cubicBezTo>
                    <a:pt x="493" y="1"/>
                    <a:pt x="1" y="493"/>
                    <a:pt x="1" y="1096"/>
                  </a:cubicBezTo>
                  <a:cubicBezTo>
                    <a:pt x="1" y="1096"/>
                    <a:pt x="974" y="1100"/>
                    <a:pt x="1623" y="1100"/>
                  </a:cubicBezTo>
                  <a:cubicBezTo>
                    <a:pt x="1947" y="1100"/>
                    <a:pt x="2190" y="1099"/>
                    <a:pt x="2190" y="1096"/>
                  </a:cubicBezTo>
                  <a:cubicBezTo>
                    <a:pt x="2190" y="493"/>
                    <a:pt x="1699" y="1"/>
                    <a:pt x="10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683;p31">
              <a:extLst>
                <a:ext uri="{FF2B5EF4-FFF2-40B4-BE49-F238E27FC236}">
                  <a16:creationId xmlns:a16="http://schemas.microsoft.com/office/drawing/2014/main" id="{91C5E4EA-3AA5-7D5F-B175-BCA1395B0AEC}"/>
                </a:ext>
              </a:extLst>
            </p:cNvPr>
            <p:cNvSpPr/>
            <p:nvPr/>
          </p:nvSpPr>
          <p:spPr>
            <a:xfrm>
              <a:off x="1370637" y="3590021"/>
              <a:ext cx="180968" cy="95635"/>
            </a:xfrm>
            <a:custGeom>
              <a:avLst/>
              <a:gdLst/>
              <a:ahLst/>
              <a:cxnLst/>
              <a:rect l="l" t="t" r="r" b="b"/>
              <a:pathLst>
                <a:path w="2301" h="1216" extrusionOk="0">
                  <a:moveTo>
                    <a:pt x="1151" y="112"/>
                  </a:moveTo>
                  <a:cubicBezTo>
                    <a:pt x="1707" y="112"/>
                    <a:pt x="2162" y="548"/>
                    <a:pt x="2190" y="1095"/>
                  </a:cubicBezTo>
                  <a:lnTo>
                    <a:pt x="112" y="1095"/>
                  </a:lnTo>
                  <a:cubicBezTo>
                    <a:pt x="139" y="548"/>
                    <a:pt x="594" y="112"/>
                    <a:pt x="1151" y="112"/>
                  </a:cubicBezTo>
                  <a:close/>
                  <a:moveTo>
                    <a:pt x="1151" y="0"/>
                  </a:moveTo>
                  <a:cubicBezTo>
                    <a:pt x="510" y="0"/>
                    <a:pt x="0" y="511"/>
                    <a:pt x="0" y="1151"/>
                  </a:cubicBezTo>
                  <a:cubicBezTo>
                    <a:pt x="0" y="1206"/>
                    <a:pt x="0" y="1206"/>
                    <a:pt x="446" y="1216"/>
                  </a:cubicBezTo>
                  <a:lnTo>
                    <a:pt x="1271" y="1216"/>
                  </a:lnTo>
                  <a:cubicBezTo>
                    <a:pt x="2301" y="1216"/>
                    <a:pt x="2301" y="1216"/>
                    <a:pt x="2301" y="1151"/>
                  </a:cubicBezTo>
                  <a:cubicBezTo>
                    <a:pt x="2301" y="511"/>
                    <a:pt x="1791" y="0"/>
                    <a:pt x="1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684;p31">
              <a:extLst>
                <a:ext uri="{FF2B5EF4-FFF2-40B4-BE49-F238E27FC236}">
                  <a16:creationId xmlns:a16="http://schemas.microsoft.com/office/drawing/2014/main" id="{B6C91EB0-B011-C278-4AB6-EC9C60550519}"/>
                </a:ext>
              </a:extLst>
            </p:cNvPr>
            <p:cNvSpPr/>
            <p:nvPr/>
          </p:nvSpPr>
          <p:spPr>
            <a:xfrm>
              <a:off x="1412949" y="3484241"/>
              <a:ext cx="97837" cy="98545"/>
            </a:xfrm>
            <a:custGeom>
              <a:avLst/>
              <a:gdLst/>
              <a:ahLst/>
              <a:cxnLst/>
              <a:rect l="l" t="t" r="r" b="b"/>
              <a:pathLst>
                <a:path w="1244" h="1253" extrusionOk="0">
                  <a:moveTo>
                    <a:pt x="622" y="0"/>
                  </a:moveTo>
                  <a:cubicBezTo>
                    <a:pt x="279" y="0"/>
                    <a:pt x="0" y="278"/>
                    <a:pt x="0" y="622"/>
                  </a:cubicBezTo>
                  <a:cubicBezTo>
                    <a:pt x="0" y="974"/>
                    <a:pt x="279" y="1253"/>
                    <a:pt x="622" y="1253"/>
                  </a:cubicBezTo>
                  <a:cubicBezTo>
                    <a:pt x="965" y="1253"/>
                    <a:pt x="1243" y="974"/>
                    <a:pt x="1243" y="622"/>
                  </a:cubicBezTo>
                  <a:cubicBezTo>
                    <a:pt x="1243" y="278"/>
                    <a:pt x="965" y="0"/>
                    <a:pt x="6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685;p31">
              <a:extLst>
                <a:ext uri="{FF2B5EF4-FFF2-40B4-BE49-F238E27FC236}">
                  <a16:creationId xmlns:a16="http://schemas.microsoft.com/office/drawing/2014/main" id="{EFD41079-24A9-2377-D3D5-B0EB16E374A6}"/>
                </a:ext>
              </a:extLst>
            </p:cNvPr>
            <p:cNvSpPr/>
            <p:nvPr/>
          </p:nvSpPr>
          <p:spPr>
            <a:xfrm>
              <a:off x="1407837" y="3479837"/>
              <a:ext cx="107354" cy="107354"/>
            </a:xfrm>
            <a:custGeom>
              <a:avLst/>
              <a:gdLst/>
              <a:ahLst/>
              <a:cxnLst/>
              <a:rect l="l" t="t" r="r" b="b"/>
              <a:pathLst>
                <a:path w="1365" h="1365" extrusionOk="0">
                  <a:moveTo>
                    <a:pt x="687" y="121"/>
                  </a:moveTo>
                  <a:cubicBezTo>
                    <a:pt x="993" y="121"/>
                    <a:pt x="1253" y="372"/>
                    <a:pt x="1253" y="678"/>
                  </a:cubicBezTo>
                  <a:cubicBezTo>
                    <a:pt x="1253" y="993"/>
                    <a:pt x="993" y="1244"/>
                    <a:pt x="687" y="1244"/>
                  </a:cubicBezTo>
                  <a:cubicBezTo>
                    <a:pt x="371" y="1244"/>
                    <a:pt x="121" y="993"/>
                    <a:pt x="121" y="678"/>
                  </a:cubicBezTo>
                  <a:cubicBezTo>
                    <a:pt x="121" y="372"/>
                    <a:pt x="371" y="121"/>
                    <a:pt x="687" y="121"/>
                  </a:cubicBezTo>
                  <a:close/>
                  <a:moveTo>
                    <a:pt x="687" y="1"/>
                  </a:moveTo>
                  <a:cubicBezTo>
                    <a:pt x="307" y="1"/>
                    <a:pt x="0" y="307"/>
                    <a:pt x="0" y="678"/>
                  </a:cubicBezTo>
                  <a:cubicBezTo>
                    <a:pt x="0" y="1058"/>
                    <a:pt x="307" y="1364"/>
                    <a:pt x="687" y="1364"/>
                  </a:cubicBezTo>
                  <a:cubicBezTo>
                    <a:pt x="1058" y="1364"/>
                    <a:pt x="1364" y="1058"/>
                    <a:pt x="1364" y="678"/>
                  </a:cubicBezTo>
                  <a:cubicBezTo>
                    <a:pt x="1364" y="307"/>
                    <a:pt x="1058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5" name="TextBox 1514"/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F64EC53-D90A-4C3A-067A-B711F08C5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447" y="1478554"/>
            <a:ext cx="5194051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Practice the complete software testing lifecycle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Write clear test scenarios and test cases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Execute manual testing to find defects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 main user flows using Selenium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 API responses using Postman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teamwork, task planning, and documentation skills</a:t>
            </a:r>
          </a:p>
        </p:txBody>
      </p:sp>
    </p:spTree>
    <p:extLst>
      <p:ext uri="{BB962C8B-B14F-4D97-AF65-F5344CB8AC3E}">
        <p14:creationId xmlns:p14="http://schemas.microsoft.com/office/powerpoint/2010/main" val="99707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>
          <a:extLst>
            <a:ext uri="{FF2B5EF4-FFF2-40B4-BE49-F238E27FC236}">
              <a16:creationId xmlns:a16="http://schemas.microsoft.com/office/drawing/2014/main" id="{30E28DC2-ABE5-B93D-54D2-759D31A2D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28">
            <a:extLst>
              <a:ext uri="{FF2B5EF4-FFF2-40B4-BE49-F238E27FC236}">
                <a16:creationId xmlns:a16="http://schemas.microsoft.com/office/drawing/2014/main" id="{55C207D0-12FE-E1BD-8749-FAEE3003673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69226" y="1021357"/>
            <a:ext cx="5362221" cy="18626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sz="2800" dirty="0"/>
              <a:t>Testing Scope</a:t>
            </a:r>
          </a:p>
        </p:txBody>
      </p:sp>
      <p:grpSp>
        <p:nvGrpSpPr>
          <p:cNvPr id="1291" name="Google Shape;1291;p28">
            <a:extLst>
              <a:ext uri="{FF2B5EF4-FFF2-40B4-BE49-F238E27FC236}">
                <a16:creationId xmlns:a16="http://schemas.microsoft.com/office/drawing/2014/main" id="{A4A1A012-241C-BD4C-08A5-64C48EDFA3CD}"/>
              </a:ext>
            </a:extLst>
          </p:cNvPr>
          <p:cNvGrpSpPr/>
          <p:nvPr/>
        </p:nvGrpSpPr>
        <p:grpSpPr>
          <a:xfrm>
            <a:off x="720960" y="1144151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>
              <a:extLst>
                <a:ext uri="{FF2B5EF4-FFF2-40B4-BE49-F238E27FC236}">
                  <a16:creationId xmlns:a16="http://schemas.microsoft.com/office/drawing/2014/main" id="{5E03C357-4A0D-E08B-1221-D675DA82536D}"/>
                </a:ext>
              </a:extLst>
            </p:cNvPr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>
              <a:extLst>
                <a:ext uri="{FF2B5EF4-FFF2-40B4-BE49-F238E27FC236}">
                  <a16:creationId xmlns:a16="http://schemas.microsoft.com/office/drawing/2014/main" id="{6D4DCE05-024F-99D8-5AB6-AEAC4ABDABDE}"/>
                </a:ext>
              </a:extLst>
            </p:cNvPr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>
              <a:extLst>
                <a:ext uri="{FF2B5EF4-FFF2-40B4-BE49-F238E27FC236}">
                  <a16:creationId xmlns:a16="http://schemas.microsoft.com/office/drawing/2014/main" id="{23D4EFD5-57C5-6A42-51E6-14AADAEAA567}"/>
                </a:ext>
              </a:extLst>
            </p:cNvPr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>
              <a:extLst>
                <a:ext uri="{FF2B5EF4-FFF2-40B4-BE49-F238E27FC236}">
                  <a16:creationId xmlns:a16="http://schemas.microsoft.com/office/drawing/2014/main" id="{6C912DF7-88C3-4E10-B906-5ED40075A02F}"/>
                </a:ext>
              </a:extLst>
            </p:cNvPr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>
              <a:extLst>
                <a:ext uri="{FF2B5EF4-FFF2-40B4-BE49-F238E27FC236}">
                  <a16:creationId xmlns:a16="http://schemas.microsoft.com/office/drawing/2014/main" id="{5C96C724-47DB-F69A-22B3-5FFCFB5FFA0B}"/>
                </a:ext>
              </a:extLst>
            </p:cNvPr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>
              <a:extLst>
                <a:ext uri="{FF2B5EF4-FFF2-40B4-BE49-F238E27FC236}">
                  <a16:creationId xmlns:a16="http://schemas.microsoft.com/office/drawing/2014/main" id="{9E07756A-0DD1-3E5B-7DDB-83AC5261373F}"/>
                </a:ext>
              </a:extLst>
            </p:cNvPr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>
              <a:extLst>
                <a:ext uri="{FF2B5EF4-FFF2-40B4-BE49-F238E27FC236}">
                  <a16:creationId xmlns:a16="http://schemas.microsoft.com/office/drawing/2014/main" id="{83C15E2F-A9F4-EC36-C049-0CA304B8BFD5}"/>
                </a:ext>
              </a:extLst>
            </p:cNvPr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>
              <a:extLst>
                <a:ext uri="{FF2B5EF4-FFF2-40B4-BE49-F238E27FC236}">
                  <a16:creationId xmlns:a16="http://schemas.microsoft.com/office/drawing/2014/main" id="{8EC2C9D7-5DAD-3FF8-5FF5-1BF908E1676A}"/>
                </a:ext>
              </a:extLst>
            </p:cNvPr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>
              <a:extLst>
                <a:ext uri="{FF2B5EF4-FFF2-40B4-BE49-F238E27FC236}">
                  <a16:creationId xmlns:a16="http://schemas.microsoft.com/office/drawing/2014/main" id="{8F8799EE-46F7-45ED-C753-C56669EA3CDA}"/>
                </a:ext>
              </a:extLst>
            </p:cNvPr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>
              <a:extLst>
                <a:ext uri="{FF2B5EF4-FFF2-40B4-BE49-F238E27FC236}">
                  <a16:creationId xmlns:a16="http://schemas.microsoft.com/office/drawing/2014/main" id="{1A82C07D-55A3-4FC6-1B2B-1D0FFB7C9020}"/>
                </a:ext>
              </a:extLst>
            </p:cNvPr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>
              <a:extLst>
                <a:ext uri="{FF2B5EF4-FFF2-40B4-BE49-F238E27FC236}">
                  <a16:creationId xmlns:a16="http://schemas.microsoft.com/office/drawing/2014/main" id="{52520A30-3E57-769F-9210-998D50F1F266}"/>
                </a:ext>
              </a:extLst>
            </p:cNvPr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>
              <a:extLst>
                <a:ext uri="{FF2B5EF4-FFF2-40B4-BE49-F238E27FC236}">
                  <a16:creationId xmlns:a16="http://schemas.microsoft.com/office/drawing/2014/main" id="{929C36EE-BC7F-7E42-B15C-97938B261A32}"/>
                </a:ext>
              </a:extLst>
            </p:cNvPr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>
              <a:extLst>
                <a:ext uri="{FF2B5EF4-FFF2-40B4-BE49-F238E27FC236}">
                  <a16:creationId xmlns:a16="http://schemas.microsoft.com/office/drawing/2014/main" id="{5AD08DB7-4E7B-AF0E-9039-26A782BB2D31}"/>
                </a:ext>
              </a:extLst>
            </p:cNvPr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>
              <a:extLst>
                <a:ext uri="{FF2B5EF4-FFF2-40B4-BE49-F238E27FC236}">
                  <a16:creationId xmlns:a16="http://schemas.microsoft.com/office/drawing/2014/main" id="{D7A84BCC-891D-9E9D-BA27-7527A8F015AC}"/>
                </a:ext>
              </a:extLst>
            </p:cNvPr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>
              <a:extLst>
                <a:ext uri="{FF2B5EF4-FFF2-40B4-BE49-F238E27FC236}">
                  <a16:creationId xmlns:a16="http://schemas.microsoft.com/office/drawing/2014/main" id="{2C19CAD3-8002-0F28-F47B-7CA4A38E71F7}"/>
                </a:ext>
              </a:extLst>
            </p:cNvPr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>
              <a:extLst>
                <a:ext uri="{FF2B5EF4-FFF2-40B4-BE49-F238E27FC236}">
                  <a16:creationId xmlns:a16="http://schemas.microsoft.com/office/drawing/2014/main" id="{F063992D-04D5-3FAD-20A6-BDC33C2AF046}"/>
                </a:ext>
              </a:extLst>
            </p:cNvPr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>
              <a:extLst>
                <a:ext uri="{FF2B5EF4-FFF2-40B4-BE49-F238E27FC236}">
                  <a16:creationId xmlns:a16="http://schemas.microsoft.com/office/drawing/2014/main" id="{55AF92AF-E3F6-5373-923F-91BC57D83EFC}"/>
                </a:ext>
              </a:extLst>
            </p:cNvPr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>
              <a:extLst>
                <a:ext uri="{FF2B5EF4-FFF2-40B4-BE49-F238E27FC236}">
                  <a16:creationId xmlns:a16="http://schemas.microsoft.com/office/drawing/2014/main" id="{17D0FD24-53F5-77DE-448B-E391E64D1DEA}"/>
                </a:ext>
              </a:extLst>
            </p:cNvPr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>
              <a:extLst>
                <a:ext uri="{FF2B5EF4-FFF2-40B4-BE49-F238E27FC236}">
                  <a16:creationId xmlns:a16="http://schemas.microsoft.com/office/drawing/2014/main" id="{ACB9EFE2-49F9-A411-3A9F-C10536B8A3FE}"/>
                </a:ext>
              </a:extLst>
            </p:cNvPr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>
              <a:extLst>
                <a:ext uri="{FF2B5EF4-FFF2-40B4-BE49-F238E27FC236}">
                  <a16:creationId xmlns:a16="http://schemas.microsoft.com/office/drawing/2014/main" id="{6439E32E-2C82-805E-6AF6-1C837F9B2587}"/>
                </a:ext>
              </a:extLst>
            </p:cNvPr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>
              <a:extLst>
                <a:ext uri="{FF2B5EF4-FFF2-40B4-BE49-F238E27FC236}">
                  <a16:creationId xmlns:a16="http://schemas.microsoft.com/office/drawing/2014/main" id="{A7848D6C-8226-3D00-6C02-85CED75A8391}"/>
                </a:ext>
              </a:extLst>
            </p:cNvPr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>
              <a:extLst>
                <a:ext uri="{FF2B5EF4-FFF2-40B4-BE49-F238E27FC236}">
                  <a16:creationId xmlns:a16="http://schemas.microsoft.com/office/drawing/2014/main" id="{54B60E2B-303D-304E-DD43-E72581B28B09}"/>
                </a:ext>
              </a:extLst>
            </p:cNvPr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>
              <a:extLst>
                <a:ext uri="{FF2B5EF4-FFF2-40B4-BE49-F238E27FC236}">
                  <a16:creationId xmlns:a16="http://schemas.microsoft.com/office/drawing/2014/main" id="{40375B12-288B-6B80-7DB2-B1A2E704D933}"/>
                </a:ext>
              </a:extLst>
            </p:cNvPr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>
              <a:extLst>
                <a:ext uri="{FF2B5EF4-FFF2-40B4-BE49-F238E27FC236}">
                  <a16:creationId xmlns:a16="http://schemas.microsoft.com/office/drawing/2014/main" id="{2E894E1D-EDDD-FEE6-0FD8-A74C76B7BD1F}"/>
                </a:ext>
              </a:extLst>
            </p:cNvPr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>
              <a:extLst>
                <a:ext uri="{FF2B5EF4-FFF2-40B4-BE49-F238E27FC236}">
                  <a16:creationId xmlns:a16="http://schemas.microsoft.com/office/drawing/2014/main" id="{008AA2C9-8938-A407-0342-CA14BA1CB958}"/>
                </a:ext>
              </a:extLst>
            </p:cNvPr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>
              <a:extLst>
                <a:ext uri="{FF2B5EF4-FFF2-40B4-BE49-F238E27FC236}">
                  <a16:creationId xmlns:a16="http://schemas.microsoft.com/office/drawing/2014/main" id="{63C5CAA1-5DB4-6F08-7EA4-C827B44F5CBD}"/>
                </a:ext>
              </a:extLst>
            </p:cNvPr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>
              <a:extLst>
                <a:ext uri="{FF2B5EF4-FFF2-40B4-BE49-F238E27FC236}">
                  <a16:creationId xmlns:a16="http://schemas.microsoft.com/office/drawing/2014/main" id="{65945774-83CF-9532-7BD8-44823ABBED6F}"/>
                </a:ext>
              </a:extLst>
            </p:cNvPr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>
              <a:extLst>
                <a:ext uri="{FF2B5EF4-FFF2-40B4-BE49-F238E27FC236}">
                  <a16:creationId xmlns:a16="http://schemas.microsoft.com/office/drawing/2014/main" id="{219C783F-3630-15BC-3143-F6D14D998269}"/>
                </a:ext>
              </a:extLst>
            </p:cNvPr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>
              <a:extLst>
                <a:ext uri="{FF2B5EF4-FFF2-40B4-BE49-F238E27FC236}">
                  <a16:creationId xmlns:a16="http://schemas.microsoft.com/office/drawing/2014/main" id="{E53A779C-A8BC-ED77-B778-D8391AF81ED1}"/>
                </a:ext>
              </a:extLst>
            </p:cNvPr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>
              <a:extLst>
                <a:ext uri="{FF2B5EF4-FFF2-40B4-BE49-F238E27FC236}">
                  <a16:creationId xmlns:a16="http://schemas.microsoft.com/office/drawing/2014/main" id="{E72FCB4B-A98E-C1F4-02FF-F95B669A20F3}"/>
                </a:ext>
              </a:extLst>
            </p:cNvPr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>
              <a:extLst>
                <a:ext uri="{FF2B5EF4-FFF2-40B4-BE49-F238E27FC236}">
                  <a16:creationId xmlns:a16="http://schemas.microsoft.com/office/drawing/2014/main" id="{0FB30F93-6321-4C4B-DF19-50F4FEEA1398}"/>
                </a:ext>
              </a:extLst>
            </p:cNvPr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>
              <a:extLst>
                <a:ext uri="{FF2B5EF4-FFF2-40B4-BE49-F238E27FC236}">
                  <a16:creationId xmlns:a16="http://schemas.microsoft.com/office/drawing/2014/main" id="{FC02D4B6-934B-B459-0BDB-96CA521689E8}"/>
                </a:ext>
              </a:extLst>
            </p:cNvPr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>
              <a:extLst>
                <a:ext uri="{FF2B5EF4-FFF2-40B4-BE49-F238E27FC236}">
                  <a16:creationId xmlns:a16="http://schemas.microsoft.com/office/drawing/2014/main" id="{DE3385BF-D0B6-4125-3B15-2F06BA9EC83D}"/>
                </a:ext>
              </a:extLst>
            </p:cNvPr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>
              <a:extLst>
                <a:ext uri="{FF2B5EF4-FFF2-40B4-BE49-F238E27FC236}">
                  <a16:creationId xmlns:a16="http://schemas.microsoft.com/office/drawing/2014/main" id="{FF31A332-903E-ABC1-7A1F-4B85704B8F35}"/>
                </a:ext>
              </a:extLst>
            </p:cNvPr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>
              <a:extLst>
                <a:ext uri="{FF2B5EF4-FFF2-40B4-BE49-F238E27FC236}">
                  <a16:creationId xmlns:a16="http://schemas.microsoft.com/office/drawing/2014/main" id="{A9F62D78-B760-F8CB-12A9-E3F5620436AB}"/>
                </a:ext>
              </a:extLst>
            </p:cNvPr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>
              <a:extLst>
                <a:ext uri="{FF2B5EF4-FFF2-40B4-BE49-F238E27FC236}">
                  <a16:creationId xmlns:a16="http://schemas.microsoft.com/office/drawing/2014/main" id="{4C40E5B9-41AF-9B8E-3DF1-097AAC72EFEE}"/>
                </a:ext>
              </a:extLst>
            </p:cNvPr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>
              <a:extLst>
                <a:ext uri="{FF2B5EF4-FFF2-40B4-BE49-F238E27FC236}">
                  <a16:creationId xmlns:a16="http://schemas.microsoft.com/office/drawing/2014/main" id="{C3399315-6234-C1E9-2BA6-72ABFB3CA13A}"/>
                </a:ext>
              </a:extLst>
            </p:cNvPr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>
              <a:extLst>
                <a:ext uri="{FF2B5EF4-FFF2-40B4-BE49-F238E27FC236}">
                  <a16:creationId xmlns:a16="http://schemas.microsoft.com/office/drawing/2014/main" id="{A686B6D3-2BF4-4E2D-B68D-37B342FD65D2}"/>
                </a:ext>
              </a:extLst>
            </p:cNvPr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>
              <a:extLst>
                <a:ext uri="{FF2B5EF4-FFF2-40B4-BE49-F238E27FC236}">
                  <a16:creationId xmlns:a16="http://schemas.microsoft.com/office/drawing/2014/main" id="{1054BE22-7190-33EA-2D9F-79D50B97BD3A}"/>
                </a:ext>
              </a:extLst>
            </p:cNvPr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>
              <a:extLst>
                <a:ext uri="{FF2B5EF4-FFF2-40B4-BE49-F238E27FC236}">
                  <a16:creationId xmlns:a16="http://schemas.microsoft.com/office/drawing/2014/main" id="{F31AE159-FD3A-426C-6FB2-92EE415F52D4}"/>
                </a:ext>
              </a:extLst>
            </p:cNvPr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>
              <a:extLst>
                <a:ext uri="{FF2B5EF4-FFF2-40B4-BE49-F238E27FC236}">
                  <a16:creationId xmlns:a16="http://schemas.microsoft.com/office/drawing/2014/main" id="{C6A855F7-075A-E2DC-8822-67190DD7F8C2}"/>
                </a:ext>
              </a:extLst>
            </p:cNvPr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>
              <a:extLst>
                <a:ext uri="{FF2B5EF4-FFF2-40B4-BE49-F238E27FC236}">
                  <a16:creationId xmlns:a16="http://schemas.microsoft.com/office/drawing/2014/main" id="{8437A39D-3D01-47FE-BAEF-D571717A1476}"/>
                </a:ext>
              </a:extLst>
            </p:cNvPr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>
              <a:extLst>
                <a:ext uri="{FF2B5EF4-FFF2-40B4-BE49-F238E27FC236}">
                  <a16:creationId xmlns:a16="http://schemas.microsoft.com/office/drawing/2014/main" id="{46EB1EE6-1C82-9D8D-3EDB-F599B621AF72}"/>
                </a:ext>
              </a:extLst>
            </p:cNvPr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>
              <a:extLst>
                <a:ext uri="{FF2B5EF4-FFF2-40B4-BE49-F238E27FC236}">
                  <a16:creationId xmlns:a16="http://schemas.microsoft.com/office/drawing/2014/main" id="{BD3F4EB7-3163-0BB2-0C06-A5B281899E07}"/>
                </a:ext>
              </a:extLst>
            </p:cNvPr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>
              <a:extLst>
                <a:ext uri="{FF2B5EF4-FFF2-40B4-BE49-F238E27FC236}">
                  <a16:creationId xmlns:a16="http://schemas.microsoft.com/office/drawing/2014/main" id="{2B4E475A-1ECD-FADD-24D0-B6DF5B51FEB9}"/>
                </a:ext>
              </a:extLst>
            </p:cNvPr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>
              <a:extLst>
                <a:ext uri="{FF2B5EF4-FFF2-40B4-BE49-F238E27FC236}">
                  <a16:creationId xmlns:a16="http://schemas.microsoft.com/office/drawing/2014/main" id="{D240339D-37DB-A623-2A4A-5D23ECEA7B76}"/>
                </a:ext>
              </a:extLst>
            </p:cNvPr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>
              <a:extLst>
                <a:ext uri="{FF2B5EF4-FFF2-40B4-BE49-F238E27FC236}">
                  <a16:creationId xmlns:a16="http://schemas.microsoft.com/office/drawing/2014/main" id="{A0ECEF93-BF83-8E11-3CC0-8B0B608AAE7A}"/>
                </a:ext>
              </a:extLst>
            </p:cNvPr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>
              <a:extLst>
                <a:ext uri="{FF2B5EF4-FFF2-40B4-BE49-F238E27FC236}">
                  <a16:creationId xmlns:a16="http://schemas.microsoft.com/office/drawing/2014/main" id="{EF365EF6-8034-8F59-FF8D-F587CD216E0F}"/>
                </a:ext>
              </a:extLst>
            </p:cNvPr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>
              <a:extLst>
                <a:ext uri="{FF2B5EF4-FFF2-40B4-BE49-F238E27FC236}">
                  <a16:creationId xmlns:a16="http://schemas.microsoft.com/office/drawing/2014/main" id="{833DDF55-99F2-E14F-F5F2-67CFFD7ADD52}"/>
                </a:ext>
              </a:extLst>
            </p:cNvPr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>
              <a:extLst>
                <a:ext uri="{FF2B5EF4-FFF2-40B4-BE49-F238E27FC236}">
                  <a16:creationId xmlns:a16="http://schemas.microsoft.com/office/drawing/2014/main" id="{94C18889-0C22-569D-6075-AB4152DC4A99}"/>
                </a:ext>
              </a:extLst>
            </p:cNvPr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>
              <a:extLst>
                <a:ext uri="{FF2B5EF4-FFF2-40B4-BE49-F238E27FC236}">
                  <a16:creationId xmlns:a16="http://schemas.microsoft.com/office/drawing/2014/main" id="{7A9A9C4B-189E-345A-BBD0-CC9504EA5DB3}"/>
                </a:ext>
              </a:extLst>
            </p:cNvPr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>
              <a:extLst>
                <a:ext uri="{FF2B5EF4-FFF2-40B4-BE49-F238E27FC236}">
                  <a16:creationId xmlns:a16="http://schemas.microsoft.com/office/drawing/2014/main" id="{54F41DCC-CDF4-470C-CE69-77D0A30C2E18}"/>
                </a:ext>
              </a:extLst>
            </p:cNvPr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>
              <a:extLst>
                <a:ext uri="{FF2B5EF4-FFF2-40B4-BE49-F238E27FC236}">
                  <a16:creationId xmlns:a16="http://schemas.microsoft.com/office/drawing/2014/main" id="{37F68D53-5389-85FE-2DCD-8C6884646AD5}"/>
                </a:ext>
              </a:extLst>
            </p:cNvPr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>
              <a:extLst>
                <a:ext uri="{FF2B5EF4-FFF2-40B4-BE49-F238E27FC236}">
                  <a16:creationId xmlns:a16="http://schemas.microsoft.com/office/drawing/2014/main" id="{9797F2CE-03F3-DB41-64DC-4FC360F1983E}"/>
                </a:ext>
              </a:extLst>
            </p:cNvPr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>
              <a:extLst>
                <a:ext uri="{FF2B5EF4-FFF2-40B4-BE49-F238E27FC236}">
                  <a16:creationId xmlns:a16="http://schemas.microsoft.com/office/drawing/2014/main" id="{95515FBE-B33B-6362-CF4E-873CFA385CF6}"/>
                </a:ext>
              </a:extLst>
            </p:cNvPr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>
              <a:extLst>
                <a:ext uri="{FF2B5EF4-FFF2-40B4-BE49-F238E27FC236}">
                  <a16:creationId xmlns:a16="http://schemas.microsoft.com/office/drawing/2014/main" id="{FBAAB970-8F3D-7D32-CF68-A1DD58302CA8}"/>
                </a:ext>
              </a:extLst>
            </p:cNvPr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>
              <a:extLst>
                <a:ext uri="{FF2B5EF4-FFF2-40B4-BE49-F238E27FC236}">
                  <a16:creationId xmlns:a16="http://schemas.microsoft.com/office/drawing/2014/main" id="{005F1BD7-137B-4CF4-B5B7-A5B705824596}"/>
                </a:ext>
              </a:extLst>
            </p:cNvPr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>
              <a:extLst>
                <a:ext uri="{FF2B5EF4-FFF2-40B4-BE49-F238E27FC236}">
                  <a16:creationId xmlns:a16="http://schemas.microsoft.com/office/drawing/2014/main" id="{94601F9E-8573-76F9-1228-EB6C8C1FD5CE}"/>
                </a:ext>
              </a:extLst>
            </p:cNvPr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>
              <a:extLst>
                <a:ext uri="{FF2B5EF4-FFF2-40B4-BE49-F238E27FC236}">
                  <a16:creationId xmlns:a16="http://schemas.microsoft.com/office/drawing/2014/main" id="{AF37361F-A320-6B53-3E27-97920B4AD2D0}"/>
                </a:ext>
              </a:extLst>
            </p:cNvPr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>
              <a:extLst>
                <a:ext uri="{FF2B5EF4-FFF2-40B4-BE49-F238E27FC236}">
                  <a16:creationId xmlns:a16="http://schemas.microsoft.com/office/drawing/2014/main" id="{02BC155E-4F60-92D5-6F18-AFDD4FA8E85E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>
              <a:extLst>
                <a:ext uri="{FF2B5EF4-FFF2-40B4-BE49-F238E27FC236}">
                  <a16:creationId xmlns:a16="http://schemas.microsoft.com/office/drawing/2014/main" id="{E46F046A-7114-8C27-021B-9B64DDD56CF3}"/>
                </a:ext>
              </a:extLst>
            </p:cNvPr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>
              <a:extLst>
                <a:ext uri="{FF2B5EF4-FFF2-40B4-BE49-F238E27FC236}">
                  <a16:creationId xmlns:a16="http://schemas.microsoft.com/office/drawing/2014/main" id="{2AC24B57-AB76-6DEF-E992-28545400AF04}"/>
                </a:ext>
              </a:extLst>
            </p:cNvPr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>
              <a:extLst>
                <a:ext uri="{FF2B5EF4-FFF2-40B4-BE49-F238E27FC236}">
                  <a16:creationId xmlns:a16="http://schemas.microsoft.com/office/drawing/2014/main" id="{71C9179B-EA57-4EA2-DB48-E5C7FB62C519}"/>
                </a:ext>
              </a:extLst>
            </p:cNvPr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>
              <a:extLst>
                <a:ext uri="{FF2B5EF4-FFF2-40B4-BE49-F238E27FC236}">
                  <a16:creationId xmlns:a16="http://schemas.microsoft.com/office/drawing/2014/main" id="{1C3E30AA-4426-C452-B38F-5F2FFC2FECA1}"/>
                </a:ext>
              </a:extLst>
            </p:cNvPr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>
              <a:extLst>
                <a:ext uri="{FF2B5EF4-FFF2-40B4-BE49-F238E27FC236}">
                  <a16:creationId xmlns:a16="http://schemas.microsoft.com/office/drawing/2014/main" id="{7C6615C4-0C06-E1B5-0273-DE022126BCFC}"/>
                </a:ext>
              </a:extLst>
            </p:cNvPr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>
              <a:extLst>
                <a:ext uri="{FF2B5EF4-FFF2-40B4-BE49-F238E27FC236}">
                  <a16:creationId xmlns:a16="http://schemas.microsoft.com/office/drawing/2014/main" id="{20532EAE-E61A-9D60-EADB-FD001333EA36}"/>
                </a:ext>
              </a:extLst>
            </p:cNvPr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>
              <a:extLst>
                <a:ext uri="{FF2B5EF4-FFF2-40B4-BE49-F238E27FC236}">
                  <a16:creationId xmlns:a16="http://schemas.microsoft.com/office/drawing/2014/main" id="{FFB6EA53-58E5-0E35-DE12-404B974D04EB}"/>
                </a:ext>
              </a:extLst>
            </p:cNvPr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>
              <a:extLst>
                <a:ext uri="{FF2B5EF4-FFF2-40B4-BE49-F238E27FC236}">
                  <a16:creationId xmlns:a16="http://schemas.microsoft.com/office/drawing/2014/main" id="{E70C031B-5949-7AF1-AA70-E439AF21C865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>
              <a:extLst>
                <a:ext uri="{FF2B5EF4-FFF2-40B4-BE49-F238E27FC236}">
                  <a16:creationId xmlns:a16="http://schemas.microsoft.com/office/drawing/2014/main" id="{691E2D8D-FF08-4743-5C60-48357051131B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>
              <a:extLst>
                <a:ext uri="{FF2B5EF4-FFF2-40B4-BE49-F238E27FC236}">
                  <a16:creationId xmlns:a16="http://schemas.microsoft.com/office/drawing/2014/main" id="{30D34403-3259-E395-69F9-85C6BC8B7987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>
              <a:extLst>
                <a:ext uri="{FF2B5EF4-FFF2-40B4-BE49-F238E27FC236}">
                  <a16:creationId xmlns:a16="http://schemas.microsoft.com/office/drawing/2014/main" id="{1FEC238A-0464-7278-3FED-097DB3601812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>
              <a:extLst>
                <a:ext uri="{FF2B5EF4-FFF2-40B4-BE49-F238E27FC236}">
                  <a16:creationId xmlns:a16="http://schemas.microsoft.com/office/drawing/2014/main" id="{6F5D26AE-C370-048D-413A-D1C6F4889148}"/>
                </a:ext>
              </a:extLst>
            </p:cNvPr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>
              <a:extLst>
                <a:ext uri="{FF2B5EF4-FFF2-40B4-BE49-F238E27FC236}">
                  <a16:creationId xmlns:a16="http://schemas.microsoft.com/office/drawing/2014/main" id="{55ED7C9C-0E00-FD41-0882-D63C329D6FEA}"/>
                </a:ext>
              </a:extLst>
            </p:cNvPr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>
              <a:extLst>
                <a:ext uri="{FF2B5EF4-FFF2-40B4-BE49-F238E27FC236}">
                  <a16:creationId xmlns:a16="http://schemas.microsoft.com/office/drawing/2014/main" id="{42889572-9FC6-0CC8-9EC2-1550A946167D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>
              <a:extLst>
                <a:ext uri="{FF2B5EF4-FFF2-40B4-BE49-F238E27FC236}">
                  <a16:creationId xmlns:a16="http://schemas.microsoft.com/office/drawing/2014/main" id="{70AD690D-9FFE-6DBC-31CA-C13FAAF7D0FF}"/>
                </a:ext>
              </a:extLst>
            </p:cNvPr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>
              <a:extLst>
                <a:ext uri="{FF2B5EF4-FFF2-40B4-BE49-F238E27FC236}">
                  <a16:creationId xmlns:a16="http://schemas.microsoft.com/office/drawing/2014/main" id="{254D6848-599C-8D0E-1127-D6724686F108}"/>
                </a:ext>
              </a:extLst>
            </p:cNvPr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>
              <a:extLst>
                <a:ext uri="{FF2B5EF4-FFF2-40B4-BE49-F238E27FC236}">
                  <a16:creationId xmlns:a16="http://schemas.microsoft.com/office/drawing/2014/main" id="{7D3750B0-39CB-8607-D1C6-3B8D8E4F9869}"/>
                </a:ext>
              </a:extLst>
            </p:cNvPr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>
              <a:extLst>
                <a:ext uri="{FF2B5EF4-FFF2-40B4-BE49-F238E27FC236}">
                  <a16:creationId xmlns:a16="http://schemas.microsoft.com/office/drawing/2014/main" id="{5F68DFC7-D9DB-4295-0CF2-8F56AA0B1980}"/>
                </a:ext>
              </a:extLst>
            </p:cNvPr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>
              <a:extLst>
                <a:ext uri="{FF2B5EF4-FFF2-40B4-BE49-F238E27FC236}">
                  <a16:creationId xmlns:a16="http://schemas.microsoft.com/office/drawing/2014/main" id="{596854D8-6021-21F8-A0DF-A6E335D9FDA5}"/>
                </a:ext>
              </a:extLst>
            </p:cNvPr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>
              <a:extLst>
                <a:ext uri="{FF2B5EF4-FFF2-40B4-BE49-F238E27FC236}">
                  <a16:creationId xmlns:a16="http://schemas.microsoft.com/office/drawing/2014/main" id="{064E1589-24FD-9019-4B67-5C2B253B9764}"/>
                </a:ext>
              </a:extLst>
            </p:cNvPr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>
              <a:extLst>
                <a:ext uri="{FF2B5EF4-FFF2-40B4-BE49-F238E27FC236}">
                  <a16:creationId xmlns:a16="http://schemas.microsoft.com/office/drawing/2014/main" id="{41578129-B415-3171-8E7F-8196F295B5F4}"/>
                </a:ext>
              </a:extLst>
            </p:cNvPr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>
              <a:extLst>
                <a:ext uri="{FF2B5EF4-FFF2-40B4-BE49-F238E27FC236}">
                  <a16:creationId xmlns:a16="http://schemas.microsoft.com/office/drawing/2014/main" id="{E35FE28E-50D4-B5D0-A01D-DEB40B472C57}"/>
                </a:ext>
              </a:extLst>
            </p:cNvPr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>
              <a:extLst>
                <a:ext uri="{FF2B5EF4-FFF2-40B4-BE49-F238E27FC236}">
                  <a16:creationId xmlns:a16="http://schemas.microsoft.com/office/drawing/2014/main" id="{E8668B5C-8CDE-F81A-72F9-AC0E57BB59A7}"/>
                </a:ext>
              </a:extLst>
            </p:cNvPr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>
              <a:extLst>
                <a:ext uri="{FF2B5EF4-FFF2-40B4-BE49-F238E27FC236}">
                  <a16:creationId xmlns:a16="http://schemas.microsoft.com/office/drawing/2014/main" id="{C1659D7A-BE65-F135-05C0-8E932312A60C}"/>
                </a:ext>
              </a:extLst>
            </p:cNvPr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>
              <a:extLst>
                <a:ext uri="{FF2B5EF4-FFF2-40B4-BE49-F238E27FC236}">
                  <a16:creationId xmlns:a16="http://schemas.microsoft.com/office/drawing/2014/main" id="{D60D70BA-991D-A432-46E2-57B91E92F434}"/>
                </a:ext>
              </a:extLst>
            </p:cNvPr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>
              <a:extLst>
                <a:ext uri="{FF2B5EF4-FFF2-40B4-BE49-F238E27FC236}">
                  <a16:creationId xmlns:a16="http://schemas.microsoft.com/office/drawing/2014/main" id="{DEDD22D0-7272-B46C-8A90-15AFF7EDE56A}"/>
                </a:ext>
              </a:extLst>
            </p:cNvPr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>
              <a:extLst>
                <a:ext uri="{FF2B5EF4-FFF2-40B4-BE49-F238E27FC236}">
                  <a16:creationId xmlns:a16="http://schemas.microsoft.com/office/drawing/2014/main" id="{E017527A-8EED-A53F-96AA-2F0A2AA2B12C}"/>
                </a:ext>
              </a:extLst>
            </p:cNvPr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>
              <a:extLst>
                <a:ext uri="{FF2B5EF4-FFF2-40B4-BE49-F238E27FC236}">
                  <a16:creationId xmlns:a16="http://schemas.microsoft.com/office/drawing/2014/main" id="{616B1C75-4F72-AFC0-D573-06E94EDCC326}"/>
                </a:ext>
              </a:extLst>
            </p:cNvPr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>
              <a:extLst>
                <a:ext uri="{FF2B5EF4-FFF2-40B4-BE49-F238E27FC236}">
                  <a16:creationId xmlns:a16="http://schemas.microsoft.com/office/drawing/2014/main" id="{43D386AA-F6E8-EEC5-6B2E-198BB09EC21A}"/>
                </a:ext>
              </a:extLst>
            </p:cNvPr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>
              <a:extLst>
                <a:ext uri="{FF2B5EF4-FFF2-40B4-BE49-F238E27FC236}">
                  <a16:creationId xmlns:a16="http://schemas.microsoft.com/office/drawing/2014/main" id="{EA47C9D9-EACD-F6D7-71E8-18554FECB97C}"/>
                </a:ext>
              </a:extLst>
            </p:cNvPr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>
              <a:extLst>
                <a:ext uri="{FF2B5EF4-FFF2-40B4-BE49-F238E27FC236}">
                  <a16:creationId xmlns:a16="http://schemas.microsoft.com/office/drawing/2014/main" id="{B7A82D3F-2A54-0118-D245-BF2A458BBDF8}"/>
                </a:ext>
              </a:extLst>
            </p:cNvPr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>
              <a:extLst>
                <a:ext uri="{FF2B5EF4-FFF2-40B4-BE49-F238E27FC236}">
                  <a16:creationId xmlns:a16="http://schemas.microsoft.com/office/drawing/2014/main" id="{233601DE-CADE-EBDB-B7FB-147AAF0AF80B}"/>
                </a:ext>
              </a:extLst>
            </p:cNvPr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>
              <a:extLst>
                <a:ext uri="{FF2B5EF4-FFF2-40B4-BE49-F238E27FC236}">
                  <a16:creationId xmlns:a16="http://schemas.microsoft.com/office/drawing/2014/main" id="{EC0A50D8-3FA5-6132-8A0A-E6F7151208DC}"/>
                </a:ext>
              </a:extLst>
            </p:cNvPr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>
              <a:extLst>
                <a:ext uri="{FF2B5EF4-FFF2-40B4-BE49-F238E27FC236}">
                  <a16:creationId xmlns:a16="http://schemas.microsoft.com/office/drawing/2014/main" id="{05C76C31-6EAE-684E-5366-B4379DC97577}"/>
                </a:ext>
              </a:extLst>
            </p:cNvPr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>
              <a:extLst>
                <a:ext uri="{FF2B5EF4-FFF2-40B4-BE49-F238E27FC236}">
                  <a16:creationId xmlns:a16="http://schemas.microsoft.com/office/drawing/2014/main" id="{AA5A9579-A098-390E-2785-FB1183C49B16}"/>
                </a:ext>
              </a:extLst>
            </p:cNvPr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>
              <a:extLst>
                <a:ext uri="{FF2B5EF4-FFF2-40B4-BE49-F238E27FC236}">
                  <a16:creationId xmlns:a16="http://schemas.microsoft.com/office/drawing/2014/main" id="{AB35EF36-BBF2-C1BE-1D77-6387F90445BF}"/>
                </a:ext>
              </a:extLst>
            </p:cNvPr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>
              <a:extLst>
                <a:ext uri="{FF2B5EF4-FFF2-40B4-BE49-F238E27FC236}">
                  <a16:creationId xmlns:a16="http://schemas.microsoft.com/office/drawing/2014/main" id="{99669082-43CE-8813-C596-01918FC9DFF4}"/>
                </a:ext>
              </a:extLst>
            </p:cNvPr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>
              <a:extLst>
                <a:ext uri="{FF2B5EF4-FFF2-40B4-BE49-F238E27FC236}">
                  <a16:creationId xmlns:a16="http://schemas.microsoft.com/office/drawing/2014/main" id="{9712615E-0239-185D-507B-A0F19F415D24}"/>
                </a:ext>
              </a:extLst>
            </p:cNvPr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>
              <a:extLst>
                <a:ext uri="{FF2B5EF4-FFF2-40B4-BE49-F238E27FC236}">
                  <a16:creationId xmlns:a16="http://schemas.microsoft.com/office/drawing/2014/main" id="{436451B4-F6BE-89AF-E8B9-9B2E617A7AF9}"/>
                </a:ext>
              </a:extLst>
            </p:cNvPr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>
              <a:extLst>
                <a:ext uri="{FF2B5EF4-FFF2-40B4-BE49-F238E27FC236}">
                  <a16:creationId xmlns:a16="http://schemas.microsoft.com/office/drawing/2014/main" id="{FE859E09-5071-4E8A-9CD5-473DD0518220}"/>
                </a:ext>
              </a:extLst>
            </p:cNvPr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>
              <a:extLst>
                <a:ext uri="{FF2B5EF4-FFF2-40B4-BE49-F238E27FC236}">
                  <a16:creationId xmlns:a16="http://schemas.microsoft.com/office/drawing/2014/main" id="{CF697499-707F-3B93-C881-7C6F917F14D0}"/>
                </a:ext>
              </a:extLst>
            </p:cNvPr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>
              <a:extLst>
                <a:ext uri="{FF2B5EF4-FFF2-40B4-BE49-F238E27FC236}">
                  <a16:creationId xmlns:a16="http://schemas.microsoft.com/office/drawing/2014/main" id="{7A0B2E68-263E-D3EA-A188-5DDE9CFA30E6}"/>
                </a:ext>
              </a:extLst>
            </p:cNvPr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>
              <a:extLst>
                <a:ext uri="{FF2B5EF4-FFF2-40B4-BE49-F238E27FC236}">
                  <a16:creationId xmlns:a16="http://schemas.microsoft.com/office/drawing/2014/main" id="{1A8EC9FC-C5FB-E124-0298-62E5F3C95A11}"/>
                </a:ext>
              </a:extLst>
            </p:cNvPr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>
              <a:extLst>
                <a:ext uri="{FF2B5EF4-FFF2-40B4-BE49-F238E27FC236}">
                  <a16:creationId xmlns:a16="http://schemas.microsoft.com/office/drawing/2014/main" id="{610BC4F5-DEF6-0796-0247-55DFC95E45D8}"/>
                </a:ext>
              </a:extLst>
            </p:cNvPr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>
              <a:extLst>
                <a:ext uri="{FF2B5EF4-FFF2-40B4-BE49-F238E27FC236}">
                  <a16:creationId xmlns:a16="http://schemas.microsoft.com/office/drawing/2014/main" id="{A37B183C-7435-3EDE-8D79-0B227EB6389B}"/>
                </a:ext>
              </a:extLst>
            </p:cNvPr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>
              <a:extLst>
                <a:ext uri="{FF2B5EF4-FFF2-40B4-BE49-F238E27FC236}">
                  <a16:creationId xmlns:a16="http://schemas.microsoft.com/office/drawing/2014/main" id="{AFDF03D0-A5A2-0322-9172-9E3737F99571}"/>
                </a:ext>
              </a:extLst>
            </p:cNvPr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>
              <a:extLst>
                <a:ext uri="{FF2B5EF4-FFF2-40B4-BE49-F238E27FC236}">
                  <a16:creationId xmlns:a16="http://schemas.microsoft.com/office/drawing/2014/main" id="{14FFDF10-921B-0081-B6F9-5D749230EE8F}"/>
                </a:ext>
              </a:extLst>
            </p:cNvPr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>
              <a:extLst>
                <a:ext uri="{FF2B5EF4-FFF2-40B4-BE49-F238E27FC236}">
                  <a16:creationId xmlns:a16="http://schemas.microsoft.com/office/drawing/2014/main" id="{D0E604AB-7080-66F3-FAA2-1F3F3CEDA7E4}"/>
                </a:ext>
              </a:extLst>
            </p:cNvPr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>
              <a:extLst>
                <a:ext uri="{FF2B5EF4-FFF2-40B4-BE49-F238E27FC236}">
                  <a16:creationId xmlns:a16="http://schemas.microsoft.com/office/drawing/2014/main" id="{6B9FC821-CF49-ABA0-E420-2D3E4E30A2D6}"/>
                </a:ext>
              </a:extLst>
            </p:cNvPr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>
              <a:extLst>
                <a:ext uri="{FF2B5EF4-FFF2-40B4-BE49-F238E27FC236}">
                  <a16:creationId xmlns:a16="http://schemas.microsoft.com/office/drawing/2014/main" id="{278D4193-568A-3F4B-D2C7-1B2D120A154E}"/>
                </a:ext>
              </a:extLst>
            </p:cNvPr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>
              <a:extLst>
                <a:ext uri="{FF2B5EF4-FFF2-40B4-BE49-F238E27FC236}">
                  <a16:creationId xmlns:a16="http://schemas.microsoft.com/office/drawing/2014/main" id="{E18341C9-C737-7EA7-009C-B780E69FE050}"/>
                </a:ext>
              </a:extLst>
            </p:cNvPr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>
              <a:extLst>
                <a:ext uri="{FF2B5EF4-FFF2-40B4-BE49-F238E27FC236}">
                  <a16:creationId xmlns:a16="http://schemas.microsoft.com/office/drawing/2014/main" id="{27FB5116-3EDC-5F11-27AB-FCA7E7228761}"/>
                </a:ext>
              </a:extLst>
            </p:cNvPr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>
              <a:extLst>
                <a:ext uri="{FF2B5EF4-FFF2-40B4-BE49-F238E27FC236}">
                  <a16:creationId xmlns:a16="http://schemas.microsoft.com/office/drawing/2014/main" id="{511A5DDC-311D-1253-D687-9E45B3B4B110}"/>
                </a:ext>
              </a:extLst>
            </p:cNvPr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>
              <a:extLst>
                <a:ext uri="{FF2B5EF4-FFF2-40B4-BE49-F238E27FC236}">
                  <a16:creationId xmlns:a16="http://schemas.microsoft.com/office/drawing/2014/main" id="{F347F385-742C-05A4-6CE3-93A87FAE7D1F}"/>
                </a:ext>
              </a:extLst>
            </p:cNvPr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>
              <a:extLst>
                <a:ext uri="{FF2B5EF4-FFF2-40B4-BE49-F238E27FC236}">
                  <a16:creationId xmlns:a16="http://schemas.microsoft.com/office/drawing/2014/main" id="{A336859A-1B80-802D-6087-2A9CE44F678D}"/>
                </a:ext>
              </a:extLst>
            </p:cNvPr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>
              <a:extLst>
                <a:ext uri="{FF2B5EF4-FFF2-40B4-BE49-F238E27FC236}">
                  <a16:creationId xmlns:a16="http://schemas.microsoft.com/office/drawing/2014/main" id="{6F88A0EC-9864-F8D1-D9B0-0F0755A0B347}"/>
                </a:ext>
              </a:extLst>
            </p:cNvPr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>
              <a:extLst>
                <a:ext uri="{FF2B5EF4-FFF2-40B4-BE49-F238E27FC236}">
                  <a16:creationId xmlns:a16="http://schemas.microsoft.com/office/drawing/2014/main" id="{782B722D-609C-9641-D826-9A3C17E543C6}"/>
                </a:ext>
              </a:extLst>
            </p:cNvPr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>
              <a:extLst>
                <a:ext uri="{FF2B5EF4-FFF2-40B4-BE49-F238E27FC236}">
                  <a16:creationId xmlns:a16="http://schemas.microsoft.com/office/drawing/2014/main" id="{7E9F608B-6A49-FC2B-E725-299CF3ED6431}"/>
                </a:ext>
              </a:extLst>
            </p:cNvPr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>
              <a:extLst>
                <a:ext uri="{FF2B5EF4-FFF2-40B4-BE49-F238E27FC236}">
                  <a16:creationId xmlns:a16="http://schemas.microsoft.com/office/drawing/2014/main" id="{75239901-DAB2-7AD8-FD15-7E563A9B1BB8}"/>
                </a:ext>
              </a:extLst>
            </p:cNvPr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>
              <a:extLst>
                <a:ext uri="{FF2B5EF4-FFF2-40B4-BE49-F238E27FC236}">
                  <a16:creationId xmlns:a16="http://schemas.microsoft.com/office/drawing/2014/main" id="{9B35E997-300F-6B71-E50E-12A82E877404}"/>
                </a:ext>
              </a:extLst>
            </p:cNvPr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>
              <a:extLst>
                <a:ext uri="{FF2B5EF4-FFF2-40B4-BE49-F238E27FC236}">
                  <a16:creationId xmlns:a16="http://schemas.microsoft.com/office/drawing/2014/main" id="{D4DCD85B-ECB6-496F-D081-C1F6846091BE}"/>
                </a:ext>
              </a:extLst>
            </p:cNvPr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>
              <a:extLst>
                <a:ext uri="{FF2B5EF4-FFF2-40B4-BE49-F238E27FC236}">
                  <a16:creationId xmlns:a16="http://schemas.microsoft.com/office/drawing/2014/main" id="{83DE00CA-34CF-5740-B1FC-4A314E7F47A6}"/>
                </a:ext>
              </a:extLst>
            </p:cNvPr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>
              <a:extLst>
                <a:ext uri="{FF2B5EF4-FFF2-40B4-BE49-F238E27FC236}">
                  <a16:creationId xmlns:a16="http://schemas.microsoft.com/office/drawing/2014/main" id="{5F9B1A15-314D-8F5E-9447-D511DBE012A7}"/>
                </a:ext>
              </a:extLst>
            </p:cNvPr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>
              <a:extLst>
                <a:ext uri="{FF2B5EF4-FFF2-40B4-BE49-F238E27FC236}">
                  <a16:creationId xmlns:a16="http://schemas.microsoft.com/office/drawing/2014/main" id="{4860FEE0-1067-CE9C-CA64-A66B4FF93720}"/>
                </a:ext>
              </a:extLst>
            </p:cNvPr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>
              <a:extLst>
                <a:ext uri="{FF2B5EF4-FFF2-40B4-BE49-F238E27FC236}">
                  <a16:creationId xmlns:a16="http://schemas.microsoft.com/office/drawing/2014/main" id="{B6C7C8C5-2DCA-CE33-2851-51917B1F576F}"/>
                </a:ext>
              </a:extLst>
            </p:cNvPr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>
              <a:extLst>
                <a:ext uri="{FF2B5EF4-FFF2-40B4-BE49-F238E27FC236}">
                  <a16:creationId xmlns:a16="http://schemas.microsoft.com/office/drawing/2014/main" id="{E4E7849B-260F-33A7-CEBF-3639FCD8A9CD}"/>
                </a:ext>
              </a:extLst>
            </p:cNvPr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>
              <a:extLst>
                <a:ext uri="{FF2B5EF4-FFF2-40B4-BE49-F238E27FC236}">
                  <a16:creationId xmlns:a16="http://schemas.microsoft.com/office/drawing/2014/main" id="{0894215B-B976-E655-DADF-EBA9C178BB80}"/>
                </a:ext>
              </a:extLst>
            </p:cNvPr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>
              <a:extLst>
                <a:ext uri="{FF2B5EF4-FFF2-40B4-BE49-F238E27FC236}">
                  <a16:creationId xmlns:a16="http://schemas.microsoft.com/office/drawing/2014/main" id="{94D743EA-9884-DDB9-43C7-5F26AE9F5E97}"/>
                </a:ext>
              </a:extLst>
            </p:cNvPr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>
              <a:extLst>
                <a:ext uri="{FF2B5EF4-FFF2-40B4-BE49-F238E27FC236}">
                  <a16:creationId xmlns:a16="http://schemas.microsoft.com/office/drawing/2014/main" id="{3D479AFD-710F-EEFD-0014-3075041B2C0D}"/>
                </a:ext>
              </a:extLst>
            </p:cNvPr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>
              <a:extLst>
                <a:ext uri="{FF2B5EF4-FFF2-40B4-BE49-F238E27FC236}">
                  <a16:creationId xmlns:a16="http://schemas.microsoft.com/office/drawing/2014/main" id="{77FE9EF2-7101-AB0C-31E7-C532BA609FD8}"/>
                </a:ext>
              </a:extLst>
            </p:cNvPr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>
              <a:extLst>
                <a:ext uri="{FF2B5EF4-FFF2-40B4-BE49-F238E27FC236}">
                  <a16:creationId xmlns:a16="http://schemas.microsoft.com/office/drawing/2014/main" id="{E958EC85-73E1-A98D-D45F-2872316C3045}"/>
                </a:ext>
              </a:extLst>
            </p:cNvPr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>
              <a:extLst>
                <a:ext uri="{FF2B5EF4-FFF2-40B4-BE49-F238E27FC236}">
                  <a16:creationId xmlns:a16="http://schemas.microsoft.com/office/drawing/2014/main" id="{F31EDC5F-53FE-044B-461B-9E442B32C131}"/>
                </a:ext>
              </a:extLst>
            </p:cNvPr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>
              <a:extLst>
                <a:ext uri="{FF2B5EF4-FFF2-40B4-BE49-F238E27FC236}">
                  <a16:creationId xmlns:a16="http://schemas.microsoft.com/office/drawing/2014/main" id="{0C6B5074-413A-3AF7-BDEC-239784E6C2F3}"/>
                </a:ext>
              </a:extLst>
            </p:cNvPr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>
              <a:extLst>
                <a:ext uri="{FF2B5EF4-FFF2-40B4-BE49-F238E27FC236}">
                  <a16:creationId xmlns:a16="http://schemas.microsoft.com/office/drawing/2014/main" id="{354ACD0E-0D55-7FCA-2941-41A1BBC0F43B}"/>
                </a:ext>
              </a:extLst>
            </p:cNvPr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>
              <a:extLst>
                <a:ext uri="{FF2B5EF4-FFF2-40B4-BE49-F238E27FC236}">
                  <a16:creationId xmlns:a16="http://schemas.microsoft.com/office/drawing/2014/main" id="{30FF4E49-878D-D9CE-8A2B-19204BD6FD17}"/>
                </a:ext>
              </a:extLst>
            </p:cNvPr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>
              <a:extLst>
                <a:ext uri="{FF2B5EF4-FFF2-40B4-BE49-F238E27FC236}">
                  <a16:creationId xmlns:a16="http://schemas.microsoft.com/office/drawing/2014/main" id="{082C3937-D3F9-E4A8-8EAF-7692A92C2034}"/>
                </a:ext>
              </a:extLst>
            </p:cNvPr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>
              <a:extLst>
                <a:ext uri="{FF2B5EF4-FFF2-40B4-BE49-F238E27FC236}">
                  <a16:creationId xmlns:a16="http://schemas.microsoft.com/office/drawing/2014/main" id="{351548AD-AAD2-6102-07AA-BA3A6320D9F7}"/>
                </a:ext>
              </a:extLst>
            </p:cNvPr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>
              <a:extLst>
                <a:ext uri="{FF2B5EF4-FFF2-40B4-BE49-F238E27FC236}">
                  <a16:creationId xmlns:a16="http://schemas.microsoft.com/office/drawing/2014/main" id="{13A81AC6-F828-9432-FBB7-68D191887416}"/>
                </a:ext>
              </a:extLst>
            </p:cNvPr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>
              <a:extLst>
                <a:ext uri="{FF2B5EF4-FFF2-40B4-BE49-F238E27FC236}">
                  <a16:creationId xmlns:a16="http://schemas.microsoft.com/office/drawing/2014/main" id="{F717C0DF-D655-77AE-D518-95B64FF442D2}"/>
                </a:ext>
              </a:extLst>
            </p:cNvPr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>
              <a:extLst>
                <a:ext uri="{FF2B5EF4-FFF2-40B4-BE49-F238E27FC236}">
                  <a16:creationId xmlns:a16="http://schemas.microsoft.com/office/drawing/2014/main" id="{A3979277-0C45-3FAE-7EDA-233C7CF37D7D}"/>
                </a:ext>
              </a:extLst>
            </p:cNvPr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>
              <a:extLst>
                <a:ext uri="{FF2B5EF4-FFF2-40B4-BE49-F238E27FC236}">
                  <a16:creationId xmlns:a16="http://schemas.microsoft.com/office/drawing/2014/main" id="{CBC03601-B190-8FCC-1CF2-9CBA5826EFF1}"/>
                </a:ext>
              </a:extLst>
            </p:cNvPr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>
              <a:extLst>
                <a:ext uri="{FF2B5EF4-FFF2-40B4-BE49-F238E27FC236}">
                  <a16:creationId xmlns:a16="http://schemas.microsoft.com/office/drawing/2014/main" id="{36134C25-02E9-BE5F-D9DB-2627271881D2}"/>
                </a:ext>
              </a:extLst>
            </p:cNvPr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>
              <a:extLst>
                <a:ext uri="{FF2B5EF4-FFF2-40B4-BE49-F238E27FC236}">
                  <a16:creationId xmlns:a16="http://schemas.microsoft.com/office/drawing/2014/main" id="{FEA3DE0B-0CD0-215C-753F-3E2F8CB22B0C}"/>
                </a:ext>
              </a:extLst>
            </p:cNvPr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>
              <a:extLst>
                <a:ext uri="{FF2B5EF4-FFF2-40B4-BE49-F238E27FC236}">
                  <a16:creationId xmlns:a16="http://schemas.microsoft.com/office/drawing/2014/main" id="{F52CBD30-D0E8-7C0A-133D-5B2CA5E125B7}"/>
                </a:ext>
              </a:extLst>
            </p:cNvPr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>
              <a:extLst>
                <a:ext uri="{FF2B5EF4-FFF2-40B4-BE49-F238E27FC236}">
                  <a16:creationId xmlns:a16="http://schemas.microsoft.com/office/drawing/2014/main" id="{21868358-2273-0CF0-A8E5-77503AF96F7E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>
              <a:extLst>
                <a:ext uri="{FF2B5EF4-FFF2-40B4-BE49-F238E27FC236}">
                  <a16:creationId xmlns:a16="http://schemas.microsoft.com/office/drawing/2014/main" id="{3E15163F-B43E-3308-B0D9-6591B32523EB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>
              <a:extLst>
                <a:ext uri="{FF2B5EF4-FFF2-40B4-BE49-F238E27FC236}">
                  <a16:creationId xmlns:a16="http://schemas.microsoft.com/office/drawing/2014/main" id="{B859944F-C9B2-475E-4807-DEE9A5D0016B}"/>
                </a:ext>
              </a:extLst>
            </p:cNvPr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>
              <a:extLst>
                <a:ext uri="{FF2B5EF4-FFF2-40B4-BE49-F238E27FC236}">
                  <a16:creationId xmlns:a16="http://schemas.microsoft.com/office/drawing/2014/main" id="{DCFA43A3-CF59-8787-FFCA-F3935CC30DC6}"/>
                </a:ext>
              </a:extLst>
            </p:cNvPr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>
              <a:extLst>
                <a:ext uri="{FF2B5EF4-FFF2-40B4-BE49-F238E27FC236}">
                  <a16:creationId xmlns:a16="http://schemas.microsoft.com/office/drawing/2014/main" id="{D8837669-F744-3E9F-C94E-C7765BA70B88}"/>
                </a:ext>
              </a:extLst>
            </p:cNvPr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>
              <a:extLst>
                <a:ext uri="{FF2B5EF4-FFF2-40B4-BE49-F238E27FC236}">
                  <a16:creationId xmlns:a16="http://schemas.microsoft.com/office/drawing/2014/main" id="{4FA8811A-BF7C-49AD-0311-1F280B66E64D}"/>
                </a:ext>
              </a:extLst>
            </p:cNvPr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>
              <a:extLst>
                <a:ext uri="{FF2B5EF4-FFF2-40B4-BE49-F238E27FC236}">
                  <a16:creationId xmlns:a16="http://schemas.microsoft.com/office/drawing/2014/main" id="{BEE2F25E-AE00-0375-D5AD-0CB6092C8803}"/>
                </a:ext>
              </a:extLst>
            </p:cNvPr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>
              <a:extLst>
                <a:ext uri="{FF2B5EF4-FFF2-40B4-BE49-F238E27FC236}">
                  <a16:creationId xmlns:a16="http://schemas.microsoft.com/office/drawing/2014/main" id="{7D642C04-8298-C110-105C-B92DDAB1D2A4}"/>
                </a:ext>
              </a:extLst>
            </p:cNvPr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>
              <a:extLst>
                <a:ext uri="{FF2B5EF4-FFF2-40B4-BE49-F238E27FC236}">
                  <a16:creationId xmlns:a16="http://schemas.microsoft.com/office/drawing/2014/main" id="{4B2D1C51-1EB6-A828-05DB-7BE8A54BCD31}"/>
                </a:ext>
              </a:extLst>
            </p:cNvPr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>
              <a:extLst>
                <a:ext uri="{FF2B5EF4-FFF2-40B4-BE49-F238E27FC236}">
                  <a16:creationId xmlns:a16="http://schemas.microsoft.com/office/drawing/2014/main" id="{BC2C99DB-CCD1-5F18-C052-F9684A6483BB}"/>
                </a:ext>
              </a:extLst>
            </p:cNvPr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>
              <a:extLst>
                <a:ext uri="{FF2B5EF4-FFF2-40B4-BE49-F238E27FC236}">
                  <a16:creationId xmlns:a16="http://schemas.microsoft.com/office/drawing/2014/main" id="{EFD2D9BE-9B4F-8C93-36ED-993BC5E8BC5D}"/>
                </a:ext>
              </a:extLst>
            </p:cNvPr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>
              <a:extLst>
                <a:ext uri="{FF2B5EF4-FFF2-40B4-BE49-F238E27FC236}">
                  <a16:creationId xmlns:a16="http://schemas.microsoft.com/office/drawing/2014/main" id="{981207E6-95E5-9EDB-7280-6FEA01F68FDB}"/>
                </a:ext>
              </a:extLst>
            </p:cNvPr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>
              <a:extLst>
                <a:ext uri="{FF2B5EF4-FFF2-40B4-BE49-F238E27FC236}">
                  <a16:creationId xmlns:a16="http://schemas.microsoft.com/office/drawing/2014/main" id="{1D274BEF-B5F7-294A-E85F-D1E42205784B}"/>
                </a:ext>
              </a:extLst>
            </p:cNvPr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>
              <a:extLst>
                <a:ext uri="{FF2B5EF4-FFF2-40B4-BE49-F238E27FC236}">
                  <a16:creationId xmlns:a16="http://schemas.microsoft.com/office/drawing/2014/main" id="{93998877-798E-A222-5976-91F203D02F87}"/>
                </a:ext>
              </a:extLst>
            </p:cNvPr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>
              <a:extLst>
                <a:ext uri="{FF2B5EF4-FFF2-40B4-BE49-F238E27FC236}">
                  <a16:creationId xmlns:a16="http://schemas.microsoft.com/office/drawing/2014/main" id="{C17CEBCD-C7F0-A8C7-5865-736164C0FA24}"/>
                </a:ext>
              </a:extLst>
            </p:cNvPr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>
              <a:extLst>
                <a:ext uri="{FF2B5EF4-FFF2-40B4-BE49-F238E27FC236}">
                  <a16:creationId xmlns:a16="http://schemas.microsoft.com/office/drawing/2014/main" id="{B938F062-4541-8815-55C3-A7AAB66134DD}"/>
                </a:ext>
              </a:extLst>
            </p:cNvPr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>
              <a:extLst>
                <a:ext uri="{FF2B5EF4-FFF2-40B4-BE49-F238E27FC236}">
                  <a16:creationId xmlns:a16="http://schemas.microsoft.com/office/drawing/2014/main" id="{F8C1D3A2-F803-8D79-D787-6E8F05C26231}"/>
                </a:ext>
              </a:extLst>
            </p:cNvPr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>
              <a:extLst>
                <a:ext uri="{FF2B5EF4-FFF2-40B4-BE49-F238E27FC236}">
                  <a16:creationId xmlns:a16="http://schemas.microsoft.com/office/drawing/2014/main" id="{CAA1E880-F94C-77FD-1E00-2F4AF755C66E}"/>
                </a:ext>
              </a:extLst>
            </p:cNvPr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>
              <a:extLst>
                <a:ext uri="{FF2B5EF4-FFF2-40B4-BE49-F238E27FC236}">
                  <a16:creationId xmlns:a16="http://schemas.microsoft.com/office/drawing/2014/main" id="{DDED6262-E89E-B599-42D2-8768186B1420}"/>
                </a:ext>
              </a:extLst>
            </p:cNvPr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>
              <a:extLst>
                <a:ext uri="{FF2B5EF4-FFF2-40B4-BE49-F238E27FC236}">
                  <a16:creationId xmlns:a16="http://schemas.microsoft.com/office/drawing/2014/main" id="{B427767E-458E-C990-1EC9-AC83371DA701}"/>
                </a:ext>
              </a:extLst>
            </p:cNvPr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>
              <a:extLst>
                <a:ext uri="{FF2B5EF4-FFF2-40B4-BE49-F238E27FC236}">
                  <a16:creationId xmlns:a16="http://schemas.microsoft.com/office/drawing/2014/main" id="{A37CE870-0691-AEB2-1776-ABB2C1872950}"/>
                </a:ext>
              </a:extLst>
            </p:cNvPr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>
              <a:extLst>
                <a:ext uri="{FF2B5EF4-FFF2-40B4-BE49-F238E27FC236}">
                  <a16:creationId xmlns:a16="http://schemas.microsoft.com/office/drawing/2014/main" id="{494E0D5F-982C-456D-6652-25D4F6AD4825}"/>
                </a:ext>
              </a:extLst>
            </p:cNvPr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>
              <a:extLst>
                <a:ext uri="{FF2B5EF4-FFF2-40B4-BE49-F238E27FC236}">
                  <a16:creationId xmlns:a16="http://schemas.microsoft.com/office/drawing/2014/main" id="{7BDC0B05-69AA-232D-EBED-BD0576EF6464}"/>
                </a:ext>
              </a:extLst>
            </p:cNvPr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>
              <a:extLst>
                <a:ext uri="{FF2B5EF4-FFF2-40B4-BE49-F238E27FC236}">
                  <a16:creationId xmlns:a16="http://schemas.microsoft.com/office/drawing/2014/main" id="{08E134C4-C174-8F97-30B7-0A794D386ED0}"/>
                </a:ext>
              </a:extLst>
            </p:cNvPr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>
              <a:extLst>
                <a:ext uri="{FF2B5EF4-FFF2-40B4-BE49-F238E27FC236}">
                  <a16:creationId xmlns:a16="http://schemas.microsoft.com/office/drawing/2014/main" id="{1E3DBB6A-4856-2D4D-21BD-DC878912B4D2}"/>
                </a:ext>
              </a:extLst>
            </p:cNvPr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>
              <a:extLst>
                <a:ext uri="{FF2B5EF4-FFF2-40B4-BE49-F238E27FC236}">
                  <a16:creationId xmlns:a16="http://schemas.microsoft.com/office/drawing/2014/main" id="{14057B90-44EA-B0D2-BA31-E1E6AC885449}"/>
                </a:ext>
              </a:extLst>
            </p:cNvPr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>
              <a:extLst>
                <a:ext uri="{FF2B5EF4-FFF2-40B4-BE49-F238E27FC236}">
                  <a16:creationId xmlns:a16="http://schemas.microsoft.com/office/drawing/2014/main" id="{8A58E9F7-09E7-82FD-6513-96EE401A1040}"/>
                </a:ext>
              </a:extLst>
            </p:cNvPr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>
              <a:extLst>
                <a:ext uri="{FF2B5EF4-FFF2-40B4-BE49-F238E27FC236}">
                  <a16:creationId xmlns:a16="http://schemas.microsoft.com/office/drawing/2014/main" id="{EBCE70EC-25C9-370A-0634-818655E9C678}"/>
                </a:ext>
              </a:extLst>
            </p:cNvPr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>
              <a:extLst>
                <a:ext uri="{FF2B5EF4-FFF2-40B4-BE49-F238E27FC236}">
                  <a16:creationId xmlns:a16="http://schemas.microsoft.com/office/drawing/2014/main" id="{8CAD4B7F-0AE2-3D62-F065-FBBCE76EB081}"/>
                </a:ext>
              </a:extLst>
            </p:cNvPr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>
              <a:extLst>
                <a:ext uri="{FF2B5EF4-FFF2-40B4-BE49-F238E27FC236}">
                  <a16:creationId xmlns:a16="http://schemas.microsoft.com/office/drawing/2014/main" id="{33785FB9-2411-4A65-4581-9133957CBB0F}"/>
                </a:ext>
              </a:extLst>
            </p:cNvPr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>
              <a:extLst>
                <a:ext uri="{FF2B5EF4-FFF2-40B4-BE49-F238E27FC236}">
                  <a16:creationId xmlns:a16="http://schemas.microsoft.com/office/drawing/2014/main" id="{CBE0A9D3-5303-F44B-86D3-76CD19B1A3E0}"/>
                </a:ext>
              </a:extLst>
            </p:cNvPr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>
              <a:extLst>
                <a:ext uri="{FF2B5EF4-FFF2-40B4-BE49-F238E27FC236}">
                  <a16:creationId xmlns:a16="http://schemas.microsoft.com/office/drawing/2014/main" id="{621785F2-E1F9-905F-4CD7-A624FF03E132}"/>
                </a:ext>
              </a:extLst>
            </p:cNvPr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>
              <a:extLst>
                <a:ext uri="{FF2B5EF4-FFF2-40B4-BE49-F238E27FC236}">
                  <a16:creationId xmlns:a16="http://schemas.microsoft.com/office/drawing/2014/main" id="{E87F36AB-95CB-EC4C-A61C-0BB941F8CE37}"/>
                </a:ext>
              </a:extLst>
            </p:cNvPr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>
              <a:extLst>
                <a:ext uri="{FF2B5EF4-FFF2-40B4-BE49-F238E27FC236}">
                  <a16:creationId xmlns:a16="http://schemas.microsoft.com/office/drawing/2014/main" id="{95C1B1EC-A1A0-17BA-E088-B5804337336C}"/>
                </a:ext>
              </a:extLst>
            </p:cNvPr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>
              <a:extLst>
                <a:ext uri="{FF2B5EF4-FFF2-40B4-BE49-F238E27FC236}">
                  <a16:creationId xmlns:a16="http://schemas.microsoft.com/office/drawing/2014/main" id="{F8E91BB8-D5B6-A6B0-2570-90A553E04739}"/>
                </a:ext>
              </a:extLst>
            </p:cNvPr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>
              <a:extLst>
                <a:ext uri="{FF2B5EF4-FFF2-40B4-BE49-F238E27FC236}">
                  <a16:creationId xmlns:a16="http://schemas.microsoft.com/office/drawing/2014/main" id="{0CBF15E5-C5BD-5A60-49B5-15A4C8E442E5}"/>
                </a:ext>
              </a:extLst>
            </p:cNvPr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>
              <a:extLst>
                <a:ext uri="{FF2B5EF4-FFF2-40B4-BE49-F238E27FC236}">
                  <a16:creationId xmlns:a16="http://schemas.microsoft.com/office/drawing/2014/main" id="{11463289-4F1C-8649-C6DF-84C5FA1C8407}"/>
                </a:ext>
              </a:extLst>
            </p:cNvPr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>
              <a:extLst>
                <a:ext uri="{FF2B5EF4-FFF2-40B4-BE49-F238E27FC236}">
                  <a16:creationId xmlns:a16="http://schemas.microsoft.com/office/drawing/2014/main" id="{ECE357C6-56E3-A3C8-D625-1CDF7DF6D61D}"/>
                </a:ext>
              </a:extLst>
            </p:cNvPr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>
              <a:extLst>
                <a:ext uri="{FF2B5EF4-FFF2-40B4-BE49-F238E27FC236}">
                  <a16:creationId xmlns:a16="http://schemas.microsoft.com/office/drawing/2014/main" id="{A66A17C9-AFF6-99FB-1882-71BDF13FB0D7}"/>
                </a:ext>
              </a:extLst>
            </p:cNvPr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>
              <a:extLst>
                <a:ext uri="{FF2B5EF4-FFF2-40B4-BE49-F238E27FC236}">
                  <a16:creationId xmlns:a16="http://schemas.microsoft.com/office/drawing/2014/main" id="{3226B835-8795-C51B-E9F4-497E69D0B68C}"/>
                </a:ext>
              </a:extLst>
            </p:cNvPr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>
              <a:extLst>
                <a:ext uri="{FF2B5EF4-FFF2-40B4-BE49-F238E27FC236}">
                  <a16:creationId xmlns:a16="http://schemas.microsoft.com/office/drawing/2014/main" id="{9F9063C5-13BC-67C7-C222-0CB7545B563F}"/>
                </a:ext>
              </a:extLst>
            </p:cNvPr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>
              <a:extLst>
                <a:ext uri="{FF2B5EF4-FFF2-40B4-BE49-F238E27FC236}">
                  <a16:creationId xmlns:a16="http://schemas.microsoft.com/office/drawing/2014/main" id="{EE48C2B7-91CE-F4F3-8521-89AC6619755C}"/>
                </a:ext>
              </a:extLst>
            </p:cNvPr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>
              <a:extLst>
                <a:ext uri="{FF2B5EF4-FFF2-40B4-BE49-F238E27FC236}">
                  <a16:creationId xmlns:a16="http://schemas.microsoft.com/office/drawing/2014/main" id="{39339190-3FEA-3F42-DF66-907BB4FCBF45}"/>
                </a:ext>
              </a:extLst>
            </p:cNvPr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>
              <a:extLst>
                <a:ext uri="{FF2B5EF4-FFF2-40B4-BE49-F238E27FC236}">
                  <a16:creationId xmlns:a16="http://schemas.microsoft.com/office/drawing/2014/main" id="{DAA48CCA-01A4-7A52-1C2B-82C085D6861B}"/>
                </a:ext>
              </a:extLst>
            </p:cNvPr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>
              <a:extLst>
                <a:ext uri="{FF2B5EF4-FFF2-40B4-BE49-F238E27FC236}">
                  <a16:creationId xmlns:a16="http://schemas.microsoft.com/office/drawing/2014/main" id="{99D6E23F-F71C-D8A5-D91C-97CE08B2BAC5}"/>
                </a:ext>
              </a:extLst>
            </p:cNvPr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>
              <a:extLst>
                <a:ext uri="{FF2B5EF4-FFF2-40B4-BE49-F238E27FC236}">
                  <a16:creationId xmlns:a16="http://schemas.microsoft.com/office/drawing/2014/main" id="{C276F64B-3B04-6721-9F7F-CF6A657D1B79}"/>
                </a:ext>
              </a:extLst>
            </p:cNvPr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>
              <a:extLst>
                <a:ext uri="{FF2B5EF4-FFF2-40B4-BE49-F238E27FC236}">
                  <a16:creationId xmlns:a16="http://schemas.microsoft.com/office/drawing/2014/main" id="{E5D09938-EA1E-93B1-A39F-49940F72D8F6}"/>
                </a:ext>
              </a:extLst>
            </p:cNvPr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>
              <a:extLst>
                <a:ext uri="{FF2B5EF4-FFF2-40B4-BE49-F238E27FC236}">
                  <a16:creationId xmlns:a16="http://schemas.microsoft.com/office/drawing/2014/main" id="{33A2F3B4-314F-8EEF-07B6-F72DD7939847}"/>
                </a:ext>
              </a:extLst>
            </p:cNvPr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>
              <a:extLst>
                <a:ext uri="{FF2B5EF4-FFF2-40B4-BE49-F238E27FC236}">
                  <a16:creationId xmlns:a16="http://schemas.microsoft.com/office/drawing/2014/main" id="{3CFA4449-9A44-5D56-39B2-32EDC591B235}"/>
                </a:ext>
              </a:extLst>
            </p:cNvPr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>
              <a:extLst>
                <a:ext uri="{FF2B5EF4-FFF2-40B4-BE49-F238E27FC236}">
                  <a16:creationId xmlns:a16="http://schemas.microsoft.com/office/drawing/2014/main" id="{0FDF01C3-2130-3B7D-652A-A4552C3DCBD4}"/>
                </a:ext>
              </a:extLst>
            </p:cNvPr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>
              <a:extLst>
                <a:ext uri="{FF2B5EF4-FFF2-40B4-BE49-F238E27FC236}">
                  <a16:creationId xmlns:a16="http://schemas.microsoft.com/office/drawing/2014/main" id="{7AE6995B-60C0-7F20-5FBF-A979D6E5D0DC}"/>
                </a:ext>
              </a:extLst>
            </p:cNvPr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>
              <a:extLst>
                <a:ext uri="{FF2B5EF4-FFF2-40B4-BE49-F238E27FC236}">
                  <a16:creationId xmlns:a16="http://schemas.microsoft.com/office/drawing/2014/main" id="{CAC87304-B748-CC25-77A6-59D8DF9B9D5E}"/>
                </a:ext>
              </a:extLst>
            </p:cNvPr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>
              <a:extLst>
                <a:ext uri="{FF2B5EF4-FFF2-40B4-BE49-F238E27FC236}">
                  <a16:creationId xmlns:a16="http://schemas.microsoft.com/office/drawing/2014/main" id="{C9A3C20C-D6BD-7B6A-2329-7F3E00559997}"/>
                </a:ext>
              </a:extLst>
            </p:cNvPr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>
              <a:extLst>
                <a:ext uri="{FF2B5EF4-FFF2-40B4-BE49-F238E27FC236}">
                  <a16:creationId xmlns:a16="http://schemas.microsoft.com/office/drawing/2014/main" id="{01433A6D-0078-3FE8-9320-ECC8368DD5B1}"/>
                </a:ext>
              </a:extLst>
            </p:cNvPr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>
              <a:extLst>
                <a:ext uri="{FF2B5EF4-FFF2-40B4-BE49-F238E27FC236}">
                  <a16:creationId xmlns:a16="http://schemas.microsoft.com/office/drawing/2014/main" id="{12A07981-BF34-9FC4-23C8-455EFA001230}"/>
                </a:ext>
              </a:extLst>
            </p:cNvPr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>
              <a:extLst>
                <a:ext uri="{FF2B5EF4-FFF2-40B4-BE49-F238E27FC236}">
                  <a16:creationId xmlns:a16="http://schemas.microsoft.com/office/drawing/2014/main" id="{F05654A7-F595-FF8F-8AC3-A9BB90E1BEA5}"/>
                </a:ext>
              </a:extLst>
            </p:cNvPr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>
              <a:extLst>
                <a:ext uri="{FF2B5EF4-FFF2-40B4-BE49-F238E27FC236}">
                  <a16:creationId xmlns:a16="http://schemas.microsoft.com/office/drawing/2014/main" id="{2AFD2CBB-CD14-A724-6C17-501558E4111B}"/>
                </a:ext>
              </a:extLst>
            </p:cNvPr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>
              <a:extLst>
                <a:ext uri="{FF2B5EF4-FFF2-40B4-BE49-F238E27FC236}">
                  <a16:creationId xmlns:a16="http://schemas.microsoft.com/office/drawing/2014/main" id="{6DA1A74C-2983-E507-D8AC-8C79BAD56A63}"/>
                </a:ext>
              </a:extLst>
            </p:cNvPr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>
              <a:extLst>
                <a:ext uri="{FF2B5EF4-FFF2-40B4-BE49-F238E27FC236}">
                  <a16:creationId xmlns:a16="http://schemas.microsoft.com/office/drawing/2014/main" id="{E06866DE-6C2F-6EA2-89A5-030AF5F5D893}"/>
                </a:ext>
              </a:extLst>
            </p:cNvPr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1377;p28">
            <a:extLst>
              <a:ext uri="{FF2B5EF4-FFF2-40B4-BE49-F238E27FC236}">
                <a16:creationId xmlns:a16="http://schemas.microsoft.com/office/drawing/2014/main" id="{7FB5C064-7F0B-38EC-8F72-1E8313E0C8D7}"/>
              </a:ext>
            </a:extLst>
          </p:cNvPr>
          <p:cNvSpPr/>
          <p:nvPr/>
        </p:nvSpPr>
        <p:spPr>
          <a:xfrm>
            <a:off x="2869052" y="2383953"/>
            <a:ext cx="172213" cy="6889"/>
          </a:xfrm>
          <a:custGeom>
            <a:avLst/>
            <a:gdLst/>
            <a:ahLst/>
            <a:cxnLst/>
            <a:rect l="l" t="t" r="r" b="b"/>
            <a:pathLst>
              <a:path w="3025" h="121" extrusionOk="0">
                <a:moveTo>
                  <a:pt x="56" y="0"/>
                </a:moveTo>
                <a:cubicBezTo>
                  <a:pt x="29" y="0"/>
                  <a:pt x="1" y="28"/>
                  <a:pt x="1" y="56"/>
                </a:cubicBezTo>
                <a:cubicBezTo>
                  <a:pt x="1" y="93"/>
                  <a:pt x="29" y="121"/>
                  <a:pt x="56" y="121"/>
                </a:cubicBezTo>
                <a:lnTo>
                  <a:pt x="2960" y="121"/>
                </a:lnTo>
                <a:cubicBezTo>
                  <a:pt x="2997" y="121"/>
                  <a:pt x="3025" y="93"/>
                  <a:pt x="3025" y="56"/>
                </a:cubicBezTo>
                <a:cubicBezTo>
                  <a:pt x="3025" y="28"/>
                  <a:pt x="2997" y="0"/>
                  <a:pt x="29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377;p28">
            <a:extLst>
              <a:ext uri="{FF2B5EF4-FFF2-40B4-BE49-F238E27FC236}">
                <a16:creationId xmlns:a16="http://schemas.microsoft.com/office/drawing/2014/main" id="{0BA4B068-60F8-0E3F-3BC1-98A21D45252F}"/>
              </a:ext>
            </a:extLst>
          </p:cNvPr>
          <p:cNvSpPr/>
          <p:nvPr/>
        </p:nvSpPr>
        <p:spPr>
          <a:xfrm>
            <a:off x="3021452" y="2536353"/>
            <a:ext cx="172213" cy="6889"/>
          </a:xfrm>
          <a:custGeom>
            <a:avLst/>
            <a:gdLst/>
            <a:ahLst/>
            <a:cxnLst/>
            <a:rect l="l" t="t" r="r" b="b"/>
            <a:pathLst>
              <a:path w="3025" h="121" extrusionOk="0">
                <a:moveTo>
                  <a:pt x="56" y="0"/>
                </a:moveTo>
                <a:cubicBezTo>
                  <a:pt x="29" y="0"/>
                  <a:pt x="1" y="28"/>
                  <a:pt x="1" y="56"/>
                </a:cubicBezTo>
                <a:cubicBezTo>
                  <a:pt x="1" y="93"/>
                  <a:pt x="29" y="121"/>
                  <a:pt x="56" y="121"/>
                </a:cubicBezTo>
                <a:lnTo>
                  <a:pt x="2960" y="121"/>
                </a:lnTo>
                <a:cubicBezTo>
                  <a:pt x="2997" y="121"/>
                  <a:pt x="3025" y="93"/>
                  <a:pt x="3025" y="56"/>
                </a:cubicBezTo>
                <a:cubicBezTo>
                  <a:pt x="3025" y="28"/>
                  <a:pt x="2997" y="0"/>
                  <a:pt x="29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377;p28">
            <a:extLst>
              <a:ext uri="{FF2B5EF4-FFF2-40B4-BE49-F238E27FC236}">
                <a16:creationId xmlns:a16="http://schemas.microsoft.com/office/drawing/2014/main" id="{D9F82D3E-1E6B-4909-B8C0-59D012711592}"/>
              </a:ext>
            </a:extLst>
          </p:cNvPr>
          <p:cNvSpPr/>
          <p:nvPr/>
        </p:nvSpPr>
        <p:spPr>
          <a:xfrm>
            <a:off x="3173852" y="2688753"/>
            <a:ext cx="172213" cy="6889"/>
          </a:xfrm>
          <a:custGeom>
            <a:avLst/>
            <a:gdLst/>
            <a:ahLst/>
            <a:cxnLst/>
            <a:rect l="l" t="t" r="r" b="b"/>
            <a:pathLst>
              <a:path w="3025" h="121" extrusionOk="0">
                <a:moveTo>
                  <a:pt x="56" y="0"/>
                </a:moveTo>
                <a:cubicBezTo>
                  <a:pt x="29" y="0"/>
                  <a:pt x="1" y="28"/>
                  <a:pt x="1" y="56"/>
                </a:cubicBezTo>
                <a:cubicBezTo>
                  <a:pt x="1" y="93"/>
                  <a:pt x="29" y="121"/>
                  <a:pt x="56" y="121"/>
                </a:cubicBezTo>
                <a:lnTo>
                  <a:pt x="2960" y="121"/>
                </a:lnTo>
                <a:cubicBezTo>
                  <a:pt x="2997" y="121"/>
                  <a:pt x="3025" y="93"/>
                  <a:pt x="3025" y="56"/>
                </a:cubicBezTo>
                <a:cubicBezTo>
                  <a:pt x="3025" y="28"/>
                  <a:pt x="2997" y="0"/>
                  <a:pt x="29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5" name="TextBox 1494">
            <a:extLst>
              <a:ext uri="{FF2B5EF4-FFF2-40B4-BE49-F238E27FC236}">
                <a16:creationId xmlns:a16="http://schemas.microsoft.com/office/drawing/2014/main" id="{B1DCE549-EAF3-5633-E274-8B6F8AA8B580}"/>
              </a:ext>
            </a:extLst>
          </p:cNvPr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2112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C5D5EAFE-62A8-7A5D-CE5E-F03524BAA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29">
            <a:extLst>
              <a:ext uri="{FF2B5EF4-FFF2-40B4-BE49-F238E27FC236}">
                <a16:creationId xmlns:a16="http://schemas.microsoft.com/office/drawing/2014/main" id="{E8DA489C-4E5F-2483-6983-AA5524C1B0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9165" y="47113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3200" dirty="0"/>
              <a:t>Testing Scope</a:t>
            </a:r>
            <a:endParaRPr lang="en-US" dirty="0"/>
          </a:p>
        </p:txBody>
      </p:sp>
      <p:sp>
        <p:nvSpPr>
          <p:cNvPr id="1502" name="Google Shape;1502;p29">
            <a:extLst>
              <a:ext uri="{FF2B5EF4-FFF2-40B4-BE49-F238E27FC236}">
                <a16:creationId xmlns:a16="http://schemas.microsoft.com/office/drawing/2014/main" id="{BD739411-34A3-633C-5D8B-4DD11067F43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63178" y="1266162"/>
            <a:ext cx="6033350" cy="30963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800" b="1" dirty="0"/>
              <a:t>1-Manual Testing</a:t>
            </a:r>
          </a:p>
          <a:p>
            <a:pPr marL="0" indent="0"/>
            <a:endParaRPr lang="en" sz="1600" dirty="0"/>
          </a:p>
          <a:p>
            <a:pPr marL="0" indent="0"/>
            <a:endParaRPr lang="en" sz="1600" b="1" dirty="0"/>
          </a:p>
        </p:txBody>
      </p:sp>
      <p:grpSp>
        <p:nvGrpSpPr>
          <p:cNvPr id="1504" name="Google Shape;1504;p29">
            <a:extLst>
              <a:ext uri="{FF2B5EF4-FFF2-40B4-BE49-F238E27FC236}">
                <a16:creationId xmlns:a16="http://schemas.microsoft.com/office/drawing/2014/main" id="{DFDDA6B5-3164-F1A6-CCD5-064F17E6FF5D}"/>
              </a:ext>
            </a:extLst>
          </p:cNvPr>
          <p:cNvGrpSpPr/>
          <p:nvPr/>
        </p:nvGrpSpPr>
        <p:grpSpPr>
          <a:xfrm>
            <a:off x="7225068" y="3582212"/>
            <a:ext cx="1155488" cy="930983"/>
            <a:chOff x="7225068" y="3582212"/>
            <a:chExt cx="1155488" cy="930983"/>
          </a:xfrm>
        </p:grpSpPr>
        <p:grpSp>
          <p:nvGrpSpPr>
            <p:cNvPr id="1505" name="Google Shape;1505;p29">
              <a:extLst>
                <a:ext uri="{FF2B5EF4-FFF2-40B4-BE49-F238E27FC236}">
                  <a16:creationId xmlns:a16="http://schemas.microsoft.com/office/drawing/2014/main" id="{906C45D9-A2D4-5227-D6D5-A56D5E5AE64F}"/>
                </a:ext>
              </a:extLst>
            </p:cNvPr>
            <p:cNvGrpSpPr/>
            <p:nvPr/>
          </p:nvGrpSpPr>
          <p:grpSpPr>
            <a:xfrm>
              <a:off x="8190795" y="3582212"/>
              <a:ext cx="189761" cy="189761"/>
              <a:chOff x="5448853" y="3419595"/>
              <a:chExt cx="78736" cy="78736"/>
            </a:xfrm>
          </p:grpSpPr>
          <p:sp>
            <p:nvSpPr>
              <p:cNvPr id="1506" name="Google Shape;1506;p29">
                <a:extLst>
                  <a:ext uri="{FF2B5EF4-FFF2-40B4-BE49-F238E27FC236}">
                    <a16:creationId xmlns:a16="http://schemas.microsoft.com/office/drawing/2014/main" id="{C9B2C5FF-272C-F48A-8DC5-31B043BB5A37}"/>
                  </a:ext>
                </a:extLst>
              </p:cNvPr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9">
                <a:extLst>
                  <a:ext uri="{FF2B5EF4-FFF2-40B4-BE49-F238E27FC236}">
                    <a16:creationId xmlns:a16="http://schemas.microsoft.com/office/drawing/2014/main" id="{BFC12BE8-5908-4426-FBC7-C4B362537433}"/>
                  </a:ext>
                </a:extLst>
              </p:cNvPr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9">
                <a:extLst>
                  <a:ext uri="{FF2B5EF4-FFF2-40B4-BE49-F238E27FC236}">
                    <a16:creationId xmlns:a16="http://schemas.microsoft.com/office/drawing/2014/main" id="{2514560B-D9FB-F1C1-0292-5704EBCD1798}"/>
                  </a:ext>
                </a:extLst>
              </p:cNvPr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9">
                <a:extLst>
                  <a:ext uri="{FF2B5EF4-FFF2-40B4-BE49-F238E27FC236}">
                    <a16:creationId xmlns:a16="http://schemas.microsoft.com/office/drawing/2014/main" id="{264F50F0-DA8B-20C3-244B-390D0B9273DC}"/>
                  </a:ext>
                </a:extLst>
              </p:cNvPr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9">
                <a:extLst>
                  <a:ext uri="{FF2B5EF4-FFF2-40B4-BE49-F238E27FC236}">
                    <a16:creationId xmlns:a16="http://schemas.microsoft.com/office/drawing/2014/main" id="{64EE804B-86E4-967B-475F-268F6A3B053C}"/>
                  </a:ext>
                </a:extLst>
              </p:cNvPr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9">
                <a:extLst>
                  <a:ext uri="{FF2B5EF4-FFF2-40B4-BE49-F238E27FC236}">
                    <a16:creationId xmlns:a16="http://schemas.microsoft.com/office/drawing/2014/main" id="{86B1B2E5-D375-88DF-4101-E35F71BB0539}"/>
                  </a:ext>
                </a:extLst>
              </p:cNvPr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9">
                <a:extLst>
                  <a:ext uri="{FF2B5EF4-FFF2-40B4-BE49-F238E27FC236}">
                    <a16:creationId xmlns:a16="http://schemas.microsoft.com/office/drawing/2014/main" id="{C871F637-59E8-8B66-A9A9-F9B2EB380D71}"/>
                  </a:ext>
                </a:extLst>
              </p:cNvPr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9">
                <a:extLst>
                  <a:ext uri="{FF2B5EF4-FFF2-40B4-BE49-F238E27FC236}">
                    <a16:creationId xmlns:a16="http://schemas.microsoft.com/office/drawing/2014/main" id="{CB10284E-1632-31C6-D9D6-500C26A139E9}"/>
                  </a:ext>
                </a:extLst>
              </p:cNvPr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4" name="Google Shape;1514;p29">
              <a:extLst>
                <a:ext uri="{FF2B5EF4-FFF2-40B4-BE49-F238E27FC236}">
                  <a16:creationId xmlns:a16="http://schemas.microsoft.com/office/drawing/2014/main" id="{70433F7D-6770-1211-2DED-CEB4C20277BC}"/>
                </a:ext>
              </a:extLst>
            </p:cNvPr>
            <p:cNvSpPr/>
            <p:nvPr/>
          </p:nvSpPr>
          <p:spPr>
            <a:xfrm>
              <a:off x="7225068" y="3624794"/>
              <a:ext cx="890332" cy="888400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1647;p31">
            <a:extLst>
              <a:ext uri="{FF2B5EF4-FFF2-40B4-BE49-F238E27FC236}">
                <a16:creationId xmlns:a16="http://schemas.microsoft.com/office/drawing/2014/main" id="{9865C39A-A21A-664D-3A5F-E7A133E2ACC6}"/>
              </a:ext>
            </a:extLst>
          </p:cNvPr>
          <p:cNvGrpSpPr/>
          <p:nvPr/>
        </p:nvGrpSpPr>
        <p:grpSpPr>
          <a:xfrm>
            <a:off x="6850705" y="1902830"/>
            <a:ext cx="1639057" cy="916475"/>
            <a:chOff x="713230" y="2963286"/>
            <a:chExt cx="1639057" cy="916475"/>
          </a:xfrm>
        </p:grpSpPr>
        <p:sp>
          <p:nvSpPr>
            <p:cNvPr id="9" name="Google Shape;1648;p31">
              <a:extLst>
                <a:ext uri="{FF2B5EF4-FFF2-40B4-BE49-F238E27FC236}">
                  <a16:creationId xmlns:a16="http://schemas.microsoft.com/office/drawing/2014/main" id="{57666167-791E-7C7B-5D45-723EBE0F4239}"/>
                </a:ext>
              </a:extLst>
            </p:cNvPr>
            <p:cNvSpPr/>
            <p:nvPr/>
          </p:nvSpPr>
          <p:spPr>
            <a:xfrm>
              <a:off x="803044" y="2963286"/>
              <a:ext cx="9516" cy="59929"/>
            </a:xfrm>
            <a:custGeom>
              <a:avLst/>
              <a:gdLst/>
              <a:ahLst/>
              <a:cxnLst/>
              <a:rect l="l" t="t" r="r" b="b"/>
              <a:pathLst>
                <a:path w="121" h="76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696"/>
                  </a:lnTo>
                  <a:cubicBezTo>
                    <a:pt x="0" y="734"/>
                    <a:pt x="28" y="761"/>
                    <a:pt x="56" y="761"/>
                  </a:cubicBezTo>
                  <a:cubicBezTo>
                    <a:pt x="93" y="761"/>
                    <a:pt x="121" y="734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49;p31">
              <a:extLst>
                <a:ext uri="{FF2B5EF4-FFF2-40B4-BE49-F238E27FC236}">
                  <a16:creationId xmlns:a16="http://schemas.microsoft.com/office/drawing/2014/main" id="{4F23335F-4FD0-FA59-A797-562B52E7BD11}"/>
                </a:ext>
              </a:extLst>
            </p:cNvPr>
            <p:cNvSpPr/>
            <p:nvPr/>
          </p:nvSpPr>
          <p:spPr>
            <a:xfrm>
              <a:off x="803044" y="3093131"/>
              <a:ext cx="9516" cy="59222"/>
            </a:xfrm>
            <a:custGeom>
              <a:avLst/>
              <a:gdLst/>
              <a:ahLst/>
              <a:cxnLst/>
              <a:rect l="l" t="t" r="r" b="b"/>
              <a:pathLst>
                <a:path w="121" h="753" extrusionOk="0">
                  <a:moveTo>
                    <a:pt x="56" y="1"/>
                  </a:moveTo>
                  <a:cubicBezTo>
                    <a:pt x="28" y="1"/>
                    <a:pt x="0" y="19"/>
                    <a:pt x="0" y="57"/>
                  </a:cubicBezTo>
                  <a:lnTo>
                    <a:pt x="0" y="697"/>
                  </a:lnTo>
                  <a:cubicBezTo>
                    <a:pt x="0" y="724"/>
                    <a:pt x="28" y="752"/>
                    <a:pt x="56" y="752"/>
                  </a:cubicBezTo>
                  <a:cubicBezTo>
                    <a:pt x="93" y="752"/>
                    <a:pt x="121" y="724"/>
                    <a:pt x="121" y="697"/>
                  </a:cubicBezTo>
                  <a:lnTo>
                    <a:pt x="121" y="57"/>
                  </a:lnTo>
                  <a:cubicBezTo>
                    <a:pt x="121" y="19"/>
                    <a:pt x="93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50;p31">
              <a:extLst>
                <a:ext uri="{FF2B5EF4-FFF2-40B4-BE49-F238E27FC236}">
                  <a16:creationId xmlns:a16="http://schemas.microsoft.com/office/drawing/2014/main" id="{BF1B1C43-A856-01F8-98C4-5C8BC5D256E0}"/>
                </a:ext>
              </a:extLst>
            </p:cNvPr>
            <p:cNvSpPr/>
            <p:nvPr/>
          </p:nvSpPr>
          <p:spPr>
            <a:xfrm>
              <a:off x="842367" y="3053021"/>
              <a:ext cx="59929" cy="9595"/>
            </a:xfrm>
            <a:custGeom>
              <a:avLst/>
              <a:gdLst/>
              <a:ahLst/>
              <a:cxnLst/>
              <a:rect l="l" t="t" r="r" b="b"/>
              <a:pathLst>
                <a:path w="762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706" y="121"/>
                  </a:lnTo>
                  <a:cubicBezTo>
                    <a:pt x="734" y="121"/>
                    <a:pt x="762" y="93"/>
                    <a:pt x="762" y="66"/>
                  </a:cubicBezTo>
                  <a:cubicBezTo>
                    <a:pt x="762" y="29"/>
                    <a:pt x="734" y="1"/>
                    <a:pt x="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51;p31">
              <a:extLst>
                <a:ext uri="{FF2B5EF4-FFF2-40B4-BE49-F238E27FC236}">
                  <a16:creationId xmlns:a16="http://schemas.microsoft.com/office/drawing/2014/main" id="{88C30366-F9D3-0A86-F20B-7557CA3B046E}"/>
                </a:ext>
              </a:extLst>
            </p:cNvPr>
            <p:cNvSpPr/>
            <p:nvPr/>
          </p:nvSpPr>
          <p:spPr>
            <a:xfrm>
              <a:off x="713230" y="3053021"/>
              <a:ext cx="59222" cy="9595"/>
            </a:xfrm>
            <a:custGeom>
              <a:avLst/>
              <a:gdLst/>
              <a:ahLst/>
              <a:cxnLst/>
              <a:rect l="l" t="t" r="r" b="b"/>
              <a:pathLst>
                <a:path w="753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697" y="121"/>
                  </a:lnTo>
                  <a:cubicBezTo>
                    <a:pt x="734" y="121"/>
                    <a:pt x="752" y="93"/>
                    <a:pt x="752" y="66"/>
                  </a:cubicBezTo>
                  <a:cubicBezTo>
                    <a:pt x="752" y="29"/>
                    <a:pt x="734" y="1"/>
                    <a:pt x="6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52;p31">
              <a:extLst>
                <a:ext uri="{FF2B5EF4-FFF2-40B4-BE49-F238E27FC236}">
                  <a16:creationId xmlns:a16="http://schemas.microsoft.com/office/drawing/2014/main" id="{5B8D2F5A-C65C-3F2C-80DF-E4718AA7A71D}"/>
                </a:ext>
              </a:extLst>
            </p:cNvPr>
            <p:cNvSpPr/>
            <p:nvPr/>
          </p:nvSpPr>
          <p:spPr>
            <a:xfrm>
              <a:off x="743902" y="3085896"/>
              <a:ext cx="35863" cy="35785"/>
            </a:xfrm>
            <a:custGeom>
              <a:avLst/>
              <a:gdLst/>
              <a:ahLst/>
              <a:cxnLst/>
              <a:rect l="l" t="t" r="r" b="b"/>
              <a:pathLst>
                <a:path w="456" h="455" extrusionOk="0">
                  <a:moveTo>
                    <a:pt x="1" y="455"/>
                  </a:moveTo>
                  <a:lnTo>
                    <a:pt x="45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53;p31">
              <a:extLst>
                <a:ext uri="{FF2B5EF4-FFF2-40B4-BE49-F238E27FC236}">
                  <a16:creationId xmlns:a16="http://schemas.microsoft.com/office/drawing/2014/main" id="{A2A33418-426C-22AE-07FC-0FE9764BCBF6}"/>
                </a:ext>
              </a:extLst>
            </p:cNvPr>
            <p:cNvSpPr/>
            <p:nvPr/>
          </p:nvSpPr>
          <p:spPr>
            <a:xfrm>
              <a:off x="738790" y="3081098"/>
              <a:ext cx="46087" cy="44986"/>
            </a:xfrm>
            <a:custGeom>
              <a:avLst/>
              <a:gdLst/>
              <a:ahLst/>
              <a:cxnLst/>
              <a:rect l="l" t="t" r="r" b="b"/>
              <a:pathLst>
                <a:path w="586" h="572" extrusionOk="0">
                  <a:moveTo>
                    <a:pt x="521" y="1"/>
                  </a:moveTo>
                  <a:cubicBezTo>
                    <a:pt x="506" y="1"/>
                    <a:pt x="492" y="5"/>
                    <a:pt x="483" y="15"/>
                  </a:cubicBezTo>
                  <a:lnTo>
                    <a:pt x="28" y="469"/>
                  </a:lnTo>
                  <a:cubicBezTo>
                    <a:pt x="1" y="497"/>
                    <a:pt x="1" y="534"/>
                    <a:pt x="28" y="553"/>
                  </a:cubicBezTo>
                  <a:cubicBezTo>
                    <a:pt x="38" y="562"/>
                    <a:pt x="47" y="571"/>
                    <a:pt x="66" y="571"/>
                  </a:cubicBezTo>
                  <a:cubicBezTo>
                    <a:pt x="84" y="571"/>
                    <a:pt x="93" y="562"/>
                    <a:pt x="112" y="553"/>
                  </a:cubicBezTo>
                  <a:lnTo>
                    <a:pt x="567" y="98"/>
                  </a:lnTo>
                  <a:cubicBezTo>
                    <a:pt x="585" y="80"/>
                    <a:pt x="585" y="43"/>
                    <a:pt x="567" y="15"/>
                  </a:cubicBezTo>
                  <a:cubicBezTo>
                    <a:pt x="553" y="5"/>
                    <a:pt x="536" y="1"/>
                    <a:pt x="5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54;p31">
              <a:extLst>
                <a:ext uri="{FF2B5EF4-FFF2-40B4-BE49-F238E27FC236}">
                  <a16:creationId xmlns:a16="http://schemas.microsoft.com/office/drawing/2014/main" id="{17AEE202-9202-A7AA-9720-D1D5C22E8B73}"/>
                </a:ext>
              </a:extLst>
            </p:cNvPr>
            <p:cNvSpPr/>
            <p:nvPr/>
          </p:nvSpPr>
          <p:spPr>
            <a:xfrm>
              <a:off x="835840" y="2993958"/>
              <a:ext cx="35785" cy="35785"/>
            </a:xfrm>
            <a:custGeom>
              <a:avLst/>
              <a:gdLst/>
              <a:ahLst/>
              <a:cxnLst/>
              <a:rect l="l" t="t" r="r" b="b"/>
              <a:pathLst>
                <a:path w="455" h="455" extrusionOk="0">
                  <a:moveTo>
                    <a:pt x="0" y="455"/>
                  </a:moveTo>
                  <a:lnTo>
                    <a:pt x="45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55;p31">
              <a:extLst>
                <a:ext uri="{FF2B5EF4-FFF2-40B4-BE49-F238E27FC236}">
                  <a16:creationId xmlns:a16="http://schemas.microsoft.com/office/drawing/2014/main" id="{20844647-CAFB-7B2E-7727-689106695BF4}"/>
                </a:ext>
              </a:extLst>
            </p:cNvPr>
            <p:cNvSpPr/>
            <p:nvPr/>
          </p:nvSpPr>
          <p:spPr>
            <a:xfrm>
              <a:off x="830728" y="2989396"/>
              <a:ext cx="46009" cy="45458"/>
            </a:xfrm>
            <a:custGeom>
              <a:avLst/>
              <a:gdLst/>
              <a:ahLst/>
              <a:cxnLst/>
              <a:rect l="l" t="t" r="r" b="b"/>
              <a:pathLst>
                <a:path w="585" h="578" extrusionOk="0">
                  <a:moveTo>
                    <a:pt x="519" y="0"/>
                  </a:moveTo>
                  <a:cubicBezTo>
                    <a:pt x="504" y="0"/>
                    <a:pt x="488" y="7"/>
                    <a:pt x="474" y="21"/>
                  </a:cubicBezTo>
                  <a:lnTo>
                    <a:pt x="19" y="476"/>
                  </a:lnTo>
                  <a:cubicBezTo>
                    <a:pt x="1" y="494"/>
                    <a:pt x="1" y="531"/>
                    <a:pt x="19" y="559"/>
                  </a:cubicBezTo>
                  <a:cubicBezTo>
                    <a:pt x="28" y="568"/>
                    <a:pt x="47" y="578"/>
                    <a:pt x="65" y="578"/>
                  </a:cubicBezTo>
                  <a:cubicBezTo>
                    <a:pt x="75" y="578"/>
                    <a:pt x="93" y="568"/>
                    <a:pt x="103" y="559"/>
                  </a:cubicBezTo>
                  <a:lnTo>
                    <a:pt x="557" y="105"/>
                  </a:lnTo>
                  <a:cubicBezTo>
                    <a:pt x="585" y="77"/>
                    <a:pt x="585" y="40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56;p31">
              <a:extLst>
                <a:ext uri="{FF2B5EF4-FFF2-40B4-BE49-F238E27FC236}">
                  <a16:creationId xmlns:a16="http://schemas.microsoft.com/office/drawing/2014/main" id="{F48160E7-39F0-7C75-9790-6679F787FFD0}"/>
                </a:ext>
              </a:extLst>
            </p:cNvPr>
            <p:cNvSpPr/>
            <p:nvPr/>
          </p:nvSpPr>
          <p:spPr>
            <a:xfrm>
              <a:off x="743902" y="2993958"/>
              <a:ext cx="35863" cy="35785"/>
            </a:xfrm>
            <a:custGeom>
              <a:avLst/>
              <a:gdLst/>
              <a:ahLst/>
              <a:cxnLst/>
              <a:rect l="l" t="t" r="r" b="b"/>
              <a:pathLst>
                <a:path w="456" h="455" extrusionOk="0">
                  <a:moveTo>
                    <a:pt x="1" y="0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57;p31">
              <a:extLst>
                <a:ext uri="{FF2B5EF4-FFF2-40B4-BE49-F238E27FC236}">
                  <a16:creationId xmlns:a16="http://schemas.microsoft.com/office/drawing/2014/main" id="{EC5D3161-5CA8-B885-33E7-CE7F36D9B844}"/>
                </a:ext>
              </a:extLst>
            </p:cNvPr>
            <p:cNvSpPr/>
            <p:nvPr/>
          </p:nvSpPr>
          <p:spPr>
            <a:xfrm>
              <a:off x="738790" y="2989396"/>
              <a:ext cx="46087" cy="45458"/>
            </a:xfrm>
            <a:custGeom>
              <a:avLst/>
              <a:gdLst/>
              <a:ahLst/>
              <a:cxnLst/>
              <a:rect l="l" t="t" r="r" b="b"/>
              <a:pathLst>
                <a:path w="586" h="578" extrusionOk="0">
                  <a:moveTo>
                    <a:pt x="67" y="0"/>
                  </a:moveTo>
                  <a:cubicBezTo>
                    <a:pt x="52" y="0"/>
                    <a:pt x="38" y="7"/>
                    <a:pt x="28" y="21"/>
                  </a:cubicBezTo>
                  <a:cubicBezTo>
                    <a:pt x="1" y="40"/>
                    <a:pt x="1" y="77"/>
                    <a:pt x="28" y="105"/>
                  </a:cubicBezTo>
                  <a:lnTo>
                    <a:pt x="483" y="559"/>
                  </a:lnTo>
                  <a:cubicBezTo>
                    <a:pt x="492" y="568"/>
                    <a:pt x="502" y="578"/>
                    <a:pt x="520" y="578"/>
                  </a:cubicBezTo>
                  <a:cubicBezTo>
                    <a:pt x="539" y="578"/>
                    <a:pt x="548" y="568"/>
                    <a:pt x="567" y="559"/>
                  </a:cubicBezTo>
                  <a:cubicBezTo>
                    <a:pt x="585" y="531"/>
                    <a:pt x="585" y="494"/>
                    <a:pt x="567" y="476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58;p31">
              <a:extLst>
                <a:ext uri="{FF2B5EF4-FFF2-40B4-BE49-F238E27FC236}">
                  <a16:creationId xmlns:a16="http://schemas.microsoft.com/office/drawing/2014/main" id="{9EAAAA2B-9CDA-C28E-AE28-3F1449BA9855}"/>
                </a:ext>
              </a:extLst>
            </p:cNvPr>
            <p:cNvSpPr/>
            <p:nvPr/>
          </p:nvSpPr>
          <p:spPr>
            <a:xfrm>
              <a:off x="835840" y="3085896"/>
              <a:ext cx="35785" cy="35785"/>
            </a:xfrm>
            <a:custGeom>
              <a:avLst/>
              <a:gdLst/>
              <a:ahLst/>
              <a:cxnLst/>
              <a:rect l="l" t="t" r="r" b="b"/>
              <a:pathLst>
                <a:path w="455" h="455" extrusionOk="0">
                  <a:moveTo>
                    <a:pt x="0" y="0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59;p31">
              <a:extLst>
                <a:ext uri="{FF2B5EF4-FFF2-40B4-BE49-F238E27FC236}">
                  <a16:creationId xmlns:a16="http://schemas.microsoft.com/office/drawing/2014/main" id="{91FC351A-C477-CAD6-FBE4-7B18090E7B06}"/>
                </a:ext>
              </a:extLst>
            </p:cNvPr>
            <p:cNvSpPr/>
            <p:nvPr/>
          </p:nvSpPr>
          <p:spPr>
            <a:xfrm>
              <a:off x="830728" y="3081098"/>
              <a:ext cx="46009" cy="44986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4" y="1"/>
                  </a:moveTo>
                  <a:cubicBezTo>
                    <a:pt x="49" y="1"/>
                    <a:pt x="33" y="5"/>
                    <a:pt x="19" y="15"/>
                  </a:cubicBezTo>
                  <a:cubicBezTo>
                    <a:pt x="1" y="43"/>
                    <a:pt x="1" y="80"/>
                    <a:pt x="19" y="98"/>
                  </a:cubicBezTo>
                  <a:lnTo>
                    <a:pt x="474" y="553"/>
                  </a:lnTo>
                  <a:cubicBezTo>
                    <a:pt x="483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34"/>
                    <a:pt x="585" y="497"/>
                    <a:pt x="557" y="469"/>
                  </a:cubicBezTo>
                  <a:lnTo>
                    <a:pt x="103" y="15"/>
                  </a:lnTo>
                  <a:cubicBezTo>
                    <a:pt x="93" y="5"/>
                    <a:pt x="79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60;p31">
              <a:extLst>
                <a:ext uri="{FF2B5EF4-FFF2-40B4-BE49-F238E27FC236}">
                  <a16:creationId xmlns:a16="http://schemas.microsoft.com/office/drawing/2014/main" id="{A4A22B58-6359-8683-6534-80D5E0061E05}"/>
                </a:ext>
              </a:extLst>
            </p:cNvPr>
            <p:cNvSpPr/>
            <p:nvPr/>
          </p:nvSpPr>
          <p:spPr>
            <a:xfrm>
              <a:off x="1099227" y="3149281"/>
              <a:ext cx="70861" cy="71569"/>
            </a:xfrm>
            <a:custGeom>
              <a:avLst/>
              <a:gdLst/>
              <a:ahLst/>
              <a:cxnLst/>
              <a:rect l="l" t="t" r="r" b="b"/>
              <a:pathLst>
                <a:path w="901" h="910" extrusionOk="0">
                  <a:moveTo>
                    <a:pt x="446" y="121"/>
                  </a:moveTo>
                  <a:cubicBezTo>
                    <a:pt x="631" y="121"/>
                    <a:pt x="789" y="270"/>
                    <a:pt x="789" y="455"/>
                  </a:cubicBezTo>
                  <a:cubicBezTo>
                    <a:pt x="789" y="641"/>
                    <a:pt x="631" y="789"/>
                    <a:pt x="446" y="789"/>
                  </a:cubicBezTo>
                  <a:cubicBezTo>
                    <a:pt x="269" y="789"/>
                    <a:pt x="112" y="641"/>
                    <a:pt x="112" y="455"/>
                  </a:cubicBezTo>
                  <a:cubicBezTo>
                    <a:pt x="112" y="270"/>
                    <a:pt x="269" y="121"/>
                    <a:pt x="446" y="121"/>
                  </a:cubicBezTo>
                  <a:close/>
                  <a:moveTo>
                    <a:pt x="446" y="1"/>
                  </a:moveTo>
                  <a:cubicBezTo>
                    <a:pt x="204" y="1"/>
                    <a:pt x="0" y="205"/>
                    <a:pt x="0" y="455"/>
                  </a:cubicBezTo>
                  <a:cubicBezTo>
                    <a:pt x="0" y="706"/>
                    <a:pt x="204" y="910"/>
                    <a:pt x="446" y="910"/>
                  </a:cubicBezTo>
                  <a:cubicBezTo>
                    <a:pt x="696" y="910"/>
                    <a:pt x="900" y="706"/>
                    <a:pt x="900" y="455"/>
                  </a:cubicBezTo>
                  <a:cubicBezTo>
                    <a:pt x="900" y="205"/>
                    <a:pt x="696" y="1"/>
                    <a:pt x="4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61;p31">
              <a:extLst>
                <a:ext uri="{FF2B5EF4-FFF2-40B4-BE49-F238E27FC236}">
                  <a16:creationId xmlns:a16="http://schemas.microsoft.com/office/drawing/2014/main" id="{AEC3D102-CB47-FFC8-525E-1B61D155F90B}"/>
                </a:ext>
              </a:extLst>
            </p:cNvPr>
            <p:cNvSpPr/>
            <p:nvPr/>
          </p:nvSpPr>
          <p:spPr>
            <a:xfrm>
              <a:off x="822706" y="3648376"/>
              <a:ext cx="300669" cy="38773"/>
            </a:xfrm>
            <a:custGeom>
              <a:avLst/>
              <a:gdLst/>
              <a:ahLst/>
              <a:cxnLst/>
              <a:rect l="l" t="t" r="r" b="b"/>
              <a:pathLst>
                <a:path w="3823" h="493" extrusionOk="0">
                  <a:moveTo>
                    <a:pt x="0" y="0"/>
                  </a:moveTo>
                  <a:lnTo>
                    <a:pt x="0" y="492"/>
                  </a:lnTo>
                  <a:lnTo>
                    <a:pt x="3822" y="492"/>
                  </a:lnTo>
                  <a:lnTo>
                    <a:pt x="3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62;p31">
              <a:extLst>
                <a:ext uri="{FF2B5EF4-FFF2-40B4-BE49-F238E27FC236}">
                  <a16:creationId xmlns:a16="http://schemas.microsoft.com/office/drawing/2014/main" id="{12E50D01-123D-9A84-DF38-A5F55279A57D}"/>
                </a:ext>
              </a:extLst>
            </p:cNvPr>
            <p:cNvSpPr/>
            <p:nvPr/>
          </p:nvSpPr>
          <p:spPr>
            <a:xfrm>
              <a:off x="818302" y="3643972"/>
              <a:ext cx="309478" cy="47503"/>
            </a:xfrm>
            <a:custGeom>
              <a:avLst/>
              <a:gdLst/>
              <a:ahLst/>
              <a:cxnLst/>
              <a:rect l="l" t="t" r="r" b="b"/>
              <a:pathLst>
                <a:path w="3935" h="604" extrusionOk="0">
                  <a:moveTo>
                    <a:pt x="3823" y="121"/>
                  </a:moveTo>
                  <a:lnTo>
                    <a:pt x="3823" y="492"/>
                  </a:lnTo>
                  <a:lnTo>
                    <a:pt x="112" y="492"/>
                  </a:lnTo>
                  <a:lnTo>
                    <a:pt x="112" y="121"/>
                  </a:lnTo>
                  <a:close/>
                  <a:moveTo>
                    <a:pt x="56" y="1"/>
                  </a:moveTo>
                  <a:cubicBezTo>
                    <a:pt x="38" y="1"/>
                    <a:pt x="29" y="10"/>
                    <a:pt x="10" y="19"/>
                  </a:cubicBezTo>
                  <a:cubicBezTo>
                    <a:pt x="1" y="29"/>
                    <a:pt x="1" y="47"/>
                    <a:pt x="1" y="56"/>
                  </a:cubicBezTo>
                  <a:lnTo>
                    <a:pt x="1" y="548"/>
                  </a:lnTo>
                  <a:cubicBezTo>
                    <a:pt x="1" y="585"/>
                    <a:pt x="19" y="604"/>
                    <a:pt x="56" y="604"/>
                  </a:cubicBezTo>
                  <a:lnTo>
                    <a:pt x="3878" y="604"/>
                  </a:lnTo>
                  <a:cubicBezTo>
                    <a:pt x="3906" y="604"/>
                    <a:pt x="3934" y="585"/>
                    <a:pt x="3934" y="548"/>
                  </a:cubicBezTo>
                  <a:lnTo>
                    <a:pt x="3934" y="56"/>
                  </a:lnTo>
                  <a:cubicBezTo>
                    <a:pt x="3934" y="47"/>
                    <a:pt x="3925" y="29"/>
                    <a:pt x="3916" y="19"/>
                  </a:cubicBezTo>
                  <a:cubicBezTo>
                    <a:pt x="3906" y="10"/>
                    <a:pt x="3888" y="1"/>
                    <a:pt x="38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63;p31">
              <a:extLst>
                <a:ext uri="{FF2B5EF4-FFF2-40B4-BE49-F238E27FC236}">
                  <a16:creationId xmlns:a16="http://schemas.microsoft.com/office/drawing/2014/main" id="{5967E76F-7AB1-638C-8540-C9AF081A35C2}"/>
                </a:ext>
              </a:extLst>
            </p:cNvPr>
            <p:cNvSpPr/>
            <p:nvPr/>
          </p:nvSpPr>
          <p:spPr>
            <a:xfrm>
              <a:off x="950349" y="3576887"/>
              <a:ext cx="173025" cy="24853"/>
            </a:xfrm>
            <a:custGeom>
              <a:avLst/>
              <a:gdLst/>
              <a:ahLst/>
              <a:cxnLst/>
              <a:rect l="l" t="t" r="r" b="b"/>
              <a:pathLst>
                <a:path w="2200" h="316" extrusionOk="0">
                  <a:moveTo>
                    <a:pt x="1" y="0"/>
                  </a:moveTo>
                  <a:lnTo>
                    <a:pt x="1" y="316"/>
                  </a:lnTo>
                  <a:lnTo>
                    <a:pt x="2199" y="316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64;p31">
              <a:extLst>
                <a:ext uri="{FF2B5EF4-FFF2-40B4-BE49-F238E27FC236}">
                  <a16:creationId xmlns:a16="http://schemas.microsoft.com/office/drawing/2014/main" id="{B852210E-A4B3-F1FA-0765-7B3F3046333D}"/>
                </a:ext>
              </a:extLst>
            </p:cNvPr>
            <p:cNvSpPr/>
            <p:nvPr/>
          </p:nvSpPr>
          <p:spPr>
            <a:xfrm>
              <a:off x="946024" y="3572482"/>
              <a:ext cx="181754" cy="33661"/>
            </a:xfrm>
            <a:custGeom>
              <a:avLst/>
              <a:gdLst/>
              <a:ahLst/>
              <a:cxnLst/>
              <a:rect l="l" t="t" r="r" b="b"/>
              <a:pathLst>
                <a:path w="2311" h="428" extrusionOk="0">
                  <a:moveTo>
                    <a:pt x="2199" y="112"/>
                  </a:moveTo>
                  <a:lnTo>
                    <a:pt x="2199" y="316"/>
                  </a:lnTo>
                  <a:lnTo>
                    <a:pt x="121" y="316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lnTo>
                    <a:pt x="0" y="372"/>
                  </a:lnTo>
                  <a:cubicBezTo>
                    <a:pt x="0" y="390"/>
                    <a:pt x="10" y="400"/>
                    <a:pt x="19" y="418"/>
                  </a:cubicBezTo>
                  <a:cubicBezTo>
                    <a:pt x="28" y="427"/>
                    <a:pt x="47" y="427"/>
                    <a:pt x="56" y="427"/>
                  </a:cubicBezTo>
                  <a:lnTo>
                    <a:pt x="2254" y="427"/>
                  </a:lnTo>
                  <a:cubicBezTo>
                    <a:pt x="2282" y="427"/>
                    <a:pt x="2310" y="409"/>
                    <a:pt x="2310" y="372"/>
                  </a:cubicBezTo>
                  <a:lnTo>
                    <a:pt x="2310" y="56"/>
                  </a:lnTo>
                  <a:cubicBezTo>
                    <a:pt x="2310" y="38"/>
                    <a:pt x="2301" y="28"/>
                    <a:pt x="2292" y="10"/>
                  </a:cubicBezTo>
                  <a:cubicBezTo>
                    <a:pt x="2282" y="1"/>
                    <a:pt x="2264" y="1"/>
                    <a:pt x="2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65;p31">
              <a:extLst>
                <a:ext uri="{FF2B5EF4-FFF2-40B4-BE49-F238E27FC236}">
                  <a16:creationId xmlns:a16="http://schemas.microsoft.com/office/drawing/2014/main" id="{2C07E359-A46E-5B8E-C041-061408580B9C}"/>
                </a:ext>
              </a:extLst>
            </p:cNvPr>
            <p:cNvSpPr/>
            <p:nvPr/>
          </p:nvSpPr>
          <p:spPr>
            <a:xfrm>
              <a:off x="950349" y="3505397"/>
              <a:ext cx="173025" cy="24853"/>
            </a:xfrm>
            <a:custGeom>
              <a:avLst/>
              <a:gdLst/>
              <a:ahLst/>
              <a:cxnLst/>
              <a:rect l="l" t="t" r="r" b="b"/>
              <a:pathLst>
                <a:path w="2200" h="316" extrusionOk="0">
                  <a:moveTo>
                    <a:pt x="1" y="0"/>
                  </a:moveTo>
                  <a:lnTo>
                    <a:pt x="1" y="316"/>
                  </a:lnTo>
                  <a:lnTo>
                    <a:pt x="2199" y="316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66;p31">
              <a:extLst>
                <a:ext uri="{FF2B5EF4-FFF2-40B4-BE49-F238E27FC236}">
                  <a16:creationId xmlns:a16="http://schemas.microsoft.com/office/drawing/2014/main" id="{DE559975-DC26-42E5-1BBD-CE4FBD083336}"/>
                </a:ext>
              </a:extLst>
            </p:cNvPr>
            <p:cNvSpPr/>
            <p:nvPr/>
          </p:nvSpPr>
          <p:spPr>
            <a:xfrm>
              <a:off x="946024" y="3500285"/>
              <a:ext cx="181754" cy="34369"/>
            </a:xfrm>
            <a:custGeom>
              <a:avLst/>
              <a:gdLst/>
              <a:ahLst/>
              <a:cxnLst/>
              <a:rect l="l" t="t" r="r" b="b"/>
              <a:pathLst>
                <a:path w="2311" h="437" extrusionOk="0">
                  <a:moveTo>
                    <a:pt x="2199" y="121"/>
                  </a:moveTo>
                  <a:lnTo>
                    <a:pt x="2199" y="316"/>
                  </a:lnTo>
                  <a:lnTo>
                    <a:pt x="121" y="316"/>
                  </a:lnTo>
                  <a:lnTo>
                    <a:pt x="121" y="121"/>
                  </a:lnTo>
                  <a:close/>
                  <a:moveTo>
                    <a:pt x="56" y="0"/>
                  </a:moveTo>
                  <a:cubicBezTo>
                    <a:pt x="47" y="0"/>
                    <a:pt x="28" y="10"/>
                    <a:pt x="19" y="19"/>
                  </a:cubicBezTo>
                  <a:cubicBezTo>
                    <a:pt x="10" y="28"/>
                    <a:pt x="0" y="47"/>
                    <a:pt x="0" y="65"/>
                  </a:cubicBezTo>
                  <a:lnTo>
                    <a:pt x="0" y="381"/>
                  </a:lnTo>
                  <a:cubicBezTo>
                    <a:pt x="0" y="408"/>
                    <a:pt x="28" y="436"/>
                    <a:pt x="56" y="436"/>
                  </a:cubicBezTo>
                  <a:lnTo>
                    <a:pt x="2254" y="436"/>
                  </a:lnTo>
                  <a:cubicBezTo>
                    <a:pt x="2282" y="436"/>
                    <a:pt x="2310" y="408"/>
                    <a:pt x="2310" y="381"/>
                  </a:cubicBezTo>
                  <a:lnTo>
                    <a:pt x="2310" y="65"/>
                  </a:lnTo>
                  <a:cubicBezTo>
                    <a:pt x="2310" y="47"/>
                    <a:pt x="2301" y="28"/>
                    <a:pt x="2292" y="19"/>
                  </a:cubicBezTo>
                  <a:cubicBezTo>
                    <a:pt x="2282" y="10"/>
                    <a:pt x="2264" y="0"/>
                    <a:pt x="2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67;p31">
              <a:extLst>
                <a:ext uri="{FF2B5EF4-FFF2-40B4-BE49-F238E27FC236}">
                  <a16:creationId xmlns:a16="http://schemas.microsoft.com/office/drawing/2014/main" id="{CF754CBB-A7CD-7DC6-CAF0-6E856D18F42C}"/>
                </a:ext>
              </a:extLst>
            </p:cNvPr>
            <p:cNvSpPr/>
            <p:nvPr/>
          </p:nvSpPr>
          <p:spPr>
            <a:xfrm>
              <a:off x="1144449" y="3330093"/>
              <a:ext cx="583722" cy="544713"/>
            </a:xfrm>
            <a:custGeom>
              <a:avLst/>
              <a:gdLst/>
              <a:ahLst/>
              <a:cxnLst/>
              <a:rect l="l" t="t" r="r" b="b"/>
              <a:pathLst>
                <a:path w="7422" h="6926" extrusionOk="0">
                  <a:moveTo>
                    <a:pt x="3714" y="0"/>
                  </a:moveTo>
                  <a:cubicBezTo>
                    <a:pt x="2029" y="0"/>
                    <a:pt x="549" y="1227"/>
                    <a:pt x="288" y="2934"/>
                  </a:cubicBezTo>
                  <a:cubicBezTo>
                    <a:pt x="0" y="4827"/>
                    <a:pt x="1299" y="6599"/>
                    <a:pt x="3182" y="6886"/>
                  </a:cubicBezTo>
                  <a:cubicBezTo>
                    <a:pt x="3359" y="6913"/>
                    <a:pt x="3535" y="6926"/>
                    <a:pt x="3708" y="6926"/>
                  </a:cubicBezTo>
                  <a:cubicBezTo>
                    <a:pt x="5393" y="6926"/>
                    <a:pt x="6874" y="5699"/>
                    <a:pt x="7134" y="3992"/>
                  </a:cubicBezTo>
                  <a:cubicBezTo>
                    <a:pt x="7422" y="2099"/>
                    <a:pt x="6123" y="327"/>
                    <a:pt x="4240" y="40"/>
                  </a:cubicBezTo>
                  <a:cubicBezTo>
                    <a:pt x="4063" y="13"/>
                    <a:pt x="3887" y="0"/>
                    <a:pt x="3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68;p31">
              <a:extLst>
                <a:ext uri="{FF2B5EF4-FFF2-40B4-BE49-F238E27FC236}">
                  <a16:creationId xmlns:a16="http://schemas.microsoft.com/office/drawing/2014/main" id="{1B51E7CD-27F4-9294-9D59-B16C66B4BF17}"/>
                </a:ext>
              </a:extLst>
            </p:cNvPr>
            <p:cNvSpPr/>
            <p:nvPr/>
          </p:nvSpPr>
          <p:spPr>
            <a:xfrm>
              <a:off x="1151763" y="3325532"/>
              <a:ext cx="569880" cy="554229"/>
            </a:xfrm>
            <a:custGeom>
              <a:avLst/>
              <a:gdLst/>
              <a:ahLst/>
              <a:cxnLst/>
              <a:rect l="l" t="t" r="r" b="b"/>
              <a:pathLst>
                <a:path w="7246" h="7047" extrusionOk="0">
                  <a:moveTo>
                    <a:pt x="3618" y="116"/>
                  </a:moveTo>
                  <a:cubicBezTo>
                    <a:pt x="3785" y="116"/>
                    <a:pt x="3961" y="126"/>
                    <a:pt x="4138" y="154"/>
                  </a:cubicBezTo>
                  <a:cubicBezTo>
                    <a:pt x="5038" y="293"/>
                    <a:pt x="5826" y="775"/>
                    <a:pt x="6364" y="1508"/>
                  </a:cubicBezTo>
                  <a:cubicBezTo>
                    <a:pt x="6902" y="2241"/>
                    <a:pt x="7125" y="3141"/>
                    <a:pt x="6986" y="4040"/>
                  </a:cubicBezTo>
                  <a:cubicBezTo>
                    <a:pt x="6725" y="5720"/>
                    <a:pt x="5271" y="6929"/>
                    <a:pt x="3621" y="6929"/>
                  </a:cubicBezTo>
                  <a:cubicBezTo>
                    <a:pt x="3449" y="6929"/>
                    <a:pt x="3274" y="6916"/>
                    <a:pt x="3099" y="6888"/>
                  </a:cubicBezTo>
                  <a:cubicBezTo>
                    <a:pt x="2199" y="6749"/>
                    <a:pt x="1410" y="6267"/>
                    <a:pt x="872" y="5534"/>
                  </a:cubicBezTo>
                  <a:cubicBezTo>
                    <a:pt x="334" y="4801"/>
                    <a:pt x="112" y="3901"/>
                    <a:pt x="251" y="3002"/>
                  </a:cubicBezTo>
                  <a:cubicBezTo>
                    <a:pt x="510" y="1322"/>
                    <a:pt x="1967" y="116"/>
                    <a:pt x="3618" y="116"/>
                  </a:cubicBezTo>
                  <a:close/>
                  <a:moveTo>
                    <a:pt x="3618" y="1"/>
                  </a:moveTo>
                  <a:cubicBezTo>
                    <a:pt x="1910" y="1"/>
                    <a:pt x="408" y="1252"/>
                    <a:pt x="139" y="2983"/>
                  </a:cubicBezTo>
                  <a:cubicBezTo>
                    <a:pt x="0" y="3920"/>
                    <a:pt x="223" y="4848"/>
                    <a:pt x="780" y="5608"/>
                  </a:cubicBezTo>
                  <a:cubicBezTo>
                    <a:pt x="1336" y="6360"/>
                    <a:pt x="2152" y="6861"/>
                    <a:pt x="3089" y="7000"/>
                  </a:cubicBezTo>
                  <a:cubicBezTo>
                    <a:pt x="3266" y="7028"/>
                    <a:pt x="3442" y="7046"/>
                    <a:pt x="3618" y="7046"/>
                  </a:cubicBezTo>
                  <a:cubicBezTo>
                    <a:pt x="5325" y="7046"/>
                    <a:pt x="6837" y="5794"/>
                    <a:pt x="7097" y="4059"/>
                  </a:cubicBezTo>
                  <a:cubicBezTo>
                    <a:pt x="7245" y="3122"/>
                    <a:pt x="7013" y="2194"/>
                    <a:pt x="6457" y="1434"/>
                  </a:cubicBezTo>
                  <a:cubicBezTo>
                    <a:pt x="5900" y="682"/>
                    <a:pt x="5084" y="181"/>
                    <a:pt x="4156" y="42"/>
                  </a:cubicBezTo>
                  <a:cubicBezTo>
                    <a:pt x="3975" y="14"/>
                    <a:pt x="3795" y="1"/>
                    <a:pt x="36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69;p31">
              <a:extLst>
                <a:ext uri="{FF2B5EF4-FFF2-40B4-BE49-F238E27FC236}">
                  <a16:creationId xmlns:a16="http://schemas.microsoft.com/office/drawing/2014/main" id="{92435AC2-7D07-2787-1700-DE991BA7FE81}"/>
                </a:ext>
              </a:extLst>
            </p:cNvPr>
            <p:cNvSpPr/>
            <p:nvPr/>
          </p:nvSpPr>
          <p:spPr>
            <a:xfrm>
              <a:off x="1152471" y="3313892"/>
              <a:ext cx="621708" cy="544949"/>
            </a:xfrm>
            <a:custGeom>
              <a:avLst/>
              <a:gdLst/>
              <a:ahLst/>
              <a:cxnLst/>
              <a:rect l="l" t="t" r="r" b="b"/>
              <a:pathLst>
                <a:path w="7905" h="6929" extrusionOk="0">
                  <a:moveTo>
                    <a:pt x="3948" y="1"/>
                  </a:moveTo>
                  <a:cubicBezTo>
                    <a:pt x="3318" y="1"/>
                    <a:pt x="2680" y="173"/>
                    <a:pt x="2106" y="533"/>
                  </a:cubicBezTo>
                  <a:cubicBezTo>
                    <a:pt x="492" y="1554"/>
                    <a:pt x="1" y="3688"/>
                    <a:pt x="1021" y="5311"/>
                  </a:cubicBezTo>
                  <a:cubicBezTo>
                    <a:pt x="1675" y="6354"/>
                    <a:pt x="2801" y="6929"/>
                    <a:pt x="3955" y="6929"/>
                  </a:cubicBezTo>
                  <a:cubicBezTo>
                    <a:pt x="4586" y="6929"/>
                    <a:pt x="5225" y="6757"/>
                    <a:pt x="5798" y="6396"/>
                  </a:cubicBezTo>
                  <a:cubicBezTo>
                    <a:pt x="7413" y="5376"/>
                    <a:pt x="7904" y="3242"/>
                    <a:pt x="6884" y="1619"/>
                  </a:cubicBezTo>
                  <a:cubicBezTo>
                    <a:pt x="6224" y="575"/>
                    <a:pt x="5099" y="1"/>
                    <a:pt x="39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70;p31">
              <a:extLst>
                <a:ext uri="{FF2B5EF4-FFF2-40B4-BE49-F238E27FC236}">
                  <a16:creationId xmlns:a16="http://schemas.microsoft.com/office/drawing/2014/main" id="{858418E7-61F7-D0E4-846B-BBD3C25FFE71}"/>
                </a:ext>
              </a:extLst>
            </p:cNvPr>
            <p:cNvSpPr/>
            <p:nvPr/>
          </p:nvSpPr>
          <p:spPr>
            <a:xfrm>
              <a:off x="1178739" y="3308938"/>
              <a:ext cx="582306" cy="553993"/>
            </a:xfrm>
            <a:custGeom>
              <a:avLst/>
              <a:gdLst/>
              <a:ahLst/>
              <a:cxnLst/>
              <a:rect l="l" t="t" r="r" b="b"/>
              <a:pathLst>
                <a:path w="7404" h="7044" extrusionOk="0">
                  <a:moveTo>
                    <a:pt x="3628" y="114"/>
                  </a:moveTo>
                  <a:cubicBezTo>
                    <a:pt x="3795" y="114"/>
                    <a:pt x="3971" y="133"/>
                    <a:pt x="4138" y="160"/>
                  </a:cubicBezTo>
                  <a:cubicBezTo>
                    <a:pt x="5993" y="439"/>
                    <a:pt x="7273" y="2183"/>
                    <a:pt x="6995" y="4038"/>
                  </a:cubicBezTo>
                  <a:cubicBezTo>
                    <a:pt x="6735" y="5718"/>
                    <a:pt x="5280" y="6926"/>
                    <a:pt x="3630" y="6926"/>
                  </a:cubicBezTo>
                  <a:cubicBezTo>
                    <a:pt x="3458" y="6926"/>
                    <a:pt x="3284" y="6913"/>
                    <a:pt x="3108" y="6886"/>
                  </a:cubicBezTo>
                  <a:cubicBezTo>
                    <a:pt x="2208" y="6747"/>
                    <a:pt x="1420" y="6274"/>
                    <a:pt x="882" y="5541"/>
                  </a:cubicBezTo>
                  <a:cubicBezTo>
                    <a:pt x="344" y="4808"/>
                    <a:pt x="121" y="3908"/>
                    <a:pt x="260" y="3008"/>
                  </a:cubicBezTo>
                  <a:cubicBezTo>
                    <a:pt x="520" y="1320"/>
                    <a:pt x="1976" y="114"/>
                    <a:pt x="3628" y="114"/>
                  </a:cubicBezTo>
                  <a:close/>
                  <a:moveTo>
                    <a:pt x="3629" y="0"/>
                  </a:moveTo>
                  <a:cubicBezTo>
                    <a:pt x="1917" y="0"/>
                    <a:pt x="410" y="1247"/>
                    <a:pt x="149" y="2990"/>
                  </a:cubicBezTo>
                  <a:cubicBezTo>
                    <a:pt x="1" y="3918"/>
                    <a:pt x="232" y="4845"/>
                    <a:pt x="789" y="5606"/>
                  </a:cubicBezTo>
                  <a:cubicBezTo>
                    <a:pt x="1346" y="6367"/>
                    <a:pt x="2162" y="6858"/>
                    <a:pt x="3090" y="7007"/>
                  </a:cubicBezTo>
                  <a:cubicBezTo>
                    <a:pt x="3275" y="7034"/>
                    <a:pt x="3451" y="7044"/>
                    <a:pt x="3628" y="7044"/>
                  </a:cubicBezTo>
                  <a:cubicBezTo>
                    <a:pt x="5335" y="7044"/>
                    <a:pt x="6837" y="5791"/>
                    <a:pt x="7106" y="4057"/>
                  </a:cubicBezTo>
                  <a:cubicBezTo>
                    <a:pt x="7403" y="2136"/>
                    <a:pt x="6077" y="337"/>
                    <a:pt x="4156" y="40"/>
                  </a:cubicBezTo>
                  <a:cubicBezTo>
                    <a:pt x="3979" y="13"/>
                    <a:pt x="3803" y="0"/>
                    <a:pt x="3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71;p31">
              <a:extLst>
                <a:ext uri="{FF2B5EF4-FFF2-40B4-BE49-F238E27FC236}">
                  <a16:creationId xmlns:a16="http://schemas.microsoft.com/office/drawing/2014/main" id="{01EFF5E4-8FE4-D1D5-B3C0-55AA0BCBC635}"/>
                </a:ext>
              </a:extLst>
            </p:cNvPr>
            <p:cNvSpPr/>
            <p:nvPr/>
          </p:nvSpPr>
          <p:spPr>
            <a:xfrm>
              <a:off x="1563950" y="3370439"/>
              <a:ext cx="117578" cy="119701"/>
            </a:xfrm>
            <a:custGeom>
              <a:avLst/>
              <a:gdLst/>
              <a:ahLst/>
              <a:cxnLst/>
              <a:rect l="l" t="t" r="r" b="b"/>
              <a:pathLst>
                <a:path w="1495" h="1522" extrusionOk="0">
                  <a:moveTo>
                    <a:pt x="1" y="0"/>
                  </a:moveTo>
                  <a:lnTo>
                    <a:pt x="1494" y="1521"/>
                  </a:lnTo>
                  <a:cubicBezTo>
                    <a:pt x="1197" y="863"/>
                    <a:pt x="678" y="3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72;p31">
              <a:extLst>
                <a:ext uri="{FF2B5EF4-FFF2-40B4-BE49-F238E27FC236}">
                  <a16:creationId xmlns:a16="http://schemas.microsoft.com/office/drawing/2014/main" id="{BA5D8C20-63AF-03E1-55EC-8259E52B2579}"/>
                </a:ext>
              </a:extLst>
            </p:cNvPr>
            <p:cNvSpPr/>
            <p:nvPr/>
          </p:nvSpPr>
          <p:spPr>
            <a:xfrm>
              <a:off x="1555928" y="3363282"/>
              <a:ext cx="132836" cy="133386"/>
            </a:xfrm>
            <a:custGeom>
              <a:avLst/>
              <a:gdLst/>
              <a:ahLst/>
              <a:cxnLst/>
              <a:rect l="l" t="t" r="r" b="b"/>
              <a:pathLst>
                <a:path w="1689" h="1696" extrusionOk="0">
                  <a:moveTo>
                    <a:pt x="104" y="0"/>
                  </a:moveTo>
                  <a:cubicBezTo>
                    <a:pt x="71" y="0"/>
                    <a:pt x="42" y="20"/>
                    <a:pt x="28" y="54"/>
                  </a:cubicBezTo>
                  <a:cubicBezTo>
                    <a:pt x="1" y="100"/>
                    <a:pt x="19" y="147"/>
                    <a:pt x="65" y="175"/>
                  </a:cubicBezTo>
                  <a:cubicBezTo>
                    <a:pt x="715" y="471"/>
                    <a:pt x="1225" y="991"/>
                    <a:pt x="1513" y="1650"/>
                  </a:cubicBezTo>
                  <a:cubicBezTo>
                    <a:pt x="1531" y="1677"/>
                    <a:pt x="1559" y="1696"/>
                    <a:pt x="1596" y="1696"/>
                  </a:cubicBezTo>
                  <a:lnTo>
                    <a:pt x="1633" y="1696"/>
                  </a:lnTo>
                  <a:cubicBezTo>
                    <a:pt x="1670" y="1668"/>
                    <a:pt x="1689" y="1622"/>
                    <a:pt x="1670" y="1575"/>
                  </a:cubicBezTo>
                  <a:cubicBezTo>
                    <a:pt x="1364" y="889"/>
                    <a:pt x="826" y="332"/>
                    <a:pt x="140" y="8"/>
                  </a:cubicBezTo>
                  <a:cubicBezTo>
                    <a:pt x="128" y="3"/>
                    <a:pt x="116" y="0"/>
                    <a:pt x="1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73;p31">
              <a:extLst>
                <a:ext uri="{FF2B5EF4-FFF2-40B4-BE49-F238E27FC236}">
                  <a16:creationId xmlns:a16="http://schemas.microsoft.com/office/drawing/2014/main" id="{DF228973-226C-7F8E-B624-592FA18AC7E5}"/>
                </a:ext>
              </a:extLst>
            </p:cNvPr>
            <p:cNvSpPr/>
            <p:nvPr/>
          </p:nvSpPr>
          <p:spPr>
            <a:xfrm rot="5918326">
              <a:off x="2304784" y="3508695"/>
              <a:ext cx="47503" cy="47503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158" y="1"/>
                  </a:moveTo>
                  <a:lnTo>
                    <a:pt x="0" y="437"/>
                  </a:lnTo>
                  <a:lnTo>
                    <a:pt x="436" y="604"/>
                  </a:lnTo>
                  <a:lnTo>
                    <a:pt x="603" y="159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74;p31">
              <a:extLst>
                <a:ext uri="{FF2B5EF4-FFF2-40B4-BE49-F238E27FC236}">
                  <a16:creationId xmlns:a16="http://schemas.microsoft.com/office/drawing/2014/main" id="{6AFA9895-827B-D03B-DAA1-94976684EAA1}"/>
                </a:ext>
              </a:extLst>
            </p:cNvPr>
            <p:cNvSpPr/>
            <p:nvPr/>
          </p:nvSpPr>
          <p:spPr>
            <a:xfrm>
              <a:off x="1277991" y="3581212"/>
              <a:ext cx="151790" cy="76524"/>
            </a:xfrm>
            <a:custGeom>
              <a:avLst/>
              <a:gdLst/>
              <a:ahLst/>
              <a:cxnLst/>
              <a:rect l="l" t="t" r="r" b="b"/>
              <a:pathLst>
                <a:path w="1930" h="973" extrusionOk="0">
                  <a:moveTo>
                    <a:pt x="965" y="1"/>
                  </a:moveTo>
                  <a:cubicBezTo>
                    <a:pt x="427" y="1"/>
                    <a:pt x="0" y="437"/>
                    <a:pt x="0" y="966"/>
                  </a:cubicBezTo>
                  <a:cubicBezTo>
                    <a:pt x="0" y="970"/>
                    <a:pt x="483" y="973"/>
                    <a:pt x="965" y="973"/>
                  </a:cubicBezTo>
                  <a:cubicBezTo>
                    <a:pt x="1447" y="973"/>
                    <a:pt x="1930" y="970"/>
                    <a:pt x="1930" y="966"/>
                  </a:cubicBezTo>
                  <a:cubicBezTo>
                    <a:pt x="1930" y="437"/>
                    <a:pt x="1494" y="1"/>
                    <a:pt x="9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75;p31">
              <a:extLst>
                <a:ext uri="{FF2B5EF4-FFF2-40B4-BE49-F238E27FC236}">
                  <a16:creationId xmlns:a16="http://schemas.microsoft.com/office/drawing/2014/main" id="{BB7334B5-CB80-9005-E127-A130AB322BF4}"/>
                </a:ext>
              </a:extLst>
            </p:cNvPr>
            <p:cNvSpPr/>
            <p:nvPr/>
          </p:nvSpPr>
          <p:spPr>
            <a:xfrm>
              <a:off x="1272879" y="3576887"/>
              <a:ext cx="161306" cy="85411"/>
            </a:xfrm>
            <a:custGeom>
              <a:avLst/>
              <a:gdLst/>
              <a:ahLst/>
              <a:cxnLst/>
              <a:rect l="l" t="t" r="r" b="b"/>
              <a:pathLst>
                <a:path w="2051" h="1086" extrusionOk="0">
                  <a:moveTo>
                    <a:pt x="1030" y="112"/>
                  </a:moveTo>
                  <a:cubicBezTo>
                    <a:pt x="1512" y="112"/>
                    <a:pt x="1902" y="492"/>
                    <a:pt x="1930" y="965"/>
                  </a:cubicBezTo>
                  <a:lnTo>
                    <a:pt x="121" y="965"/>
                  </a:lnTo>
                  <a:cubicBezTo>
                    <a:pt x="149" y="492"/>
                    <a:pt x="548" y="112"/>
                    <a:pt x="1030" y="112"/>
                  </a:cubicBezTo>
                  <a:close/>
                  <a:moveTo>
                    <a:pt x="1030" y="0"/>
                  </a:moveTo>
                  <a:cubicBezTo>
                    <a:pt x="464" y="0"/>
                    <a:pt x="0" y="455"/>
                    <a:pt x="0" y="1021"/>
                  </a:cubicBezTo>
                  <a:cubicBezTo>
                    <a:pt x="0" y="1076"/>
                    <a:pt x="0" y="1076"/>
                    <a:pt x="408" y="1086"/>
                  </a:cubicBezTo>
                  <a:lnTo>
                    <a:pt x="1132" y="1086"/>
                  </a:lnTo>
                  <a:cubicBezTo>
                    <a:pt x="2050" y="1086"/>
                    <a:pt x="2050" y="1086"/>
                    <a:pt x="2050" y="1021"/>
                  </a:cubicBezTo>
                  <a:cubicBezTo>
                    <a:pt x="2050" y="455"/>
                    <a:pt x="1587" y="0"/>
                    <a:pt x="10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76;p31">
              <a:extLst>
                <a:ext uri="{FF2B5EF4-FFF2-40B4-BE49-F238E27FC236}">
                  <a16:creationId xmlns:a16="http://schemas.microsoft.com/office/drawing/2014/main" id="{390D8369-ED62-662C-978A-046F75A0D7E7}"/>
                </a:ext>
              </a:extLst>
            </p:cNvPr>
            <p:cNvSpPr/>
            <p:nvPr/>
          </p:nvSpPr>
          <p:spPr>
            <a:xfrm>
              <a:off x="1310787" y="3484241"/>
              <a:ext cx="86198" cy="86905"/>
            </a:xfrm>
            <a:custGeom>
              <a:avLst/>
              <a:gdLst/>
              <a:ahLst/>
              <a:cxnLst/>
              <a:rect l="l" t="t" r="r" b="b"/>
              <a:pathLst>
                <a:path w="1096" h="1105" extrusionOk="0">
                  <a:moveTo>
                    <a:pt x="548" y="0"/>
                  </a:moveTo>
                  <a:cubicBezTo>
                    <a:pt x="251" y="0"/>
                    <a:pt x="1" y="251"/>
                    <a:pt x="1" y="548"/>
                  </a:cubicBezTo>
                  <a:cubicBezTo>
                    <a:pt x="1" y="854"/>
                    <a:pt x="251" y="1104"/>
                    <a:pt x="548" y="1104"/>
                  </a:cubicBezTo>
                  <a:cubicBezTo>
                    <a:pt x="854" y="1104"/>
                    <a:pt x="1095" y="854"/>
                    <a:pt x="1095" y="548"/>
                  </a:cubicBezTo>
                  <a:cubicBezTo>
                    <a:pt x="1095" y="251"/>
                    <a:pt x="854" y="0"/>
                    <a:pt x="5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77;p31">
              <a:extLst>
                <a:ext uri="{FF2B5EF4-FFF2-40B4-BE49-F238E27FC236}">
                  <a16:creationId xmlns:a16="http://schemas.microsoft.com/office/drawing/2014/main" id="{030BEBC6-595C-F0CE-8198-7DF489D85173}"/>
                </a:ext>
              </a:extLst>
            </p:cNvPr>
            <p:cNvSpPr/>
            <p:nvPr/>
          </p:nvSpPr>
          <p:spPr>
            <a:xfrm>
              <a:off x="1306383" y="3479837"/>
              <a:ext cx="95714" cy="95635"/>
            </a:xfrm>
            <a:custGeom>
              <a:avLst/>
              <a:gdLst/>
              <a:ahLst/>
              <a:cxnLst/>
              <a:rect l="l" t="t" r="r" b="b"/>
              <a:pathLst>
                <a:path w="1217" h="1216" extrusionOk="0">
                  <a:moveTo>
                    <a:pt x="604" y="121"/>
                  </a:moveTo>
                  <a:cubicBezTo>
                    <a:pt x="882" y="121"/>
                    <a:pt x="1096" y="334"/>
                    <a:pt x="1096" y="604"/>
                  </a:cubicBezTo>
                  <a:cubicBezTo>
                    <a:pt x="1096" y="882"/>
                    <a:pt x="882" y="1095"/>
                    <a:pt x="604" y="1095"/>
                  </a:cubicBezTo>
                  <a:cubicBezTo>
                    <a:pt x="335" y="1095"/>
                    <a:pt x="122" y="882"/>
                    <a:pt x="122" y="604"/>
                  </a:cubicBezTo>
                  <a:cubicBezTo>
                    <a:pt x="122" y="334"/>
                    <a:pt x="335" y="121"/>
                    <a:pt x="604" y="121"/>
                  </a:cubicBezTo>
                  <a:close/>
                  <a:moveTo>
                    <a:pt x="604" y="1"/>
                  </a:moveTo>
                  <a:cubicBezTo>
                    <a:pt x="270" y="1"/>
                    <a:pt x="1" y="279"/>
                    <a:pt x="1" y="613"/>
                  </a:cubicBezTo>
                  <a:cubicBezTo>
                    <a:pt x="1" y="947"/>
                    <a:pt x="270" y="1216"/>
                    <a:pt x="604" y="1216"/>
                  </a:cubicBezTo>
                  <a:cubicBezTo>
                    <a:pt x="938" y="1216"/>
                    <a:pt x="1216" y="947"/>
                    <a:pt x="1216" y="613"/>
                  </a:cubicBezTo>
                  <a:cubicBezTo>
                    <a:pt x="1216" y="279"/>
                    <a:pt x="938" y="1"/>
                    <a:pt x="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78;p31">
              <a:extLst>
                <a:ext uri="{FF2B5EF4-FFF2-40B4-BE49-F238E27FC236}">
                  <a16:creationId xmlns:a16="http://schemas.microsoft.com/office/drawing/2014/main" id="{58990394-79A8-716F-F47A-4D25BE145B5F}"/>
                </a:ext>
              </a:extLst>
            </p:cNvPr>
            <p:cNvSpPr/>
            <p:nvPr/>
          </p:nvSpPr>
          <p:spPr>
            <a:xfrm>
              <a:off x="1499775" y="3581212"/>
              <a:ext cx="152576" cy="76524"/>
            </a:xfrm>
            <a:custGeom>
              <a:avLst/>
              <a:gdLst/>
              <a:ahLst/>
              <a:cxnLst/>
              <a:rect l="l" t="t" r="r" b="b"/>
              <a:pathLst>
                <a:path w="1940" h="973" extrusionOk="0">
                  <a:moveTo>
                    <a:pt x="965" y="1"/>
                  </a:moveTo>
                  <a:cubicBezTo>
                    <a:pt x="436" y="1"/>
                    <a:pt x="0" y="437"/>
                    <a:pt x="0" y="966"/>
                  </a:cubicBezTo>
                  <a:cubicBezTo>
                    <a:pt x="0" y="970"/>
                    <a:pt x="485" y="973"/>
                    <a:pt x="970" y="973"/>
                  </a:cubicBezTo>
                  <a:cubicBezTo>
                    <a:pt x="1454" y="973"/>
                    <a:pt x="1939" y="970"/>
                    <a:pt x="1939" y="966"/>
                  </a:cubicBezTo>
                  <a:cubicBezTo>
                    <a:pt x="1939" y="437"/>
                    <a:pt x="1503" y="1"/>
                    <a:pt x="9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79;p31">
              <a:extLst>
                <a:ext uri="{FF2B5EF4-FFF2-40B4-BE49-F238E27FC236}">
                  <a16:creationId xmlns:a16="http://schemas.microsoft.com/office/drawing/2014/main" id="{EAFBFEA3-60A8-E0CF-E41E-9250A52F61EA}"/>
                </a:ext>
              </a:extLst>
            </p:cNvPr>
            <p:cNvSpPr/>
            <p:nvPr/>
          </p:nvSpPr>
          <p:spPr>
            <a:xfrm>
              <a:off x="1495370" y="3576887"/>
              <a:ext cx="161306" cy="85411"/>
            </a:xfrm>
            <a:custGeom>
              <a:avLst/>
              <a:gdLst/>
              <a:ahLst/>
              <a:cxnLst/>
              <a:rect l="l" t="t" r="r" b="b"/>
              <a:pathLst>
                <a:path w="2051" h="1086" extrusionOk="0">
                  <a:moveTo>
                    <a:pt x="1030" y="112"/>
                  </a:moveTo>
                  <a:cubicBezTo>
                    <a:pt x="1503" y="112"/>
                    <a:pt x="1902" y="492"/>
                    <a:pt x="1930" y="965"/>
                  </a:cubicBezTo>
                  <a:lnTo>
                    <a:pt x="121" y="965"/>
                  </a:lnTo>
                  <a:cubicBezTo>
                    <a:pt x="149" y="492"/>
                    <a:pt x="548" y="112"/>
                    <a:pt x="1030" y="112"/>
                  </a:cubicBezTo>
                  <a:close/>
                  <a:moveTo>
                    <a:pt x="1021" y="0"/>
                  </a:moveTo>
                  <a:cubicBezTo>
                    <a:pt x="464" y="0"/>
                    <a:pt x="1" y="455"/>
                    <a:pt x="1" y="1021"/>
                  </a:cubicBezTo>
                  <a:cubicBezTo>
                    <a:pt x="1" y="1076"/>
                    <a:pt x="1" y="1076"/>
                    <a:pt x="399" y="1086"/>
                  </a:cubicBezTo>
                  <a:lnTo>
                    <a:pt x="1132" y="1086"/>
                  </a:lnTo>
                  <a:cubicBezTo>
                    <a:pt x="2051" y="1086"/>
                    <a:pt x="2051" y="1086"/>
                    <a:pt x="2051" y="1021"/>
                  </a:cubicBezTo>
                  <a:cubicBezTo>
                    <a:pt x="2051" y="455"/>
                    <a:pt x="1587" y="0"/>
                    <a:pt x="10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80;p31">
              <a:extLst>
                <a:ext uri="{FF2B5EF4-FFF2-40B4-BE49-F238E27FC236}">
                  <a16:creationId xmlns:a16="http://schemas.microsoft.com/office/drawing/2014/main" id="{AD151FC0-C960-447D-DA9A-62F9F54335EF}"/>
                </a:ext>
              </a:extLst>
            </p:cNvPr>
            <p:cNvSpPr/>
            <p:nvPr/>
          </p:nvSpPr>
          <p:spPr>
            <a:xfrm>
              <a:off x="1533278" y="3484241"/>
              <a:ext cx="86198" cy="86905"/>
            </a:xfrm>
            <a:custGeom>
              <a:avLst/>
              <a:gdLst/>
              <a:ahLst/>
              <a:cxnLst/>
              <a:rect l="l" t="t" r="r" b="b"/>
              <a:pathLst>
                <a:path w="1096" h="1105" extrusionOk="0">
                  <a:moveTo>
                    <a:pt x="548" y="0"/>
                  </a:moveTo>
                  <a:cubicBezTo>
                    <a:pt x="251" y="0"/>
                    <a:pt x="1" y="251"/>
                    <a:pt x="1" y="557"/>
                  </a:cubicBezTo>
                  <a:cubicBezTo>
                    <a:pt x="1" y="854"/>
                    <a:pt x="242" y="1104"/>
                    <a:pt x="548" y="1104"/>
                  </a:cubicBezTo>
                  <a:cubicBezTo>
                    <a:pt x="854" y="1104"/>
                    <a:pt x="1096" y="854"/>
                    <a:pt x="1096" y="557"/>
                  </a:cubicBezTo>
                  <a:cubicBezTo>
                    <a:pt x="1096" y="251"/>
                    <a:pt x="854" y="0"/>
                    <a:pt x="5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81;p31">
              <a:extLst>
                <a:ext uri="{FF2B5EF4-FFF2-40B4-BE49-F238E27FC236}">
                  <a16:creationId xmlns:a16="http://schemas.microsoft.com/office/drawing/2014/main" id="{71FD5F86-A377-EA10-0FEE-D9BD5F5110E2}"/>
                </a:ext>
              </a:extLst>
            </p:cNvPr>
            <p:cNvSpPr/>
            <p:nvPr/>
          </p:nvSpPr>
          <p:spPr>
            <a:xfrm>
              <a:off x="1528952" y="3479837"/>
              <a:ext cx="95635" cy="95635"/>
            </a:xfrm>
            <a:custGeom>
              <a:avLst/>
              <a:gdLst/>
              <a:ahLst/>
              <a:cxnLst/>
              <a:rect l="l" t="t" r="r" b="b"/>
              <a:pathLst>
                <a:path w="1216" h="1216" extrusionOk="0">
                  <a:moveTo>
                    <a:pt x="603" y="121"/>
                  </a:moveTo>
                  <a:cubicBezTo>
                    <a:pt x="872" y="121"/>
                    <a:pt x="1095" y="334"/>
                    <a:pt x="1095" y="604"/>
                  </a:cubicBezTo>
                  <a:cubicBezTo>
                    <a:pt x="1095" y="882"/>
                    <a:pt x="872" y="1095"/>
                    <a:pt x="603" y="1095"/>
                  </a:cubicBezTo>
                  <a:cubicBezTo>
                    <a:pt x="334" y="1095"/>
                    <a:pt x="112" y="882"/>
                    <a:pt x="112" y="604"/>
                  </a:cubicBezTo>
                  <a:cubicBezTo>
                    <a:pt x="112" y="334"/>
                    <a:pt x="334" y="121"/>
                    <a:pt x="603" y="121"/>
                  </a:cubicBezTo>
                  <a:close/>
                  <a:moveTo>
                    <a:pt x="603" y="1"/>
                  </a:moveTo>
                  <a:cubicBezTo>
                    <a:pt x="269" y="1"/>
                    <a:pt x="0" y="279"/>
                    <a:pt x="0" y="613"/>
                  </a:cubicBezTo>
                  <a:cubicBezTo>
                    <a:pt x="0" y="947"/>
                    <a:pt x="269" y="1216"/>
                    <a:pt x="603" y="1216"/>
                  </a:cubicBezTo>
                  <a:cubicBezTo>
                    <a:pt x="937" y="1216"/>
                    <a:pt x="1216" y="947"/>
                    <a:pt x="1216" y="613"/>
                  </a:cubicBezTo>
                  <a:cubicBezTo>
                    <a:pt x="1216" y="279"/>
                    <a:pt x="937" y="1"/>
                    <a:pt x="6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82;p31">
              <a:extLst>
                <a:ext uri="{FF2B5EF4-FFF2-40B4-BE49-F238E27FC236}">
                  <a16:creationId xmlns:a16="http://schemas.microsoft.com/office/drawing/2014/main" id="{FDBCBD4F-640A-3307-1DEE-39AE7F0336DB}"/>
                </a:ext>
              </a:extLst>
            </p:cNvPr>
            <p:cNvSpPr/>
            <p:nvPr/>
          </p:nvSpPr>
          <p:spPr>
            <a:xfrm>
              <a:off x="1374962" y="3594346"/>
              <a:ext cx="172317" cy="86512"/>
            </a:xfrm>
            <a:custGeom>
              <a:avLst/>
              <a:gdLst/>
              <a:ahLst/>
              <a:cxnLst/>
              <a:rect l="l" t="t" r="r" b="b"/>
              <a:pathLst>
                <a:path w="2191" h="1100" extrusionOk="0">
                  <a:moveTo>
                    <a:pt x="1096" y="1"/>
                  </a:moveTo>
                  <a:cubicBezTo>
                    <a:pt x="493" y="1"/>
                    <a:pt x="1" y="493"/>
                    <a:pt x="1" y="1096"/>
                  </a:cubicBezTo>
                  <a:cubicBezTo>
                    <a:pt x="1" y="1096"/>
                    <a:pt x="974" y="1100"/>
                    <a:pt x="1623" y="1100"/>
                  </a:cubicBezTo>
                  <a:cubicBezTo>
                    <a:pt x="1947" y="1100"/>
                    <a:pt x="2190" y="1099"/>
                    <a:pt x="2190" y="1096"/>
                  </a:cubicBezTo>
                  <a:cubicBezTo>
                    <a:pt x="2190" y="493"/>
                    <a:pt x="1699" y="1"/>
                    <a:pt x="10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683;p31">
              <a:extLst>
                <a:ext uri="{FF2B5EF4-FFF2-40B4-BE49-F238E27FC236}">
                  <a16:creationId xmlns:a16="http://schemas.microsoft.com/office/drawing/2014/main" id="{E60937AF-F3F4-7B0A-B493-F9E3D482B0E9}"/>
                </a:ext>
              </a:extLst>
            </p:cNvPr>
            <p:cNvSpPr/>
            <p:nvPr/>
          </p:nvSpPr>
          <p:spPr>
            <a:xfrm>
              <a:off x="1370637" y="3590021"/>
              <a:ext cx="180968" cy="95635"/>
            </a:xfrm>
            <a:custGeom>
              <a:avLst/>
              <a:gdLst/>
              <a:ahLst/>
              <a:cxnLst/>
              <a:rect l="l" t="t" r="r" b="b"/>
              <a:pathLst>
                <a:path w="2301" h="1216" extrusionOk="0">
                  <a:moveTo>
                    <a:pt x="1151" y="112"/>
                  </a:moveTo>
                  <a:cubicBezTo>
                    <a:pt x="1707" y="112"/>
                    <a:pt x="2162" y="548"/>
                    <a:pt x="2190" y="1095"/>
                  </a:cubicBezTo>
                  <a:lnTo>
                    <a:pt x="112" y="1095"/>
                  </a:lnTo>
                  <a:cubicBezTo>
                    <a:pt x="139" y="548"/>
                    <a:pt x="594" y="112"/>
                    <a:pt x="1151" y="112"/>
                  </a:cubicBezTo>
                  <a:close/>
                  <a:moveTo>
                    <a:pt x="1151" y="0"/>
                  </a:moveTo>
                  <a:cubicBezTo>
                    <a:pt x="510" y="0"/>
                    <a:pt x="0" y="511"/>
                    <a:pt x="0" y="1151"/>
                  </a:cubicBezTo>
                  <a:cubicBezTo>
                    <a:pt x="0" y="1206"/>
                    <a:pt x="0" y="1206"/>
                    <a:pt x="446" y="1216"/>
                  </a:cubicBezTo>
                  <a:lnTo>
                    <a:pt x="1271" y="1216"/>
                  </a:lnTo>
                  <a:cubicBezTo>
                    <a:pt x="2301" y="1216"/>
                    <a:pt x="2301" y="1216"/>
                    <a:pt x="2301" y="1151"/>
                  </a:cubicBezTo>
                  <a:cubicBezTo>
                    <a:pt x="2301" y="511"/>
                    <a:pt x="1791" y="0"/>
                    <a:pt x="1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684;p31">
              <a:extLst>
                <a:ext uri="{FF2B5EF4-FFF2-40B4-BE49-F238E27FC236}">
                  <a16:creationId xmlns:a16="http://schemas.microsoft.com/office/drawing/2014/main" id="{DED366A1-0D38-F5E0-AF87-B4292DC92EFA}"/>
                </a:ext>
              </a:extLst>
            </p:cNvPr>
            <p:cNvSpPr/>
            <p:nvPr/>
          </p:nvSpPr>
          <p:spPr>
            <a:xfrm>
              <a:off x="1412949" y="3484241"/>
              <a:ext cx="97837" cy="98545"/>
            </a:xfrm>
            <a:custGeom>
              <a:avLst/>
              <a:gdLst/>
              <a:ahLst/>
              <a:cxnLst/>
              <a:rect l="l" t="t" r="r" b="b"/>
              <a:pathLst>
                <a:path w="1244" h="1253" extrusionOk="0">
                  <a:moveTo>
                    <a:pt x="622" y="0"/>
                  </a:moveTo>
                  <a:cubicBezTo>
                    <a:pt x="279" y="0"/>
                    <a:pt x="0" y="278"/>
                    <a:pt x="0" y="622"/>
                  </a:cubicBezTo>
                  <a:cubicBezTo>
                    <a:pt x="0" y="974"/>
                    <a:pt x="279" y="1253"/>
                    <a:pt x="622" y="1253"/>
                  </a:cubicBezTo>
                  <a:cubicBezTo>
                    <a:pt x="965" y="1253"/>
                    <a:pt x="1243" y="974"/>
                    <a:pt x="1243" y="622"/>
                  </a:cubicBezTo>
                  <a:cubicBezTo>
                    <a:pt x="1243" y="278"/>
                    <a:pt x="965" y="0"/>
                    <a:pt x="6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685;p31">
              <a:extLst>
                <a:ext uri="{FF2B5EF4-FFF2-40B4-BE49-F238E27FC236}">
                  <a16:creationId xmlns:a16="http://schemas.microsoft.com/office/drawing/2014/main" id="{6BEE887D-59EC-94F2-96D8-048E9526D285}"/>
                </a:ext>
              </a:extLst>
            </p:cNvPr>
            <p:cNvSpPr/>
            <p:nvPr/>
          </p:nvSpPr>
          <p:spPr>
            <a:xfrm>
              <a:off x="1407837" y="3479837"/>
              <a:ext cx="107354" cy="107354"/>
            </a:xfrm>
            <a:custGeom>
              <a:avLst/>
              <a:gdLst/>
              <a:ahLst/>
              <a:cxnLst/>
              <a:rect l="l" t="t" r="r" b="b"/>
              <a:pathLst>
                <a:path w="1365" h="1365" extrusionOk="0">
                  <a:moveTo>
                    <a:pt x="687" y="121"/>
                  </a:moveTo>
                  <a:cubicBezTo>
                    <a:pt x="993" y="121"/>
                    <a:pt x="1253" y="372"/>
                    <a:pt x="1253" y="678"/>
                  </a:cubicBezTo>
                  <a:cubicBezTo>
                    <a:pt x="1253" y="993"/>
                    <a:pt x="993" y="1244"/>
                    <a:pt x="687" y="1244"/>
                  </a:cubicBezTo>
                  <a:cubicBezTo>
                    <a:pt x="371" y="1244"/>
                    <a:pt x="121" y="993"/>
                    <a:pt x="121" y="678"/>
                  </a:cubicBezTo>
                  <a:cubicBezTo>
                    <a:pt x="121" y="372"/>
                    <a:pt x="371" y="121"/>
                    <a:pt x="687" y="121"/>
                  </a:cubicBezTo>
                  <a:close/>
                  <a:moveTo>
                    <a:pt x="687" y="1"/>
                  </a:moveTo>
                  <a:cubicBezTo>
                    <a:pt x="307" y="1"/>
                    <a:pt x="0" y="307"/>
                    <a:pt x="0" y="678"/>
                  </a:cubicBezTo>
                  <a:cubicBezTo>
                    <a:pt x="0" y="1058"/>
                    <a:pt x="307" y="1364"/>
                    <a:pt x="687" y="1364"/>
                  </a:cubicBezTo>
                  <a:cubicBezTo>
                    <a:pt x="1058" y="1364"/>
                    <a:pt x="1364" y="1058"/>
                    <a:pt x="1364" y="678"/>
                  </a:cubicBezTo>
                  <a:cubicBezTo>
                    <a:pt x="1364" y="307"/>
                    <a:pt x="1058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5" name="TextBox 1514"/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8E12C0-E7D5-4117-FB8A-586C2C33B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859" y="1792253"/>
            <a:ext cx="320632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Signup, Login, Contact 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Navigation and UI elements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 &amp; negative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 validation and error messages</a:t>
            </a:r>
          </a:p>
        </p:txBody>
      </p:sp>
    </p:spTree>
    <p:extLst>
      <p:ext uri="{BB962C8B-B14F-4D97-AF65-F5344CB8AC3E}">
        <p14:creationId xmlns:p14="http://schemas.microsoft.com/office/powerpoint/2010/main" val="2427464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A65D59FB-787A-3B52-5322-49AF93C65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29">
            <a:extLst>
              <a:ext uri="{FF2B5EF4-FFF2-40B4-BE49-F238E27FC236}">
                <a16:creationId xmlns:a16="http://schemas.microsoft.com/office/drawing/2014/main" id="{7CFDD4AB-2511-093D-6246-E0FEACFDCE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9165" y="47113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3200" dirty="0"/>
              <a:t>Testing Scope</a:t>
            </a:r>
            <a:endParaRPr lang="en-US" dirty="0"/>
          </a:p>
        </p:txBody>
      </p:sp>
      <p:sp>
        <p:nvSpPr>
          <p:cNvPr id="1502" name="Google Shape;1502;p29">
            <a:extLst>
              <a:ext uri="{FF2B5EF4-FFF2-40B4-BE49-F238E27FC236}">
                <a16:creationId xmlns:a16="http://schemas.microsoft.com/office/drawing/2014/main" id="{FD7F82FA-88FB-620B-BCAB-847C64170DC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63178" y="1266162"/>
            <a:ext cx="6033350" cy="30963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800" b="1" dirty="0"/>
              <a:t>2-Automation</a:t>
            </a:r>
            <a:r>
              <a:rPr lang="en" sz="1800" b="1" dirty="0"/>
              <a:t> Testing</a:t>
            </a:r>
          </a:p>
          <a:p>
            <a:pPr marL="0" indent="0"/>
            <a:endParaRPr lang="en" sz="1600" dirty="0"/>
          </a:p>
          <a:p>
            <a:pPr marL="0" indent="0"/>
            <a:endParaRPr lang="en" sz="1600" dirty="0"/>
          </a:p>
        </p:txBody>
      </p:sp>
      <p:grpSp>
        <p:nvGrpSpPr>
          <p:cNvPr id="1504" name="Google Shape;1504;p29">
            <a:extLst>
              <a:ext uri="{FF2B5EF4-FFF2-40B4-BE49-F238E27FC236}">
                <a16:creationId xmlns:a16="http://schemas.microsoft.com/office/drawing/2014/main" id="{F531460F-E0A4-F31E-2CC2-45E2ABB5A3BC}"/>
              </a:ext>
            </a:extLst>
          </p:cNvPr>
          <p:cNvGrpSpPr/>
          <p:nvPr/>
        </p:nvGrpSpPr>
        <p:grpSpPr>
          <a:xfrm>
            <a:off x="7225068" y="3582212"/>
            <a:ext cx="1155488" cy="930983"/>
            <a:chOff x="7225068" y="3582212"/>
            <a:chExt cx="1155488" cy="930983"/>
          </a:xfrm>
        </p:grpSpPr>
        <p:grpSp>
          <p:nvGrpSpPr>
            <p:cNvPr id="1505" name="Google Shape;1505;p29">
              <a:extLst>
                <a:ext uri="{FF2B5EF4-FFF2-40B4-BE49-F238E27FC236}">
                  <a16:creationId xmlns:a16="http://schemas.microsoft.com/office/drawing/2014/main" id="{5634CBD2-0B66-CE12-50E1-73ECCCFEF3A8}"/>
                </a:ext>
              </a:extLst>
            </p:cNvPr>
            <p:cNvGrpSpPr/>
            <p:nvPr/>
          </p:nvGrpSpPr>
          <p:grpSpPr>
            <a:xfrm>
              <a:off x="8190795" y="3582212"/>
              <a:ext cx="189761" cy="189761"/>
              <a:chOff x="5448853" y="3419595"/>
              <a:chExt cx="78736" cy="78736"/>
            </a:xfrm>
          </p:grpSpPr>
          <p:sp>
            <p:nvSpPr>
              <p:cNvPr id="1506" name="Google Shape;1506;p29">
                <a:extLst>
                  <a:ext uri="{FF2B5EF4-FFF2-40B4-BE49-F238E27FC236}">
                    <a16:creationId xmlns:a16="http://schemas.microsoft.com/office/drawing/2014/main" id="{E9A473C9-8756-1B50-F180-387894E2DA8F}"/>
                  </a:ext>
                </a:extLst>
              </p:cNvPr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9">
                <a:extLst>
                  <a:ext uri="{FF2B5EF4-FFF2-40B4-BE49-F238E27FC236}">
                    <a16:creationId xmlns:a16="http://schemas.microsoft.com/office/drawing/2014/main" id="{6C5F7EF0-ACD2-5074-8493-12C09D397E8B}"/>
                  </a:ext>
                </a:extLst>
              </p:cNvPr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9">
                <a:extLst>
                  <a:ext uri="{FF2B5EF4-FFF2-40B4-BE49-F238E27FC236}">
                    <a16:creationId xmlns:a16="http://schemas.microsoft.com/office/drawing/2014/main" id="{AEED0FC9-6E1A-6FAE-2726-E420EAC53508}"/>
                  </a:ext>
                </a:extLst>
              </p:cNvPr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9">
                <a:extLst>
                  <a:ext uri="{FF2B5EF4-FFF2-40B4-BE49-F238E27FC236}">
                    <a16:creationId xmlns:a16="http://schemas.microsoft.com/office/drawing/2014/main" id="{083D55D5-917E-A487-4237-F4378742220B}"/>
                  </a:ext>
                </a:extLst>
              </p:cNvPr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9">
                <a:extLst>
                  <a:ext uri="{FF2B5EF4-FFF2-40B4-BE49-F238E27FC236}">
                    <a16:creationId xmlns:a16="http://schemas.microsoft.com/office/drawing/2014/main" id="{403267D6-C28C-9631-56A4-2B49B1C66F8E}"/>
                  </a:ext>
                </a:extLst>
              </p:cNvPr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9">
                <a:extLst>
                  <a:ext uri="{FF2B5EF4-FFF2-40B4-BE49-F238E27FC236}">
                    <a16:creationId xmlns:a16="http://schemas.microsoft.com/office/drawing/2014/main" id="{BC856A82-E267-5D7E-227F-0A3F5C445773}"/>
                  </a:ext>
                </a:extLst>
              </p:cNvPr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9">
                <a:extLst>
                  <a:ext uri="{FF2B5EF4-FFF2-40B4-BE49-F238E27FC236}">
                    <a16:creationId xmlns:a16="http://schemas.microsoft.com/office/drawing/2014/main" id="{D61C6EE9-0E2F-E6ED-E9CA-C159BB612A91}"/>
                  </a:ext>
                </a:extLst>
              </p:cNvPr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9">
                <a:extLst>
                  <a:ext uri="{FF2B5EF4-FFF2-40B4-BE49-F238E27FC236}">
                    <a16:creationId xmlns:a16="http://schemas.microsoft.com/office/drawing/2014/main" id="{C08F8C95-9DBA-A359-39BD-9BD94EE80C64}"/>
                  </a:ext>
                </a:extLst>
              </p:cNvPr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4" name="Google Shape;1514;p29">
              <a:extLst>
                <a:ext uri="{FF2B5EF4-FFF2-40B4-BE49-F238E27FC236}">
                  <a16:creationId xmlns:a16="http://schemas.microsoft.com/office/drawing/2014/main" id="{CF9F9614-E91E-0C91-610F-31ECF03B60AD}"/>
                </a:ext>
              </a:extLst>
            </p:cNvPr>
            <p:cNvSpPr/>
            <p:nvPr/>
          </p:nvSpPr>
          <p:spPr>
            <a:xfrm>
              <a:off x="7225068" y="3624794"/>
              <a:ext cx="890332" cy="888400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1647;p31">
            <a:extLst>
              <a:ext uri="{FF2B5EF4-FFF2-40B4-BE49-F238E27FC236}">
                <a16:creationId xmlns:a16="http://schemas.microsoft.com/office/drawing/2014/main" id="{544CA1CA-F3F1-6F18-EF10-157211DD6358}"/>
              </a:ext>
            </a:extLst>
          </p:cNvPr>
          <p:cNvGrpSpPr/>
          <p:nvPr/>
        </p:nvGrpSpPr>
        <p:grpSpPr>
          <a:xfrm>
            <a:off x="6850705" y="1902830"/>
            <a:ext cx="1639057" cy="916475"/>
            <a:chOff x="713230" y="2963286"/>
            <a:chExt cx="1639057" cy="916475"/>
          </a:xfrm>
        </p:grpSpPr>
        <p:sp>
          <p:nvSpPr>
            <p:cNvPr id="9" name="Google Shape;1648;p31">
              <a:extLst>
                <a:ext uri="{FF2B5EF4-FFF2-40B4-BE49-F238E27FC236}">
                  <a16:creationId xmlns:a16="http://schemas.microsoft.com/office/drawing/2014/main" id="{AECF328A-2E38-D08E-D113-5F289353902D}"/>
                </a:ext>
              </a:extLst>
            </p:cNvPr>
            <p:cNvSpPr/>
            <p:nvPr/>
          </p:nvSpPr>
          <p:spPr>
            <a:xfrm>
              <a:off x="803044" y="2963286"/>
              <a:ext cx="9516" cy="59929"/>
            </a:xfrm>
            <a:custGeom>
              <a:avLst/>
              <a:gdLst/>
              <a:ahLst/>
              <a:cxnLst/>
              <a:rect l="l" t="t" r="r" b="b"/>
              <a:pathLst>
                <a:path w="121" h="76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696"/>
                  </a:lnTo>
                  <a:cubicBezTo>
                    <a:pt x="0" y="734"/>
                    <a:pt x="28" y="761"/>
                    <a:pt x="56" y="761"/>
                  </a:cubicBezTo>
                  <a:cubicBezTo>
                    <a:pt x="93" y="761"/>
                    <a:pt x="121" y="734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49;p31">
              <a:extLst>
                <a:ext uri="{FF2B5EF4-FFF2-40B4-BE49-F238E27FC236}">
                  <a16:creationId xmlns:a16="http://schemas.microsoft.com/office/drawing/2014/main" id="{321AF59D-D65F-E37C-9ECA-0DF632012A66}"/>
                </a:ext>
              </a:extLst>
            </p:cNvPr>
            <p:cNvSpPr/>
            <p:nvPr/>
          </p:nvSpPr>
          <p:spPr>
            <a:xfrm>
              <a:off x="803044" y="3093131"/>
              <a:ext cx="9516" cy="59222"/>
            </a:xfrm>
            <a:custGeom>
              <a:avLst/>
              <a:gdLst/>
              <a:ahLst/>
              <a:cxnLst/>
              <a:rect l="l" t="t" r="r" b="b"/>
              <a:pathLst>
                <a:path w="121" h="753" extrusionOk="0">
                  <a:moveTo>
                    <a:pt x="56" y="1"/>
                  </a:moveTo>
                  <a:cubicBezTo>
                    <a:pt x="28" y="1"/>
                    <a:pt x="0" y="19"/>
                    <a:pt x="0" y="57"/>
                  </a:cubicBezTo>
                  <a:lnTo>
                    <a:pt x="0" y="697"/>
                  </a:lnTo>
                  <a:cubicBezTo>
                    <a:pt x="0" y="724"/>
                    <a:pt x="28" y="752"/>
                    <a:pt x="56" y="752"/>
                  </a:cubicBezTo>
                  <a:cubicBezTo>
                    <a:pt x="93" y="752"/>
                    <a:pt x="121" y="724"/>
                    <a:pt x="121" y="697"/>
                  </a:cubicBezTo>
                  <a:lnTo>
                    <a:pt x="121" y="57"/>
                  </a:lnTo>
                  <a:cubicBezTo>
                    <a:pt x="121" y="19"/>
                    <a:pt x="93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50;p31">
              <a:extLst>
                <a:ext uri="{FF2B5EF4-FFF2-40B4-BE49-F238E27FC236}">
                  <a16:creationId xmlns:a16="http://schemas.microsoft.com/office/drawing/2014/main" id="{2708AF52-9582-905C-875E-DB902B0F078E}"/>
                </a:ext>
              </a:extLst>
            </p:cNvPr>
            <p:cNvSpPr/>
            <p:nvPr/>
          </p:nvSpPr>
          <p:spPr>
            <a:xfrm>
              <a:off x="842367" y="3053021"/>
              <a:ext cx="59929" cy="9595"/>
            </a:xfrm>
            <a:custGeom>
              <a:avLst/>
              <a:gdLst/>
              <a:ahLst/>
              <a:cxnLst/>
              <a:rect l="l" t="t" r="r" b="b"/>
              <a:pathLst>
                <a:path w="762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706" y="121"/>
                  </a:lnTo>
                  <a:cubicBezTo>
                    <a:pt x="734" y="121"/>
                    <a:pt x="762" y="93"/>
                    <a:pt x="762" y="66"/>
                  </a:cubicBezTo>
                  <a:cubicBezTo>
                    <a:pt x="762" y="29"/>
                    <a:pt x="734" y="1"/>
                    <a:pt x="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51;p31">
              <a:extLst>
                <a:ext uri="{FF2B5EF4-FFF2-40B4-BE49-F238E27FC236}">
                  <a16:creationId xmlns:a16="http://schemas.microsoft.com/office/drawing/2014/main" id="{68938517-6ECC-04EE-211E-C6AAAAE4B05A}"/>
                </a:ext>
              </a:extLst>
            </p:cNvPr>
            <p:cNvSpPr/>
            <p:nvPr/>
          </p:nvSpPr>
          <p:spPr>
            <a:xfrm>
              <a:off x="713230" y="3053021"/>
              <a:ext cx="59222" cy="9595"/>
            </a:xfrm>
            <a:custGeom>
              <a:avLst/>
              <a:gdLst/>
              <a:ahLst/>
              <a:cxnLst/>
              <a:rect l="l" t="t" r="r" b="b"/>
              <a:pathLst>
                <a:path w="753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697" y="121"/>
                  </a:lnTo>
                  <a:cubicBezTo>
                    <a:pt x="734" y="121"/>
                    <a:pt x="752" y="93"/>
                    <a:pt x="752" y="66"/>
                  </a:cubicBezTo>
                  <a:cubicBezTo>
                    <a:pt x="752" y="29"/>
                    <a:pt x="734" y="1"/>
                    <a:pt x="6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52;p31">
              <a:extLst>
                <a:ext uri="{FF2B5EF4-FFF2-40B4-BE49-F238E27FC236}">
                  <a16:creationId xmlns:a16="http://schemas.microsoft.com/office/drawing/2014/main" id="{7AF44811-8EFC-E621-56E3-C3122AFA7935}"/>
                </a:ext>
              </a:extLst>
            </p:cNvPr>
            <p:cNvSpPr/>
            <p:nvPr/>
          </p:nvSpPr>
          <p:spPr>
            <a:xfrm>
              <a:off x="743902" y="3085896"/>
              <a:ext cx="35863" cy="35785"/>
            </a:xfrm>
            <a:custGeom>
              <a:avLst/>
              <a:gdLst/>
              <a:ahLst/>
              <a:cxnLst/>
              <a:rect l="l" t="t" r="r" b="b"/>
              <a:pathLst>
                <a:path w="456" h="455" extrusionOk="0">
                  <a:moveTo>
                    <a:pt x="1" y="455"/>
                  </a:moveTo>
                  <a:lnTo>
                    <a:pt x="45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53;p31">
              <a:extLst>
                <a:ext uri="{FF2B5EF4-FFF2-40B4-BE49-F238E27FC236}">
                  <a16:creationId xmlns:a16="http://schemas.microsoft.com/office/drawing/2014/main" id="{60816448-93AE-8563-69D6-6AE027E81B1B}"/>
                </a:ext>
              </a:extLst>
            </p:cNvPr>
            <p:cNvSpPr/>
            <p:nvPr/>
          </p:nvSpPr>
          <p:spPr>
            <a:xfrm>
              <a:off x="738790" y="3081098"/>
              <a:ext cx="46087" cy="44986"/>
            </a:xfrm>
            <a:custGeom>
              <a:avLst/>
              <a:gdLst/>
              <a:ahLst/>
              <a:cxnLst/>
              <a:rect l="l" t="t" r="r" b="b"/>
              <a:pathLst>
                <a:path w="586" h="572" extrusionOk="0">
                  <a:moveTo>
                    <a:pt x="521" y="1"/>
                  </a:moveTo>
                  <a:cubicBezTo>
                    <a:pt x="506" y="1"/>
                    <a:pt x="492" y="5"/>
                    <a:pt x="483" y="15"/>
                  </a:cubicBezTo>
                  <a:lnTo>
                    <a:pt x="28" y="469"/>
                  </a:lnTo>
                  <a:cubicBezTo>
                    <a:pt x="1" y="497"/>
                    <a:pt x="1" y="534"/>
                    <a:pt x="28" y="553"/>
                  </a:cubicBezTo>
                  <a:cubicBezTo>
                    <a:pt x="38" y="562"/>
                    <a:pt x="47" y="571"/>
                    <a:pt x="66" y="571"/>
                  </a:cubicBezTo>
                  <a:cubicBezTo>
                    <a:pt x="84" y="571"/>
                    <a:pt x="93" y="562"/>
                    <a:pt x="112" y="553"/>
                  </a:cubicBezTo>
                  <a:lnTo>
                    <a:pt x="567" y="98"/>
                  </a:lnTo>
                  <a:cubicBezTo>
                    <a:pt x="585" y="80"/>
                    <a:pt x="585" y="43"/>
                    <a:pt x="567" y="15"/>
                  </a:cubicBezTo>
                  <a:cubicBezTo>
                    <a:pt x="553" y="5"/>
                    <a:pt x="536" y="1"/>
                    <a:pt x="5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54;p31">
              <a:extLst>
                <a:ext uri="{FF2B5EF4-FFF2-40B4-BE49-F238E27FC236}">
                  <a16:creationId xmlns:a16="http://schemas.microsoft.com/office/drawing/2014/main" id="{1096B9BC-1964-5D24-F699-07129875EC6B}"/>
                </a:ext>
              </a:extLst>
            </p:cNvPr>
            <p:cNvSpPr/>
            <p:nvPr/>
          </p:nvSpPr>
          <p:spPr>
            <a:xfrm>
              <a:off x="835840" y="2993958"/>
              <a:ext cx="35785" cy="35785"/>
            </a:xfrm>
            <a:custGeom>
              <a:avLst/>
              <a:gdLst/>
              <a:ahLst/>
              <a:cxnLst/>
              <a:rect l="l" t="t" r="r" b="b"/>
              <a:pathLst>
                <a:path w="455" h="455" extrusionOk="0">
                  <a:moveTo>
                    <a:pt x="0" y="455"/>
                  </a:moveTo>
                  <a:lnTo>
                    <a:pt x="45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55;p31">
              <a:extLst>
                <a:ext uri="{FF2B5EF4-FFF2-40B4-BE49-F238E27FC236}">
                  <a16:creationId xmlns:a16="http://schemas.microsoft.com/office/drawing/2014/main" id="{BE11A5AE-C2FE-783B-90CC-DE2C49C4C716}"/>
                </a:ext>
              </a:extLst>
            </p:cNvPr>
            <p:cNvSpPr/>
            <p:nvPr/>
          </p:nvSpPr>
          <p:spPr>
            <a:xfrm>
              <a:off x="830728" y="2989396"/>
              <a:ext cx="46009" cy="45458"/>
            </a:xfrm>
            <a:custGeom>
              <a:avLst/>
              <a:gdLst/>
              <a:ahLst/>
              <a:cxnLst/>
              <a:rect l="l" t="t" r="r" b="b"/>
              <a:pathLst>
                <a:path w="585" h="578" extrusionOk="0">
                  <a:moveTo>
                    <a:pt x="519" y="0"/>
                  </a:moveTo>
                  <a:cubicBezTo>
                    <a:pt x="504" y="0"/>
                    <a:pt x="488" y="7"/>
                    <a:pt x="474" y="21"/>
                  </a:cubicBezTo>
                  <a:lnTo>
                    <a:pt x="19" y="476"/>
                  </a:lnTo>
                  <a:cubicBezTo>
                    <a:pt x="1" y="494"/>
                    <a:pt x="1" y="531"/>
                    <a:pt x="19" y="559"/>
                  </a:cubicBezTo>
                  <a:cubicBezTo>
                    <a:pt x="28" y="568"/>
                    <a:pt x="47" y="578"/>
                    <a:pt x="65" y="578"/>
                  </a:cubicBezTo>
                  <a:cubicBezTo>
                    <a:pt x="75" y="578"/>
                    <a:pt x="93" y="568"/>
                    <a:pt x="103" y="559"/>
                  </a:cubicBezTo>
                  <a:lnTo>
                    <a:pt x="557" y="105"/>
                  </a:lnTo>
                  <a:cubicBezTo>
                    <a:pt x="585" y="77"/>
                    <a:pt x="585" y="40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56;p31">
              <a:extLst>
                <a:ext uri="{FF2B5EF4-FFF2-40B4-BE49-F238E27FC236}">
                  <a16:creationId xmlns:a16="http://schemas.microsoft.com/office/drawing/2014/main" id="{682A83B0-C9F9-5035-4B83-1134E86E2096}"/>
                </a:ext>
              </a:extLst>
            </p:cNvPr>
            <p:cNvSpPr/>
            <p:nvPr/>
          </p:nvSpPr>
          <p:spPr>
            <a:xfrm>
              <a:off x="743902" y="2993958"/>
              <a:ext cx="35863" cy="35785"/>
            </a:xfrm>
            <a:custGeom>
              <a:avLst/>
              <a:gdLst/>
              <a:ahLst/>
              <a:cxnLst/>
              <a:rect l="l" t="t" r="r" b="b"/>
              <a:pathLst>
                <a:path w="456" h="455" extrusionOk="0">
                  <a:moveTo>
                    <a:pt x="1" y="0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57;p31">
              <a:extLst>
                <a:ext uri="{FF2B5EF4-FFF2-40B4-BE49-F238E27FC236}">
                  <a16:creationId xmlns:a16="http://schemas.microsoft.com/office/drawing/2014/main" id="{F137251D-0E6D-5579-298D-B04D6BFB2BB1}"/>
                </a:ext>
              </a:extLst>
            </p:cNvPr>
            <p:cNvSpPr/>
            <p:nvPr/>
          </p:nvSpPr>
          <p:spPr>
            <a:xfrm>
              <a:off x="738790" y="2989396"/>
              <a:ext cx="46087" cy="45458"/>
            </a:xfrm>
            <a:custGeom>
              <a:avLst/>
              <a:gdLst/>
              <a:ahLst/>
              <a:cxnLst/>
              <a:rect l="l" t="t" r="r" b="b"/>
              <a:pathLst>
                <a:path w="586" h="578" extrusionOk="0">
                  <a:moveTo>
                    <a:pt x="67" y="0"/>
                  </a:moveTo>
                  <a:cubicBezTo>
                    <a:pt x="52" y="0"/>
                    <a:pt x="38" y="7"/>
                    <a:pt x="28" y="21"/>
                  </a:cubicBezTo>
                  <a:cubicBezTo>
                    <a:pt x="1" y="40"/>
                    <a:pt x="1" y="77"/>
                    <a:pt x="28" y="105"/>
                  </a:cubicBezTo>
                  <a:lnTo>
                    <a:pt x="483" y="559"/>
                  </a:lnTo>
                  <a:cubicBezTo>
                    <a:pt x="492" y="568"/>
                    <a:pt x="502" y="578"/>
                    <a:pt x="520" y="578"/>
                  </a:cubicBezTo>
                  <a:cubicBezTo>
                    <a:pt x="539" y="578"/>
                    <a:pt x="548" y="568"/>
                    <a:pt x="567" y="559"/>
                  </a:cubicBezTo>
                  <a:cubicBezTo>
                    <a:pt x="585" y="531"/>
                    <a:pt x="585" y="494"/>
                    <a:pt x="567" y="476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58;p31">
              <a:extLst>
                <a:ext uri="{FF2B5EF4-FFF2-40B4-BE49-F238E27FC236}">
                  <a16:creationId xmlns:a16="http://schemas.microsoft.com/office/drawing/2014/main" id="{BB7DEE0F-F3EC-E9B4-1774-8F731B3FFE4E}"/>
                </a:ext>
              </a:extLst>
            </p:cNvPr>
            <p:cNvSpPr/>
            <p:nvPr/>
          </p:nvSpPr>
          <p:spPr>
            <a:xfrm>
              <a:off x="835840" y="3085896"/>
              <a:ext cx="35785" cy="35785"/>
            </a:xfrm>
            <a:custGeom>
              <a:avLst/>
              <a:gdLst/>
              <a:ahLst/>
              <a:cxnLst/>
              <a:rect l="l" t="t" r="r" b="b"/>
              <a:pathLst>
                <a:path w="455" h="455" extrusionOk="0">
                  <a:moveTo>
                    <a:pt x="0" y="0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59;p31">
              <a:extLst>
                <a:ext uri="{FF2B5EF4-FFF2-40B4-BE49-F238E27FC236}">
                  <a16:creationId xmlns:a16="http://schemas.microsoft.com/office/drawing/2014/main" id="{D055E267-0EF3-4CB1-1241-9D18784C097F}"/>
                </a:ext>
              </a:extLst>
            </p:cNvPr>
            <p:cNvSpPr/>
            <p:nvPr/>
          </p:nvSpPr>
          <p:spPr>
            <a:xfrm>
              <a:off x="830728" y="3081098"/>
              <a:ext cx="46009" cy="44986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4" y="1"/>
                  </a:moveTo>
                  <a:cubicBezTo>
                    <a:pt x="49" y="1"/>
                    <a:pt x="33" y="5"/>
                    <a:pt x="19" y="15"/>
                  </a:cubicBezTo>
                  <a:cubicBezTo>
                    <a:pt x="1" y="43"/>
                    <a:pt x="1" y="80"/>
                    <a:pt x="19" y="98"/>
                  </a:cubicBezTo>
                  <a:lnTo>
                    <a:pt x="474" y="553"/>
                  </a:lnTo>
                  <a:cubicBezTo>
                    <a:pt x="483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34"/>
                    <a:pt x="585" y="497"/>
                    <a:pt x="557" y="469"/>
                  </a:cubicBezTo>
                  <a:lnTo>
                    <a:pt x="103" y="15"/>
                  </a:lnTo>
                  <a:cubicBezTo>
                    <a:pt x="93" y="5"/>
                    <a:pt x="79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60;p31">
              <a:extLst>
                <a:ext uri="{FF2B5EF4-FFF2-40B4-BE49-F238E27FC236}">
                  <a16:creationId xmlns:a16="http://schemas.microsoft.com/office/drawing/2014/main" id="{117C9141-30E9-040B-D495-FE129A9A7D2E}"/>
                </a:ext>
              </a:extLst>
            </p:cNvPr>
            <p:cNvSpPr/>
            <p:nvPr/>
          </p:nvSpPr>
          <p:spPr>
            <a:xfrm>
              <a:off x="1099227" y="3149281"/>
              <a:ext cx="70861" cy="71569"/>
            </a:xfrm>
            <a:custGeom>
              <a:avLst/>
              <a:gdLst/>
              <a:ahLst/>
              <a:cxnLst/>
              <a:rect l="l" t="t" r="r" b="b"/>
              <a:pathLst>
                <a:path w="901" h="910" extrusionOk="0">
                  <a:moveTo>
                    <a:pt x="446" y="121"/>
                  </a:moveTo>
                  <a:cubicBezTo>
                    <a:pt x="631" y="121"/>
                    <a:pt x="789" y="270"/>
                    <a:pt x="789" y="455"/>
                  </a:cubicBezTo>
                  <a:cubicBezTo>
                    <a:pt x="789" y="641"/>
                    <a:pt x="631" y="789"/>
                    <a:pt x="446" y="789"/>
                  </a:cubicBezTo>
                  <a:cubicBezTo>
                    <a:pt x="269" y="789"/>
                    <a:pt x="112" y="641"/>
                    <a:pt x="112" y="455"/>
                  </a:cubicBezTo>
                  <a:cubicBezTo>
                    <a:pt x="112" y="270"/>
                    <a:pt x="269" y="121"/>
                    <a:pt x="446" y="121"/>
                  </a:cubicBezTo>
                  <a:close/>
                  <a:moveTo>
                    <a:pt x="446" y="1"/>
                  </a:moveTo>
                  <a:cubicBezTo>
                    <a:pt x="204" y="1"/>
                    <a:pt x="0" y="205"/>
                    <a:pt x="0" y="455"/>
                  </a:cubicBezTo>
                  <a:cubicBezTo>
                    <a:pt x="0" y="706"/>
                    <a:pt x="204" y="910"/>
                    <a:pt x="446" y="910"/>
                  </a:cubicBezTo>
                  <a:cubicBezTo>
                    <a:pt x="696" y="910"/>
                    <a:pt x="900" y="706"/>
                    <a:pt x="900" y="455"/>
                  </a:cubicBezTo>
                  <a:cubicBezTo>
                    <a:pt x="900" y="205"/>
                    <a:pt x="696" y="1"/>
                    <a:pt x="4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61;p31">
              <a:extLst>
                <a:ext uri="{FF2B5EF4-FFF2-40B4-BE49-F238E27FC236}">
                  <a16:creationId xmlns:a16="http://schemas.microsoft.com/office/drawing/2014/main" id="{4DC87AF4-59C0-76EB-EA15-D06E294BDF6F}"/>
                </a:ext>
              </a:extLst>
            </p:cNvPr>
            <p:cNvSpPr/>
            <p:nvPr/>
          </p:nvSpPr>
          <p:spPr>
            <a:xfrm>
              <a:off x="822706" y="3648376"/>
              <a:ext cx="300669" cy="38773"/>
            </a:xfrm>
            <a:custGeom>
              <a:avLst/>
              <a:gdLst/>
              <a:ahLst/>
              <a:cxnLst/>
              <a:rect l="l" t="t" r="r" b="b"/>
              <a:pathLst>
                <a:path w="3823" h="493" extrusionOk="0">
                  <a:moveTo>
                    <a:pt x="0" y="0"/>
                  </a:moveTo>
                  <a:lnTo>
                    <a:pt x="0" y="492"/>
                  </a:lnTo>
                  <a:lnTo>
                    <a:pt x="3822" y="492"/>
                  </a:lnTo>
                  <a:lnTo>
                    <a:pt x="3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62;p31">
              <a:extLst>
                <a:ext uri="{FF2B5EF4-FFF2-40B4-BE49-F238E27FC236}">
                  <a16:creationId xmlns:a16="http://schemas.microsoft.com/office/drawing/2014/main" id="{16C72C5D-61E1-482F-1044-A92E86EDE89E}"/>
                </a:ext>
              </a:extLst>
            </p:cNvPr>
            <p:cNvSpPr/>
            <p:nvPr/>
          </p:nvSpPr>
          <p:spPr>
            <a:xfrm>
              <a:off x="818302" y="3643972"/>
              <a:ext cx="309478" cy="47503"/>
            </a:xfrm>
            <a:custGeom>
              <a:avLst/>
              <a:gdLst/>
              <a:ahLst/>
              <a:cxnLst/>
              <a:rect l="l" t="t" r="r" b="b"/>
              <a:pathLst>
                <a:path w="3935" h="604" extrusionOk="0">
                  <a:moveTo>
                    <a:pt x="3823" y="121"/>
                  </a:moveTo>
                  <a:lnTo>
                    <a:pt x="3823" y="492"/>
                  </a:lnTo>
                  <a:lnTo>
                    <a:pt x="112" y="492"/>
                  </a:lnTo>
                  <a:lnTo>
                    <a:pt x="112" y="121"/>
                  </a:lnTo>
                  <a:close/>
                  <a:moveTo>
                    <a:pt x="56" y="1"/>
                  </a:moveTo>
                  <a:cubicBezTo>
                    <a:pt x="38" y="1"/>
                    <a:pt x="29" y="10"/>
                    <a:pt x="10" y="19"/>
                  </a:cubicBezTo>
                  <a:cubicBezTo>
                    <a:pt x="1" y="29"/>
                    <a:pt x="1" y="47"/>
                    <a:pt x="1" y="56"/>
                  </a:cubicBezTo>
                  <a:lnTo>
                    <a:pt x="1" y="548"/>
                  </a:lnTo>
                  <a:cubicBezTo>
                    <a:pt x="1" y="585"/>
                    <a:pt x="19" y="604"/>
                    <a:pt x="56" y="604"/>
                  </a:cubicBezTo>
                  <a:lnTo>
                    <a:pt x="3878" y="604"/>
                  </a:lnTo>
                  <a:cubicBezTo>
                    <a:pt x="3906" y="604"/>
                    <a:pt x="3934" y="585"/>
                    <a:pt x="3934" y="548"/>
                  </a:cubicBezTo>
                  <a:lnTo>
                    <a:pt x="3934" y="56"/>
                  </a:lnTo>
                  <a:cubicBezTo>
                    <a:pt x="3934" y="47"/>
                    <a:pt x="3925" y="29"/>
                    <a:pt x="3916" y="19"/>
                  </a:cubicBezTo>
                  <a:cubicBezTo>
                    <a:pt x="3906" y="10"/>
                    <a:pt x="3888" y="1"/>
                    <a:pt x="38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63;p31">
              <a:extLst>
                <a:ext uri="{FF2B5EF4-FFF2-40B4-BE49-F238E27FC236}">
                  <a16:creationId xmlns:a16="http://schemas.microsoft.com/office/drawing/2014/main" id="{DCD9D6C7-1F7F-FB5A-611F-882EE80F1F13}"/>
                </a:ext>
              </a:extLst>
            </p:cNvPr>
            <p:cNvSpPr/>
            <p:nvPr/>
          </p:nvSpPr>
          <p:spPr>
            <a:xfrm>
              <a:off x="950349" y="3576887"/>
              <a:ext cx="173025" cy="24853"/>
            </a:xfrm>
            <a:custGeom>
              <a:avLst/>
              <a:gdLst/>
              <a:ahLst/>
              <a:cxnLst/>
              <a:rect l="l" t="t" r="r" b="b"/>
              <a:pathLst>
                <a:path w="2200" h="316" extrusionOk="0">
                  <a:moveTo>
                    <a:pt x="1" y="0"/>
                  </a:moveTo>
                  <a:lnTo>
                    <a:pt x="1" y="316"/>
                  </a:lnTo>
                  <a:lnTo>
                    <a:pt x="2199" y="316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64;p31">
              <a:extLst>
                <a:ext uri="{FF2B5EF4-FFF2-40B4-BE49-F238E27FC236}">
                  <a16:creationId xmlns:a16="http://schemas.microsoft.com/office/drawing/2014/main" id="{B6EF2F24-4BD5-DE94-E760-963CDD7BA454}"/>
                </a:ext>
              </a:extLst>
            </p:cNvPr>
            <p:cNvSpPr/>
            <p:nvPr/>
          </p:nvSpPr>
          <p:spPr>
            <a:xfrm>
              <a:off x="946024" y="3572482"/>
              <a:ext cx="181754" cy="33661"/>
            </a:xfrm>
            <a:custGeom>
              <a:avLst/>
              <a:gdLst/>
              <a:ahLst/>
              <a:cxnLst/>
              <a:rect l="l" t="t" r="r" b="b"/>
              <a:pathLst>
                <a:path w="2311" h="428" extrusionOk="0">
                  <a:moveTo>
                    <a:pt x="2199" y="112"/>
                  </a:moveTo>
                  <a:lnTo>
                    <a:pt x="2199" y="316"/>
                  </a:lnTo>
                  <a:lnTo>
                    <a:pt x="121" y="316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lnTo>
                    <a:pt x="0" y="372"/>
                  </a:lnTo>
                  <a:cubicBezTo>
                    <a:pt x="0" y="390"/>
                    <a:pt x="10" y="400"/>
                    <a:pt x="19" y="418"/>
                  </a:cubicBezTo>
                  <a:cubicBezTo>
                    <a:pt x="28" y="427"/>
                    <a:pt x="47" y="427"/>
                    <a:pt x="56" y="427"/>
                  </a:cubicBezTo>
                  <a:lnTo>
                    <a:pt x="2254" y="427"/>
                  </a:lnTo>
                  <a:cubicBezTo>
                    <a:pt x="2282" y="427"/>
                    <a:pt x="2310" y="409"/>
                    <a:pt x="2310" y="372"/>
                  </a:cubicBezTo>
                  <a:lnTo>
                    <a:pt x="2310" y="56"/>
                  </a:lnTo>
                  <a:cubicBezTo>
                    <a:pt x="2310" y="38"/>
                    <a:pt x="2301" y="28"/>
                    <a:pt x="2292" y="10"/>
                  </a:cubicBezTo>
                  <a:cubicBezTo>
                    <a:pt x="2282" y="1"/>
                    <a:pt x="2264" y="1"/>
                    <a:pt x="2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65;p31">
              <a:extLst>
                <a:ext uri="{FF2B5EF4-FFF2-40B4-BE49-F238E27FC236}">
                  <a16:creationId xmlns:a16="http://schemas.microsoft.com/office/drawing/2014/main" id="{8A2F5149-B871-20A2-5DAD-ADE2DB559710}"/>
                </a:ext>
              </a:extLst>
            </p:cNvPr>
            <p:cNvSpPr/>
            <p:nvPr/>
          </p:nvSpPr>
          <p:spPr>
            <a:xfrm>
              <a:off x="950349" y="3505397"/>
              <a:ext cx="173025" cy="24853"/>
            </a:xfrm>
            <a:custGeom>
              <a:avLst/>
              <a:gdLst/>
              <a:ahLst/>
              <a:cxnLst/>
              <a:rect l="l" t="t" r="r" b="b"/>
              <a:pathLst>
                <a:path w="2200" h="316" extrusionOk="0">
                  <a:moveTo>
                    <a:pt x="1" y="0"/>
                  </a:moveTo>
                  <a:lnTo>
                    <a:pt x="1" y="316"/>
                  </a:lnTo>
                  <a:lnTo>
                    <a:pt x="2199" y="316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66;p31">
              <a:extLst>
                <a:ext uri="{FF2B5EF4-FFF2-40B4-BE49-F238E27FC236}">
                  <a16:creationId xmlns:a16="http://schemas.microsoft.com/office/drawing/2014/main" id="{79F184CB-5A35-853E-E215-90FE17C4083C}"/>
                </a:ext>
              </a:extLst>
            </p:cNvPr>
            <p:cNvSpPr/>
            <p:nvPr/>
          </p:nvSpPr>
          <p:spPr>
            <a:xfrm>
              <a:off x="946024" y="3500285"/>
              <a:ext cx="181754" cy="34369"/>
            </a:xfrm>
            <a:custGeom>
              <a:avLst/>
              <a:gdLst/>
              <a:ahLst/>
              <a:cxnLst/>
              <a:rect l="l" t="t" r="r" b="b"/>
              <a:pathLst>
                <a:path w="2311" h="437" extrusionOk="0">
                  <a:moveTo>
                    <a:pt x="2199" y="121"/>
                  </a:moveTo>
                  <a:lnTo>
                    <a:pt x="2199" y="316"/>
                  </a:lnTo>
                  <a:lnTo>
                    <a:pt x="121" y="316"/>
                  </a:lnTo>
                  <a:lnTo>
                    <a:pt x="121" y="121"/>
                  </a:lnTo>
                  <a:close/>
                  <a:moveTo>
                    <a:pt x="56" y="0"/>
                  </a:moveTo>
                  <a:cubicBezTo>
                    <a:pt x="47" y="0"/>
                    <a:pt x="28" y="10"/>
                    <a:pt x="19" y="19"/>
                  </a:cubicBezTo>
                  <a:cubicBezTo>
                    <a:pt x="10" y="28"/>
                    <a:pt x="0" y="47"/>
                    <a:pt x="0" y="65"/>
                  </a:cubicBezTo>
                  <a:lnTo>
                    <a:pt x="0" y="381"/>
                  </a:lnTo>
                  <a:cubicBezTo>
                    <a:pt x="0" y="408"/>
                    <a:pt x="28" y="436"/>
                    <a:pt x="56" y="436"/>
                  </a:cubicBezTo>
                  <a:lnTo>
                    <a:pt x="2254" y="436"/>
                  </a:lnTo>
                  <a:cubicBezTo>
                    <a:pt x="2282" y="436"/>
                    <a:pt x="2310" y="408"/>
                    <a:pt x="2310" y="381"/>
                  </a:cubicBezTo>
                  <a:lnTo>
                    <a:pt x="2310" y="65"/>
                  </a:lnTo>
                  <a:cubicBezTo>
                    <a:pt x="2310" y="47"/>
                    <a:pt x="2301" y="28"/>
                    <a:pt x="2292" y="19"/>
                  </a:cubicBezTo>
                  <a:cubicBezTo>
                    <a:pt x="2282" y="10"/>
                    <a:pt x="2264" y="0"/>
                    <a:pt x="2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67;p31">
              <a:extLst>
                <a:ext uri="{FF2B5EF4-FFF2-40B4-BE49-F238E27FC236}">
                  <a16:creationId xmlns:a16="http://schemas.microsoft.com/office/drawing/2014/main" id="{42478D8C-509B-735D-454F-DF3A4F57E613}"/>
                </a:ext>
              </a:extLst>
            </p:cNvPr>
            <p:cNvSpPr/>
            <p:nvPr/>
          </p:nvSpPr>
          <p:spPr>
            <a:xfrm>
              <a:off x="1144449" y="3330093"/>
              <a:ext cx="583722" cy="544713"/>
            </a:xfrm>
            <a:custGeom>
              <a:avLst/>
              <a:gdLst/>
              <a:ahLst/>
              <a:cxnLst/>
              <a:rect l="l" t="t" r="r" b="b"/>
              <a:pathLst>
                <a:path w="7422" h="6926" extrusionOk="0">
                  <a:moveTo>
                    <a:pt x="3714" y="0"/>
                  </a:moveTo>
                  <a:cubicBezTo>
                    <a:pt x="2029" y="0"/>
                    <a:pt x="549" y="1227"/>
                    <a:pt x="288" y="2934"/>
                  </a:cubicBezTo>
                  <a:cubicBezTo>
                    <a:pt x="0" y="4827"/>
                    <a:pt x="1299" y="6599"/>
                    <a:pt x="3182" y="6886"/>
                  </a:cubicBezTo>
                  <a:cubicBezTo>
                    <a:pt x="3359" y="6913"/>
                    <a:pt x="3535" y="6926"/>
                    <a:pt x="3708" y="6926"/>
                  </a:cubicBezTo>
                  <a:cubicBezTo>
                    <a:pt x="5393" y="6926"/>
                    <a:pt x="6874" y="5699"/>
                    <a:pt x="7134" y="3992"/>
                  </a:cubicBezTo>
                  <a:cubicBezTo>
                    <a:pt x="7422" y="2099"/>
                    <a:pt x="6123" y="327"/>
                    <a:pt x="4240" y="40"/>
                  </a:cubicBezTo>
                  <a:cubicBezTo>
                    <a:pt x="4063" y="13"/>
                    <a:pt x="3887" y="0"/>
                    <a:pt x="3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68;p31">
              <a:extLst>
                <a:ext uri="{FF2B5EF4-FFF2-40B4-BE49-F238E27FC236}">
                  <a16:creationId xmlns:a16="http://schemas.microsoft.com/office/drawing/2014/main" id="{DA5BEBB2-761E-87C3-D150-037329A3798D}"/>
                </a:ext>
              </a:extLst>
            </p:cNvPr>
            <p:cNvSpPr/>
            <p:nvPr/>
          </p:nvSpPr>
          <p:spPr>
            <a:xfrm>
              <a:off x="1151763" y="3325532"/>
              <a:ext cx="569880" cy="554229"/>
            </a:xfrm>
            <a:custGeom>
              <a:avLst/>
              <a:gdLst/>
              <a:ahLst/>
              <a:cxnLst/>
              <a:rect l="l" t="t" r="r" b="b"/>
              <a:pathLst>
                <a:path w="7246" h="7047" extrusionOk="0">
                  <a:moveTo>
                    <a:pt x="3618" y="116"/>
                  </a:moveTo>
                  <a:cubicBezTo>
                    <a:pt x="3785" y="116"/>
                    <a:pt x="3961" y="126"/>
                    <a:pt x="4138" y="154"/>
                  </a:cubicBezTo>
                  <a:cubicBezTo>
                    <a:pt x="5038" y="293"/>
                    <a:pt x="5826" y="775"/>
                    <a:pt x="6364" y="1508"/>
                  </a:cubicBezTo>
                  <a:cubicBezTo>
                    <a:pt x="6902" y="2241"/>
                    <a:pt x="7125" y="3141"/>
                    <a:pt x="6986" y="4040"/>
                  </a:cubicBezTo>
                  <a:cubicBezTo>
                    <a:pt x="6725" y="5720"/>
                    <a:pt x="5271" y="6929"/>
                    <a:pt x="3621" y="6929"/>
                  </a:cubicBezTo>
                  <a:cubicBezTo>
                    <a:pt x="3449" y="6929"/>
                    <a:pt x="3274" y="6916"/>
                    <a:pt x="3099" y="6888"/>
                  </a:cubicBezTo>
                  <a:cubicBezTo>
                    <a:pt x="2199" y="6749"/>
                    <a:pt x="1410" y="6267"/>
                    <a:pt x="872" y="5534"/>
                  </a:cubicBezTo>
                  <a:cubicBezTo>
                    <a:pt x="334" y="4801"/>
                    <a:pt x="112" y="3901"/>
                    <a:pt x="251" y="3002"/>
                  </a:cubicBezTo>
                  <a:cubicBezTo>
                    <a:pt x="510" y="1322"/>
                    <a:pt x="1967" y="116"/>
                    <a:pt x="3618" y="116"/>
                  </a:cubicBezTo>
                  <a:close/>
                  <a:moveTo>
                    <a:pt x="3618" y="1"/>
                  </a:moveTo>
                  <a:cubicBezTo>
                    <a:pt x="1910" y="1"/>
                    <a:pt x="408" y="1252"/>
                    <a:pt x="139" y="2983"/>
                  </a:cubicBezTo>
                  <a:cubicBezTo>
                    <a:pt x="0" y="3920"/>
                    <a:pt x="223" y="4848"/>
                    <a:pt x="780" y="5608"/>
                  </a:cubicBezTo>
                  <a:cubicBezTo>
                    <a:pt x="1336" y="6360"/>
                    <a:pt x="2152" y="6861"/>
                    <a:pt x="3089" y="7000"/>
                  </a:cubicBezTo>
                  <a:cubicBezTo>
                    <a:pt x="3266" y="7028"/>
                    <a:pt x="3442" y="7046"/>
                    <a:pt x="3618" y="7046"/>
                  </a:cubicBezTo>
                  <a:cubicBezTo>
                    <a:pt x="5325" y="7046"/>
                    <a:pt x="6837" y="5794"/>
                    <a:pt x="7097" y="4059"/>
                  </a:cubicBezTo>
                  <a:cubicBezTo>
                    <a:pt x="7245" y="3122"/>
                    <a:pt x="7013" y="2194"/>
                    <a:pt x="6457" y="1434"/>
                  </a:cubicBezTo>
                  <a:cubicBezTo>
                    <a:pt x="5900" y="682"/>
                    <a:pt x="5084" y="181"/>
                    <a:pt x="4156" y="42"/>
                  </a:cubicBezTo>
                  <a:cubicBezTo>
                    <a:pt x="3975" y="14"/>
                    <a:pt x="3795" y="1"/>
                    <a:pt x="36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69;p31">
              <a:extLst>
                <a:ext uri="{FF2B5EF4-FFF2-40B4-BE49-F238E27FC236}">
                  <a16:creationId xmlns:a16="http://schemas.microsoft.com/office/drawing/2014/main" id="{19554B84-5375-95F0-D39C-B318CC0396A1}"/>
                </a:ext>
              </a:extLst>
            </p:cNvPr>
            <p:cNvSpPr/>
            <p:nvPr/>
          </p:nvSpPr>
          <p:spPr>
            <a:xfrm>
              <a:off x="1152471" y="3313892"/>
              <a:ext cx="621708" cy="544949"/>
            </a:xfrm>
            <a:custGeom>
              <a:avLst/>
              <a:gdLst/>
              <a:ahLst/>
              <a:cxnLst/>
              <a:rect l="l" t="t" r="r" b="b"/>
              <a:pathLst>
                <a:path w="7905" h="6929" extrusionOk="0">
                  <a:moveTo>
                    <a:pt x="3948" y="1"/>
                  </a:moveTo>
                  <a:cubicBezTo>
                    <a:pt x="3318" y="1"/>
                    <a:pt x="2680" y="173"/>
                    <a:pt x="2106" y="533"/>
                  </a:cubicBezTo>
                  <a:cubicBezTo>
                    <a:pt x="492" y="1554"/>
                    <a:pt x="1" y="3688"/>
                    <a:pt x="1021" y="5311"/>
                  </a:cubicBezTo>
                  <a:cubicBezTo>
                    <a:pt x="1675" y="6354"/>
                    <a:pt x="2801" y="6929"/>
                    <a:pt x="3955" y="6929"/>
                  </a:cubicBezTo>
                  <a:cubicBezTo>
                    <a:pt x="4586" y="6929"/>
                    <a:pt x="5225" y="6757"/>
                    <a:pt x="5798" y="6396"/>
                  </a:cubicBezTo>
                  <a:cubicBezTo>
                    <a:pt x="7413" y="5376"/>
                    <a:pt x="7904" y="3242"/>
                    <a:pt x="6884" y="1619"/>
                  </a:cubicBezTo>
                  <a:cubicBezTo>
                    <a:pt x="6224" y="575"/>
                    <a:pt x="5099" y="1"/>
                    <a:pt x="39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70;p31">
              <a:extLst>
                <a:ext uri="{FF2B5EF4-FFF2-40B4-BE49-F238E27FC236}">
                  <a16:creationId xmlns:a16="http://schemas.microsoft.com/office/drawing/2014/main" id="{C4F03DF0-2040-F436-61CC-C94570C7A816}"/>
                </a:ext>
              </a:extLst>
            </p:cNvPr>
            <p:cNvSpPr/>
            <p:nvPr/>
          </p:nvSpPr>
          <p:spPr>
            <a:xfrm>
              <a:off x="1178739" y="3308938"/>
              <a:ext cx="582306" cy="553993"/>
            </a:xfrm>
            <a:custGeom>
              <a:avLst/>
              <a:gdLst/>
              <a:ahLst/>
              <a:cxnLst/>
              <a:rect l="l" t="t" r="r" b="b"/>
              <a:pathLst>
                <a:path w="7404" h="7044" extrusionOk="0">
                  <a:moveTo>
                    <a:pt x="3628" y="114"/>
                  </a:moveTo>
                  <a:cubicBezTo>
                    <a:pt x="3795" y="114"/>
                    <a:pt x="3971" y="133"/>
                    <a:pt x="4138" y="160"/>
                  </a:cubicBezTo>
                  <a:cubicBezTo>
                    <a:pt x="5993" y="439"/>
                    <a:pt x="7273" y="2183"/>
                    <a:pt x="6995" y="4038"/>
                  </a:cubicBezTo>
                  <a:cubicBezTo>
                    <a:pt x="6735" y="5718"/>
                    <a:pt x="5280" y="6926"/>
                    <a:pt x="3630" y="6926"/>
                  </a:cubicBezTo>
                  <a:cubicBezTo>
                    <a:pt x="3458" y="6926"/>
                    <a:pt x="3284" y="6913"/>
                    <a:pt x="3108" y="6886"/>
                  </a:cubicBezTo>
                  <a:cubicBezTo>
                    <a:pt x="2208" y="6747"/>
                    <a:pt x="1420" y="6274"/>
                    <a:pt x="882" y="5541"/>
                  </a:cubicBezTo>
                  <a:cubicBezTo>
                    <a:pt x="344" y="4808"/>
                    <a:pt x="121" y="3908"/>
                    <a:pt x="260" y="3008"/>
                  </a:cubicBezTo>
                  <a:cubicBezTo>
                    <a:pt x="520" y="1320"/>
                    <a:pt x="1976" y="114"/>
                    <a:pt x="3628" y="114"/>
                  </a:cubicBezTo>
                  <a:close/>
                  <a:moveTo>
                    <a:pt x="3629" y="0"/>
                  </a:moveTo>
                  <a:cubicBezTo>
                    <a:pt x="1917" y="0"/>
                    <a:pt x="410" y="1247"/>
                    <a:pt x="149" y="2990"/>
                  </a:cubicBezTo>
                  <a:cubicBezTo>
                    <a:pt x="1" y="3918"/>
                    <a:pt x="232" y="4845"/>
                    <a:pt x="789" y="5606"/>
                  </a:cubicBezTo>
                  <a:cubicBezTo>
                    <a:pt x="1346" y="6367"/>
                    <a:pt x="2162" y="6858"/>
                    <a:pt x="3090" y="7007"/>
                  </a:cubicBezTo>
                  <a:cubicBezTo>
                    <a:pt x="3275" y="7034"/>
                    <a:pt x="3451" y="7044"/>
                    <a:pt x="3628" y="7044"/>
                  </a:cubicBezTo>
                  <a:cubicBezTo>
                    <a:pt x="5335" y="7044"/>
                    <a:pt x="6837" y="5791"/>
                    <a:pt x="7106" y="4057"/>
                  </a:cubicBezTo>
                  <a:cubicBezTo>
                    <a:pt x="7403" y="2136"/>
                    <a:pt x="6077" y="337"/>
                    <a:pt x="4156" y="40"/>
                  </a:cubicBezTo>
                  <a:cubicBezTo>
                    <a:pt x="3979" y="13"/>
                    <a:pt x="3803" y="0"/>
                    <a:pt x="3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71;p31">
              <a:extLst>
                <a:ext uri="{FF2B5EF4-FFF2-40B4-BE49-F238E27FC236}">
                  <a16:creationId xmlns:a16="http://schemas.microsoft.com/office/drawing/2014/main" id="{57F901A1-86F2-1845-B472-FEBF4F213CFF}"/>
                </a:ext>
              </a:extLst>
            </p:cNvPr>
            <p:cNvSpPr/>
            <p:nvPr/>
          </p:nvSpPr>
          <p:spPr>
            <a:xfrm>
              <a:off x="1563950" y="3370439"/>
              <a:ext cx="117578" cy="119701"/>
            </a:xfrm>
            <a:custGeom>
              <a:avLst/>
              <a:gdLst/>
              <a:ahLst/>
              <a:cxnLst/>
              <a:rect l="l" t="t" r="r" b="b"/>
              <a:pathLst>
                <a:path w="1495" h="1522" extrusionOk="0">
                  <a:moveTo>
                    <a:pt x="1" y="0"/>
                  </a:moveTo>
                  <a:lnTo>
                    <a:pt x="1494" y="1521"/>
                  </a:lnTo>
                  <a:cubicBezTo>
                    <a:pt x="1197" y="863"/>
                    <a:pt x="678" y="3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72;p31">
              <a:extLst>
                <a:ext uri="{FF2B5EF4-FFF2-40B4-BE49-F238E27FC236}">
                  <a16:creationId xmlns:a16="http://schemas.microsoft.com/office/drawing/2014/main" id="{175D2F67-6E0A-5C4F-8025-9F3E842B8B55}"/>
                </a:ext>
              </a:extLst>
            </p:cNvPr>
            <p:cNvSpPr/>
            <p:nvPr/>
          </p:nvSpPr>
          <p:spPr>
            <a:xfrm>
              <a:off x="1555928" y="3363282"/>
              <a:ext cx="132836" cy="133386"/>
            </a:xfrm>
            <a:custGeom>
              <a:avLst/>
              <a:gdLst/>
              <a:ahLst/>
              <a:cxnLst/>
              <a:rect l="l" t="t" r="r" b="b"/>
              <a:pathLst>
                <a:path w="1689" h="1696" extrusionOk="0">
                  <a:moveTo>
                    <a:pt x="104" y="0"/>
                  </a:moveTo>
                  <a:cubicBezTo>
                    <a:pt x="71" y="0"/>
                    <a:pt x="42" y="20"/>
                    <a:pt x="28" y="54"/>
                  </a:cubicBezTo>
                  <a:cubicBezTo>
                    <a:pt x="1" y="100"/>
                    <a:pt x="19" y="147"/>
                    <a:pt x="65" y="175"/>
                  </a:cubicBezTo>
                  <a:cubicBezTo>
                    <a:pt x="715" y="471"/>
                    <a:pt x="1225" y="991"/>
                    <a:pt x="1513" y="1650"/>
                  </a:cubicBezTo>
                  <a:cubicBezTo>
                    <a:pt x="1531" y="1677"/>
                    <a:pt x="1559" y="1696"/>
                    <a:pt x="1596" y="1696"/>
                  </a:cubicBezTo>
                  <a:lnTo>
                    <a:pt x="1633" y="1696"/>
                  </a:lnTo>
                  <a:cubicBezTo>
                    <a:pt x="1670" y="1668"/>
                    <a:pt x="1689" y="1622"/>
                    <a:pt x="1670" y="1575"/>
                  </a:cubicBezTo>
                  <a:cubicBezTo>
                    <a:pt x="1364" y="889"/>
                    <a:pt x="826" y="332"/>
                    <a:pt x="140" y="8"/>
                  </a:cubicBezTo>
                  <a:cubicBezTo>
                    <a:pt x="128" y="3"/>
                    <a:pt x="116" y="0"/>
                    <a:pt x="1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73;p31">
              <a:extLst>
                <a:ext uri="{FF2B5EF4-FFF2-40B4-BE49-F238E27FC236}">
                  <a16:creationId xmlns:a16="http://schemas.microsoft.com/office/drawing/2014/main" id="{7F310989-0098-33EF-8A6C-7389A2D74305}"/>
                </a:ext>
              </a:extLst>
            </p:cNvPr>
            <p:cNvSpPr/>
            <p:nvPr/>
          </p:nvSpPr>
          <p:spPr>
            <a:xfrm rot="5918326">
              <a:off x="2304784" y="3508695"/>
              <a:ext cx="47503" cy="47503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158" y="1"/>
                  </a:moveTo>
                  <a:lnTo>
                    <a:pt x="0" y="437"/>
                  </a:lnTo>
                  <a:lnTo>
                    <a:pt x="436" y="604"/>
                  </a:lnTo>
                  <a:lnTo>
                    <a:pt x="603" y="159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74;p31">
              <a:extLst>
                <a:ext uri="{FF2B5EF4-FFF2-40B4-BE49-F238E27FC236}">
                  <a16:creationId xmlns:a16="http://schemas.microsoft.com/office/drawing/2014/main" id="{F161ED9C-D338-FBE9-EE51-00DD65270DC3}"/>
                </a:ext>
              </a:extLst>
            </p:cNvPr>
            <p:cNvSpPr/>
            <p:nvPr/>
          </p:nvSpPr>
          <p:spPr>
            <a:xfrm>
              <a:off x="1277991" y="3581212"/>
              <a:ext cx="151790" cy="76524"/>
            </a:xfrm>
            <a:custGeom>
              <a:avLst/>
              <a:gdLst/>
              <a:ahLst/>
              <a:cxnLst/>
              <a:rect l="l" t="t" r="r" b="b"/>
              <a:pathLst>
                <a:path w="1930" h="973" extrusionOk="0">
                  <a:moveTo>
                    <a:pt x="965" y="1"/>
                  </a:moveTo>
                  <a:cubicBezTo>
                    <a:pt x="427" y="1"/>
                    <a:pt x="0" y="437"/>
                    <a:pt x="0" y="966"/>
                  </a:cubicBezTo>
                  <a:cubicBezTo>
                    <a:pt x="0" y="970"/>
                    <a:pt x="483" y="973"/>
                    <a:pt x="965" y="973"/>
                  </a:cubicBezTo>
                  <a:cubicBezTo>
                    <a:pt x="1447" y="973"/>
                    <a:pt x="1930" y="970"/>
                    <a:pt x="1930" y="966"/>
                  </a:cubicBezTo>
                  <a:cubicBezTo>
                    <a:pt x="1930" y="437"/>
                    <a:pt x="1494" y="1"/>
                    <a:pt x="9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75;p31">
              <a:extLst>
                <a:ext uri="{FF2B5EF4-FFF2-40B4-BE49-F238E27FC236}">
                  <a16:creationId xmlns:a16="http://schemas.microsoft.com/office/drawing/2014/main" id="{B791B7C0-93F8-9529-1693-3BE95AAB1178}"/>
                </a:ext>
              </a:extLst>
            </p:cNvPr>
            <p:cNvSpPr/>
            <p:nvPr/>
          </p:nvSpPr>
          <p:spPr>
            <a:xfrm>
              <a:off x="1272879" y="3576887"/>
              <a:ext cx="161306" cy="85411"/>
            </a:xfrm>
            <a:custGeom>
              <a:avLst/>
              <a:gdLst/>
              <a:ahLst/>
              <a:cxnLst/>
              <a:rect l="l" t="t" r="r" b="b"/>
              <a:pathLst>
                <a:path w="2051" h="1086" extrusionOk="0">
                  <a:moveTo>
                    <a:pt x="1030" y="112"/>
                  </a:moveTo>
                  <a:cubicBezTo>
                    <a:pt x="1512" y="112"/>
                    <a:pt x="1902" y="492"/>
                    <a:pt x="1930" y="965"/>
                  </a:cubicBezTo>
                  <a:lnTo>
                    <a:pt x="121" y="965"/>
                  </a:lnTo>
                  <a:cubicBezTo>
                    <a:pt x="149" y="492"/>
                    <a:pt x="548" y="112"/>
                    <a:pt x="1030" y="112"/>
                  </a:cubicBezTo>
                  <a:close/>
                  <a:moveTo>
                    <a:pt x="1030" y="0"/>
                  </a:moveTo>
                  <a:cubicBezTo>
                    <a:pt x="464" y="0"/>
                    <a:pt x="0" y="455"/>
                    <a:pt x="0" y="1021"/>
                  </a:cubicBezTo>
                  <a:cubicBezTo>
                    <a:pt x="0" y="1076"/>
                    <a:pt x="0" y="1076"/>
                    <a:pt x="408" y="1086"/>
                  </a:cubicBezTo>
                  <a:lnTo>
                    <a:pt x="1132" y="1086"/>
                  </a:lnTo>
                  <a:cubicBezTo>
                    <a:pt x="2050" y="1086"/>
                    <a:pt x="2050" y="1086"/>
                    <a:pt x="2050" y="1021"/>
                  </a:cubicBezTo>
                  <a:cubicBezTo>
                    <a:pt x="2050" y="455"/>
                    <a:pt x="1587" y="0"/>
                    <a:pt x="10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76;p31">
              <a:extLst>
                <a:ext uri="{FF2B5EF4-FFF2-40B4-BE49-F238E27FC236}">
                  <a16:creationId xmlns:a16="http://schemas.microsoft.com/office/drawing/2014/main" id="{093A3694-C8AE-B12D-535D-0EB86AC5912D}"/>
                </a:ext>
              </a:extLst>
            </p:cNvPr>
            <p:cNvSpPr/>
            <p:nvPr/>
          </p:nvSpPr>
          <p:spPr>
            <a:xfrm>
              <a:off x="1310787" y="3484241"/>
              <a:ext cx="86198" cy="86905"/>
            </a:xfrm>
            <a:custGeom>
              <a:avLst/>
              <a:gdLst/>
              <a:ahLst/>
              <a:cxnLst/>
              <a:rect l="l" t="t" r="r" b="b"/>
              <a:pathLst>
                <a:path w="1096" h="1105" extrusionOk="0">
                  <a:moveTo>
                    <a:pt x="548" y="0"/>
                  </a:moveTo>
                  <a:cubicBezTo>
                    <a:pt x="251" y="0"/>
                    <a:pt x="1" y="251"/>
                    <a:pt x="1" y="548"/>
                  </a:cubicBezTo>
                  <a:cubicBezTo>
                    <a:pt x="1" y="854"/>
                    <a:pt x="251" y="1104"/>
                    <a:pt x="548" y="1104"/>
                  </a:cubicBezTo>
                  <a:cubicBezTo>
                    <a:pt x="854" y="1104"/>
                    <a:pt x="1095" y="854"/>
                    <a:pt x="1095" y="548"/>
                  </a:cubicBezTo>
                  <a:cubicBezTo>
                    <a:pt x="1095" y="251"/>
                    <a:pt x="854" y="0"/>
                    <a:pt x="5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77;p31">
              <a:extLst>
                <a:ext uri="{FF2B5EF4-FFF2-40B4-BE49-F238E27FC236}">
                  <a16:creationId xmlns:a16="http://schemas.microsoft.com/office/drawing/2014/main" id="{6A042359-E2F5-B560-89DA-0B6C3458DED8}"/>
                </a:ext>
              </a:extLst>
            </p:cNvPr>
            <p:cNvSpPr/>
            <p:nvPr/>
          </p:nvSpPr>
          <p:spPr>
            <a:xfrm>
              <a:off x="1306383" y="3479837"/>
              <a:ext cx="95714" cy="95635"/>
            </a:xfrm>
            <a:custGeom>
              <a:avLst/>
              <a:gdLst/>
              <a:ahLst/>
              <a:cxnLst/>
              <a:rect l="l" t="t" r="r" b="b"/>
              <a:pathLst>
                <a:path w="1217" h="1216" extrusionOk="0">
                  <a:moveTo>
                    <a:pt x="604" y="121"/>
                  </a:moveTo>
                  <a:cubicBezTo>
                    <a:pt x="882" y="121"/>
                    <a:pt x="1096" y="334"/>
                    <a:pt x="1096" y="604"/>
                  </a:cubicBezTo>
                  <a:cubicBezTo>
                    <a:pt x="1096" y="882"/>
                    <a:pt x="882" y="1095"/>
                    <a:pt x="604" y="1095"/>
                  </a:cubicBezTo>
                  <a:cubicBezTo>
                    <a:pt x="335" y="1095"/>
                    <a:pt x="122" y="882"/>
                    <a:pt x="122" y="604"/>
                  </a:cubicBezTo>
                  <a:cubicBezTo>
                    <a:pt x="122" y="334"/>
                    <a:pt x="335" y="121"/>
                    <a:pt x="604" y="121"/>
                  </a:cubicBezTo>
                  <a:close/>
                  <a:moveTo>
                    <a:pt x="604" y="1"/>
                  </a:moveTo>
                  <a:cubicBezTo>
                    <a:pt x="270" y="1"/>
                    <a:pt x="1" y="279"/>
                    <a:pt x="1" y="613"/>
                  </a:cubicBezTo>
                  <a:cubicBezTo>
                    <a:pt x="1" y="947"/>
                    <a:pt x="270" y="1216"/>
                    <a:pt x="604" y="1216"/>
                  </a:cubicBezTo>
                  <a:cubicBezTo>
                    <a:pt x="938" y="1216"/>
                    <a:pt x="1216" y="947"/>
                    <a:pt x="1216" y="613"/>
                  </a:cubicBezTo>
                  <a:cubicBezTo>
                    <a:pt x="1216" y="279"/>
                    <a:pt x="938" y="1"/>
                    <a:pt x="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78;p31">
              <a:extLst>
                <a:ext uri="{FF2B5EF4-FFF2-40B4-BE49-F238E27FC236}">
                  <a16:creationId xmlns:a16="http://schemas.microsoft.com/office/drawing/2014/main" id="{D4CD6336-D2F2-5B47-4C6C-CD2BDBB43B2E}"/>
                </a:ext>
              </a:extLst>
            </p:cNvPr>
            <p:cNvSpPr/>
            <p:nvPr/>
          </p:nvSpPr>
          <p:spPr>
            <a:xfrm>
              <a:off x="1499775" y="3581212"/>
              <a:ext cx="152576" cy="76524"/>
            </a:xfrm>
            <a:custGeom>
              <a:avLst/>
              <a:gdLst/>
              <a:ahLst/>
              <a:cxnLst/>
              <a:rect l="l" t="t" r="r" b="b"/>
              <a:pathLst>
                <a:path w="1940" h="973" extrusionOk="0">
                  <a:moveTo>
                    <a:pt x="965" y="1"/>
                  </a:moveTo>
                  <a:cubicBezTo>
                    <a:pt x="436" y="1"/>
                    <a:pt x="0" y="437"/>
                    <a:pt x="0" y="966"/>
                  </a:cubicBezTo>
                  <a:cubicBezTo>
                    <a:pt x="0" y="970"/>
                    <a:pt x="485" y="973"/>
                    <a:pt x="970" y="973"/>
                  </a:cubicBezTo>
                  <a:cubicBezTo>
                    <a:pt x="1454" y="973"/>
                    <a:pt x="1939" y="970"/>
                    <a:pt x="1939" y="966"/>
                  </a:cubicBezTo>
                  <a:cubicBezTo>
                    <a:pt x="1939" y="437"/>
                    <a:pt x="1503" y="1"/>
                    <a:pt x="9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79;p31">
              <a:extLst>
                <a:ext uri="{FF2B5EF4-FFF2-40B4-BE49-F238E27FC236}">
                  <a16:creationId xmlns:a16="http://schemas.microsoft.com/office/drawing/2014/main" id="{64765414-941E-4772-B41B-1DE891E30232}"/>
                </a:ext>
              </a:extLst>
            </p:cNvPr>
            <p:cNvSpPr/>
            <p:nvPr/>
          </p:nvSpPr>
          <p:spPr>
            <a:xfrm>
              <a:off x="1495370" y="3576887"/>
              <a:ext cx="161306" cy="85411"/>
            </a:xfrm>
            <a:custGeom>
              <a:avLst/>
              <a:gdLst/>
              <a:ahLst/>
              <a:cxnLst/>
              <a:rect l="l" t="t" r="r" b="b"/>
              <a:pathLst>
                <a:path w="2051" h="1086" extrusionOk="0">
                  <a:moveTo>
                    <a:pt x="1030" y="112"/>
                  </a:moveTo>
                  <a:cubicBezTo>
                    <a:pt x="1503" y="112"/>
                    <a:pt x="1902" y="492"/>
                    <a:pt x="1930" y="965"/>
                  </a:cubicBezTo>
                  <a:lnTo>
                    <a:pt x="121" y="965"/>
                  </a:lnTo>
                  <a:cubicBezTo>
                    <a:pt x="149" y="492"/>
                    <a:pt x="548" y="112"/>
                    <a:pt x="1030" y="112"/>
                  </a:cubicBezTo>
                  <a:close/>
                  <a:moveTo>
                    <a:pt x="1021" y="0"/>
                  </a:moveTo>
                  <a:cubicBezTo>
                    <a:pt x="464" y="0"/>
                    <a:pt x="1" y="455"/>
                    <a:pt x="1" y="1021"/>
                  </a:cubicBezTo>
                  <a:cubicBezTo>
                    <a:pt x="1" y="1076"/>
                    <a:pt x="1" y="1076"/>
                    <a:pt x="399" y="1086"/>
                  </a:cubicBezTo>
                  <a:lnTo>
                    <a:pt x="1132" y="1086"/>
                  </a:lnTo>
                  <a:cubicBezTo>
                    <a:pt x="2051" y="1086"/>
                    <a:pt x="2051" y="1086"/>
                    <a:pt x="2051" y="1021"/>
                  </a:cubicBezTo>
                  <a:cubicBezTo>
                    <a:pt x="2051" y="455"/>
                    <a:pt x="1587" y="0"/>
                    <a:pt x="10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80;p31">
              <a:extLst>
                <a:ext uri="{FF2B5EF4-FFF2-40B4-BE49-F238E27FC236}">
                  <a16:creationId xmlns:a16="http://schemas.microsoft.com/office/drawing/2014/main" id="{E31415B2-AF86-46CD-C94D-6A86AE228CA8}"/>
                </a:ext>
              </a:extLst>
            </p:cNvPr>
            <p:cNvSpPr/>
            <p:nvPr/>
          </p:nvSpPr>
          <p:spPr>
            <a:xfrm>
              <a:off x="1533278" y="3484241"/>
              <a:ext cx="86198" cy="86905"/>
            </a:xfrm>
            <a:custGeom>
              <a:avLst/>
              <a:gdLst/>
              <a:ahLst/>
              <a:cxnLst/>
              <a:rect l="l" t="t" r="r" b="b"/>
              <a:pathLst>
                <a:path w="1096" h="1105" extrusionOk="0">
                  <a:moveTo>
                    <a:pt x="548" y="0"/>
                  </a:moveTo>
                  <a:cubicBezTo>
                    <a:pt x="251" y="0"/>
                    <a:pt x="1" y="251"/>
                    <a:pt x="1" y="557"/>
                  </a:cubicBezTo>
                  <a:cubicBezTo>
                    <a:pt x="1" y="854"/>
                    <a:pt x="242" y="1104"/>
                    <a:pt x="548" y="1104"/>
                  </a:cubicBezTo>
                  <a:cubicBezTo>
                    <a:pt x="854" y="1104"/>
                    <a:pt x="1096" y="854"/>
                    <a:pt x="1096" y="557"/>
                  </a:cubicBezTo>
                  <a:cubicBezTo>
                    <a:pt x="1096" y="251"/>
                    <a:pt x="854" y="0"/>
                    <a:pt x="5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81;p31">
              <a:extLst>
                <a:ext uri="{FF2B5EF4-FFF2-40B4-BE49-F238E27FC236}">
                  <a16:creationId xmlns:a16="http://schemas.microsoft.com/office/drawing/2014/main" id="{6318A29D-E14C-02D6-C724-47729B1686E8}"/>
                </a:ext>
              </a:extLst>
            </p:cNvPr>
            <p:cNvSpPr/>
            <p:nvPr/>
          </p:nvSpPr>
          <p:spPr>
            <a:xfrm>
              <a:off x="1528952" y="3479837"/>
              <a:ext cx="95635" cy="95635"/>
            </a:xfrm>
            <a:custGeom>
              <a:avLst/>
              <a:gdLst/>
              <a:ahLst/>
              <a:cxnLst/>
              <a:rect l="l" t="t" r="r" b="b"/>
              <a:pathLst>
                <a:path w="1216" h="1216" extrusionOk="0">
                  <a:moveTo>
                    <a:pt x="603" y="121"/>
                  </a:moveTo>
                  <a:cubicBezTo>
                    <a:pt x="872" y="121"/>
                    <a:pt x="1095" y="334"/>
                    <a:pt x="1095" y="604"/>
                  </a:cubicBezTo>
                  <a:cubicBezTo>
                    <a:pt x="1095" y="882"/>
                    <a:pt x="872" y="1095"/>
                    <a:pt x="603" y="1095"/>
                  </a:cubicBezTo>
                  <a:cubicBezTo>
                    <a:pt x="334" y="1095"/>
                    <a:pt x="112" y="882"/>
                    <a:pt x="112" y="604"/>
                  </a:cubicBezTo>
                  <a:cubicBezTo>
                    <a:pt x="112" y="334"/>
                    <a:pt x="334" y="121"/>
                    <a:pt x="603" y="121"/>
                  </a:cubicBezTo>
                  <a:close/>
                  <a:moveTo>
                    <a:pt x="603" y="1"/>
                  </a:moveTo>
                  <a:cubicBezTo>
                    <a:pt x="269" y="1"/>
                    <a:pt x="0" y="279"/>
                    <a:pt x="0" y="613"/>
                  </a:cubicBezTo>
                  <a:cubicBezTo>
                    <a:pt x="0" y="947"/>
                    <a:pt x="269" y="1216"/>
                    <a:pt x="603" y="1216"/>
                  </a:cubicBezTo>
                  <a:cubicBezTo>
                    <a:pt x="937" y="1216"/>
                    <a:pt x="1216" y="947"/>
                    <a:pt x="1216" y="613"/>
                  </a:cubicBezTo>
                  <a:cubicBezTo>
                    <a:pt x="1216" y="279"/>
                    <a:pt x="937" y="1"/>
                    <a:pt x="6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82;p31">
              <a:extLst>
                <a:ext uri="{FF2B5EF4-FFF2-40B4-BE49-F238E27FC236}">
                  <a16:creationId xmlns:a16="http://schemas.microsoft.com/office/drawing/2014/main" id="{2E48D5CC-8665-963B-B853-C3580A9BD66F}"/>
                </a:ext>
              </a:extLst>
            </p:cNvPr>
            <p:cNvSpPr/>
            <p:nvPr/>
          </p:nvSpPr>
          <p:spPr>
            <a:xfrm>
              <a:off x="1374962" y="3594346"/>
              <a:ext cx="172317" cy="86512"/>
            </a:xfrm>
            <a:custGeom>
              <a:avLst/>
              <a:gdLst/>
              <a:ahLst/>
              <a:cxnLst/>
              <a:rect l="l" t="t" r="r" b="b"/>
              <a:pathLst>
                <a:path w="2191" h="1100" extrusionOk="0">
                  <a:moveTo>
                    <a:pt x="1096" y="1"/>
                  </a:moveTo>
                  <a:cubicBezTo>
                    <a:pt x="493" y="1"/>
                    <a:pt x="1" y="493"/>
                    <a:pt x="1" y="1096"/>
                  </a:cubicBezTo>
                  <a:cubicBezTo>
                    <a:pt x="1" y="1096"/>
                    <a:pt x="974" y="1100"/>
                    <a:pt x="1623" y="1100"/>
                  </a:cubicBezTo>
                  <a:cubicBezTo>
                    <a:pt x="1947" y="1100"/>
                    <a:pt x="2190" y="1099"/>
                    <a:pt x="2190" y="1096"/>
                  </a:cubicBezTo>
                  <a:cubicBezTo>
                    <a:pt x="2190" y="493"/>
                    <a:pt x="1699" y="1"/>
                    <a:pt x="10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683;p31">
              <a:extLst>
                <a:ext uri="{FF2B5EF4-FFF2-40B4-BE49-F238E27FC236}">
                  <a16:creationId xmlns:a16="http://schemas.microsoft.com/office/drawing/2014/main" id="{050A456C-B80D-C94F-1C93-65986AE6BB1E}"/>
                </a:ext>
              </a:extLst>
            </p:cNvPr>
            <p:cNvSpPr/>
            <p:nvPr/>
          </p:nvSpPr>
          <p:spPr>
            <a:xfrm>
              <a:off x="1370637" y="3590021"/>
              <a:ext cx="180968" cy="95635"/>
            </a:xfrm>
            <a:custGeom>
              <a:avLst/>
              <a:gdLst/>
              <a:ahLst/>
              <a:cxnLst/>
              <a:rect l="l" t="t" r="r" b="b"/>
              <a:pathLst>
                <a:path w="2301" h="1216" extrusionOk="0">
                  <a:moveTo>
                    <a:pt x="1151" y="112"/>
                  </a:moveTo>
                  <a:cubicBezTo>
                    <a:pt x="1707" y="112"/>
                    <a:pt x="2162" y="548"/>
                    <a:pt x="2190" y="1095"/>
                  </a:cubicBezTo>
                  <a:lnTo>
                    <a:pt x="112" y="1095"/>
                  </a:lnTo>
                  <a:cubicBezTo>
                    <a:pt x="139" y="548"/>
                    <a:pt x="594" y="112"/>
                    <a:pt x="1151" y="112"/>
                  </a:cubicBezTo>
                  <a:close/>
                  <a:moveTo>
                    <a:pt x="1151" y="0"/>
                  </a:moveTo>
                  <a:cubicBezTo>
                    <a:pt x="510" y="0"/>
                    <a:pt x="0" y="511"/>
                    <a:pt x="0" y="1151"/>
                  </a:cubicBezTo>
                  <a:cubicBezTo>
                    <a:pt x="0" y="1206"/>
                    <a:pt x="0" y="1206"/>
                    <a:pt x="446" y="1216"/>
                  </a:cubicBezTo>
                  <a:lnTo>
                    <a:pt x="1271" y="1216"/>
                  </a:lnTo>
                  <a:cubicBezTo>
                    <a:pt x="2301" y="1216"/>
                    <a:pt x="2301" y="1216"/>
                    <a:pt x="2301" y="1151"/>
                  </a:cubicBezTo>
                  <a:cubicBezTo>
                    <a:pt x="2301" y="511"/>
                    <a:pt x="1791" y="0"/>
                    <a:pt x="1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684;p31">
              <a:extLst>
                <a:ext uri="{FF2B5EF4-FFF2-40B4-BE49-F238E27FC236}">
                  <a16:creationId xmlns:a16="http://schemas.microsoft.com/office/drawing/2014/main" id="{2499FC13-034B-8E9A-9CE7-B693BB0FAEE4}"/>
                </a:ext>
              </a:extLst>
            </p:cNvPr>
            <p:cNvSpPr/>
            <p:nvPr/>
          </p:nvSpPr>
          <p:spPr>
            <a:xfrm>
              <a:off x="1412949" y="3484241"/>
              <a:ext cx="97837" cy="98545"/>
            </a:xfrm>
            <a:custGeom>
              <a:avLst/>
              <a:gdLst/>
              <a:ahLst/>
              <a:cxnLst/>
              <a:rect l="l" t="t" r="r" b="b"/>
              <a:pathLst>
                <a:path w="1244" h="1253" extrusionOk="0">
                  <a:moveTo>
                    <a:pt x="622" y="0"/>
                  </a:moveTo>
                  <a:cubicBezTo>
                    <a:pt x="279" y="0"/>
                    <a:pt x="0" y="278"/>
                    <a:pt x="0" y="622"/>
                  </a:cubicBezTo>
                  <a:cubicBezTo>
                    <a:pt x="0" y="974"/>
                    <a:pt x="279" y="1253"/>
                    <a:pt x="622" y="1253"/>
                  </a:cubicBezTo>
                  <a:cubicBezTo>
                    <a:pt x="965" y="1253"/>
                    <a:pt x="1243" y="974"/>
                    <a:pt x="1243" y="622"/>
                  </a:cubicBezTo>
                  <a:cubicBezTo>
                    <a:pt x="1243" y="278"/>
                    <a:pt x="965" y="0"/>
                    <a:pt x="6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685;p31">
              <a:extLst>
                <a:ext uri="{FF2B5EF4-FFF2-40B4-BE49-F238E27FC236}">
                  <a16:creationId xmlns:a16="http://schemas.microsoft.com/office/drawing/2014/main" id="{3A244388-A6AF-6E65-2914-82547C65D741}"/>
                </a:ext>
              </a:extLst>
            </p:cNvPr>
            <p:cNvSpPr/>
            <p:nvPr/>
          </p:nvSpPr>
          <p:spPr>
            <a:xfrm>
              <a:off x="1407837" y="3479837"/>
              <a:ext cx="107354" cy="107354"/>
            </a:xfrm>
            <a:custGeom>
              <a:avLst/>
              <a:gdLst/>
              <a:ahLst/>
              <a:cxnLst/>
              <a:rect l="l" t="t" r="r" b="b"/>
              <a:pathLst>
                <a:path w="1365" h="1365" extrusionOk="0">
                  <a:moveTo>
                    <a:pt x="687" y="121"/>
                  </a:moveTo>
                  <a:cubicBezTo>
                    <a:pt x="993" y="121"/>
                    <a:pt x="1253" y="372"/>
                    <a:pt x="1253" y="678"/>
                  </a:cubicBezTo>
                  <a:cubicBezTo>
                    <a:pt x="1253" y="993"/>
                    <a:pt x="993" y="1244"/>
                    <a:pt x="687" y="1244"/>
                  </a:cubicBezTo>
                  <a:cubicBezTo>
                    <a:pt x="371" y="1244"/>
                    <a:pt x="121" y="993"/>
                    <a:pt x="121" y="678"/>
                  </a:cubicBezTo>
                  <a:cubicBezTo>
                    <a:pt x="121" y="372"/>
                    <a:pt x="371" y="121"/>
                    <a:pt x="687" y="121"/>
                  </a:cubicBezTo>
                  <a:close/>
                  <a:moveTo>
                    <a:pt x="687" y="1"/>
                  </a:moveTo>
                  <a:cubicBezTo>
                    <a:pt x="307" y="1"/>
                    <a:pt x="0" y="307"/>
                    <a:pt x="0" y="678"/>
                  </a:cubicBezTo>
                  <a:cubicBezTo>
                    <a:pt x="0" y="1058"/>
                    <a:pt x="307" y="1364"/>
                    <a:pt x="687" y="1364"/>
                  </a:cubicBezTo>
                  <a:cubicBezTo>
                    <a:pt x="1058" y="1364"/>
                    <a:pt x="1364" y="1058"/>
                    <a:pt x="1364" y="678"/>
                  </a:cubicBezTo>
                  <a:cubicBezTo>
                    <a:pt x="1364" y="307"/>
                    <a:pt x="1058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5" name="TextBox 1514">
            <a:extLst>
              <a:ext uri="{FF2B5EF4-FFF2-40B4-BE49-F238E27FC236}">
                <a16:creationId xmlns:a16="http://schemas.microsoft.com/office/drawing/2014/main" id="{23B09F17-9787-421C-DB34-8CB545FB9D40}"/>
              </a:ext>
            </a:extLst>
          </p:cNvPr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E59CB9D-D1C9-F2DB-B129-AF386B776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381" y="1868603"/>
            <a:ext cx="512512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Automating sign-in, sign-up, and contact form flows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Validating elements using locators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Running regression test scripts</a:t>
            </a:r>
          </a:p>
        </p:txBody>
      </p:sp>
    </p:spTree>
    <p:extLst>
      <p:ext uri="{BB962C8B-B14F-4D97-AF65-F5344CB8AC3E}">
        <p14:creationId xmlns:p14="http://schemas.microsoft.com/office/powerpoint/2010/main" val="605561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B1C7E166-B80B-6726-63EA-4E0176198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29">
            <a:extLst>
              <a:ext uri="{FF2B5EF4-FFF2-40B4-BE49-F238E27FC236}">
                <a16:creationId xmlns:a16="http://schemas.microsoft.com/office/drawing/2014/main" id="{EDBA99AF-7A3C-C6E5-92C9-80C75603A4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9165" y="47113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3200" dirty="0"/>
              <a:t>Testing Scope</a:t>
            </a:r>
            <a:endParaRPr lang="en-US" dirty="0"/>
          </a:p>
        </p:txBody>
      </p:sp>
      <p:sp>
        <p:nvSpPr>
          <p:cNvPr id="1502" name="Google Shape;1502;p29">
            <a:extLst>
              <a:ext uri="{FF2B5EF4-FFF2-40B4-BE49-F238E27FC236}">
                <a16:creationId xmlns:a16="http://schemas.microsoft.com/office/drawing/2014/main" id="{2628E97F-2AD6-BA9C-984C-0CF6A555F2D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63178" y="1266162"/>
            <a:ext cx="6033350" cy="30963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800" b="1" dirty="0"/>
              <a:t>3-Api</a:t>
            </a:r>
            <a:r>
              <a:rPr lang="en" sz="1800" b="1" dirty="0"/>
              <a:t> Testing</a:t>
            </a:r>
          </a:p>
          <a:p>
            <a:pPr marL="0" indent="0"/>
            <a:endParaRPr lang="en" sz="1600" dirty="0"/>
          </a:p>
          <a:p>
            <a:pPr marL="0" indent="0"/>
            <a:endParaRPr lang="en" sz="1600" b="1" dirty="0"/>
          </a:p>
          <a:p>
            <a:pPr marL="0" indent="0"/>
            <a:endParaRPr lang="en" sz="1600" b="1" dirty="0"/>
          </a:p>
        </p:txBody>
      </p:sp>
      <p:grpSp>
        <p:nvGrpSpPr>
          <p:cNvPr id="1504" name="Google Shape;1504;p29">
            <a:extLst>
              <a:ext uri="{FF2B5EF4-FFF2-40B4-BE49-F238E27FC236}">
                <a16:creationId xmlns:a16="http://schemas.microsoft.com/office/drawing/2014/main" id="{53458C55-DB4E-5C90-54C8-496A315ED5BC}"/>
              </a:ext>
            </a:extLst>
          </p:cNvPr>
          <p:cNvGrpSpPr/>
          <p:nvPr/>
        </p:nvGrpSpPr>
        <p:grpSpPr>
          <a:xfrm>
            <a:off x="7225068" y="3582212"/>
            <a:ext cx="1155488" cy="930983"/>
            <a:chOff x="7225068" y="3582212"/>
            <a:chExt cx="1155488" cy="930983"/>
          </a:xfrm>
        </p:grpSpPr>
        <p:grpSp>
          <p:nvGrpSpPr>
            <p:cNvPr id="1505" name="Google Shape;1505;p29">
              <a:extLst>
                <a:ext uri="{FF2B5EF4-FFF2-40B4-BE49-F238E27FC236}">
                  <a16:creationId xmlns:a16="http://schemas.microsoft.com/office/drawing/2014/main" id="{78ADFE3A-FBCE-B5D1-CBCC-71906EC55CCD}"/>
                </a:ext>
              </a:extLst>
            </p:cNvPr>
            <p:cNvGrpSpPr/>
            <p:nvPr/>
          </p:nvGrpSpPr>
          <p:grpSpPr>
            <a:xfrm>
              <a:off x="8190795" y="3582212"/>
              <a:ext cx="189761" cy="189761"/>
              <a:chOff x="5448853" y="3419595"/>
              <a:chExt cx="78736" cy="78736"/>
            </a:xfrm>
          </p:grpSpPr>
          <p:sp>
            <p:nvSpPr>
              <p:cNvPr id="1506" name="Google Shape;1506;p29">
                <a:extLst>
                  <a:ext uri="{FF2B5EF4-FFF2-40B4-BE49-F238E27FC236}">
                    <a16:creationId xmlns:a16="http://schemas.microsoft.com/office/drawing/2014/main" id="{063C9BEB-19B1-AC8B-A9C7-B35AFA6236B1}"/>
                  </a:ext>
                </a:extLst>
              </p:cNvPr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9">
                <a:extLst>
                  <a:ext uri="{FF2B5EF4-FFF2-40B4-BE49-F238E27FC236}">
                    <a16:creationId xmlns:a16="http://schemas.microsoft.com/office/drawing/2014/main" id="{6388E7DF-AE8D-E7A2-1FF5-A1642D69BAD4}"/>
                  </a:ext>
                </a:extLst>
              </p:cNvPr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9">
                <a:extLst>
                  <a:ext uri="{FF2B5EF4-FFF2-40B4-BE49-F238E27FC236}">
                    <a16:creationId xmlns:a16="http://schemas.microsoft.com/office/drawing/2014/main" id="{0FB80012-ABF5-9852-935C-6064A9224629}"/>
                  </a:ext>
                </a:extLst>
              </p:cNvPr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9">
                <a:extLst>
                  <a:ext uri="{FF2B5EF4-FFF2-40B4-BE49-F238E27FC236}">
                    <a16:creationId xmlns:a16="http://schemas.microsoft.com/office/drawing/2014/main" id="{1E168168-5E78-E2E2-B2E6-40F3762189C8}"/>
                  </a:ext>
                </a:extLst>
              </p:cNvPr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9">
                <a:extLst>
                  <a:ext uri="{FF2B5EF4-FFF2-40B4-BE49-F238E27FC236}">
                    <a16:creationId xmlns:a16="http://schemas.microsoft.com/office/drawing/2014/main" id="{9797A67B-8054-95CF-3150-AEAB28A94E75}"/>
                  </a:ext>
                </a:extLst>
              </p:cNvPr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9">
                <a:extLst>
                  <a:ext uri="{FF2B5EF4-FFF2-40B4-BE49-F238E27FC236}">
                    <a16:creationId xmlns:a16="http://schemas.microsoft.com/office/drawing/2014/main" id="{EE91C763-6C82-6C1A-D1A1-FB5B9DCE3BB2}"/>
                  </a:ext>
                </a:extLst>
              </p:cNvPr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9">
                <a:extLst>
                  <a:ext uri="{FF2B5EF4-FFF2-40B4-BE49-F238E27FC236}">
                    <a16:creationId xmlns:a16="http://schemas.microsoft.com/office/drawing/2014/main" id="{8EE71995-13F2-64B6-570A-C351FA83002B}"/>
                  </a:ext>
                </a:extLst>
              </p:cNvPr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9">
                <a:extLst>
                  <a:ext uri="{FF2B5EF4-FFF2-40B4-BE49-F238E27FC236}">
                    <a16:creationId xmlns:a16="http://schemas.microsoft.com/office/drawing/2014/main" id="{DD54B62A-428D-4839-AD7C-7782604F4479}"/>
                  </a:ext>
                </a:extLst>
              </p:cNvPr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4" name="Google Shape;1514;p29">
              <a:extLst>
                <a:ext uri="{FF2B5EF4-FFF2-40B4-BE49-F238E27FC236}">
                  <a16:creationId xmlns:a16="http://schemas.microsoft.com/office/drawing/2014/main" id="{9FDDC31B-A3DE-8F24-6628-303CC037B943}"/>
                </a:ext>
              </a:extLst>
            </p:cNvPr>
            <p:cNvSpPr/>
            <p:nvPr/>
          </p:nvSpPr>
          <p:spPr>
            <a:xfrm>
              <a:off x="7225068" y="3624794"/>
              <a:ext cx="890332" cy="888400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1647;p31">
            <a:extLst>
              <a:ext uri="{FF2B5EF4-FFF2-40B4-BE49-F238E27FC236}">
                <a16:creationId xmlns:a16="http://schemas.microsoft.com/office/drawing/2014/main" id="{12F28FE2-F9DE-2D12-A200-E0C17C5C02A8}"/>
              </a:ext>
            </a:extLst>
          </p:cNvPr>
          <p:cNvGrpSpPr/>
          <p:nvPr/>
        </p:nvGrpSpPr>
        <p:grpSpPr>
          <a:xfrm>
            <a:off x="6850705" y="1902830"/>
            <a:ext cx="1639057" cy="916475"/>
            <a:chOff x="713230" y="2963286"/>
            <a:chExt cx="1639057" cy="916475"/>
          </a:xfrm>
        </p:grpSpPr>
        <p:sp>
          <p:nvSpPr>
            <p:cNvPr id="9" name="Google Shape;1648;p31">
              <a:extLst>
                <a:ext uri="{FF2B5EF4-FFF2-40B4-BE49-F238E27FC236}">
                  <a16:creationId xmlns:a16="http://schemas.microsoft.com/office/drawing/2014/main" id="{91260E44-653B-881A-4C08-5E8F03B2E93C}"/>
                </a:ext>
              </a:extLst>
            </p:cNvPr>
            <p:cNvSpPr/>
            <p:nvPr/>
          </p:nvSpPr>
          <p:spPr>
            <a:xfrm>
              <a:off x="803044" y="2963286"/>
              <a:ext cx="9516" cy="59929"/>
            </a:xfrm>
            <a:custGeom>
              <a:avLst/>
              <a:gdLst/>
              <a:ahLst/>
              <a:cxnLst/>
              <a:rect l="l" t="t" r="r" b="b"/>
              <a:pathLst>
                <a:path w="121" h="76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696"/>
                  </a:lnTo>
                  <a:cubicBezTo>
                    <a:pt x="0" y="734"/>
                    <a:pt x="28" y="761"/>
                    <a:pt x="56" y="761"/>
                  </a:cubicBezTo>
                  <a:cubicBezTo>
                    <a:pt x="93" y="761"/>
                    <a:pt x="121" y="734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49;p31">
              <a:extLst>
                <a:ext uri="{FF2B5EF4-FFF2-40B4-BE49-F238E27FC236}">
                  <a16:creationId xmlns:a16="http://schemas.microsoft.com/office/drawing/2014/main" id="{E321C90E-81C9-48E3-DC05-855F343B7D51}"/>
                </a:ext>
              </a:extLst>
            </p:cNvPr>
            <p:cNvSpPr/>
            <p:nvPr/>
          </p:nvSpPr>
          <p:spPr>
            <a:xfrm>
              <a:off x="803044" y="3093131"/>
              <a:ext cx="9516" cy="59222"/>
            </a:xfrm>
            <a:custGeom>
              <a:avLst/>
              <a:gdLst/>
              <a:ahLst/>
              <a:cxnLst/>
              <a:rect l="l" t="t" r="r" b="b"/>
              <a:pathLst>
                <a:path w="121" h="753" extrusionOk="0">
                  <a:moveTo>
                    <a:pt x="56" y="1"/>
                  </a:moveTo>
                  <a:cubicBezTo>
                    <a:pt x="28" y="1"/>
                    <a:pt x="0" y="19"/>
                    <a:pt x="0" y="57"/>
                  </a:cubicBezTo>
                  <a:lnTo>
                    <a:pt x="0" y="697"/>
                  </a:lnTo>
                  <a:cubicBezTo>
                    <a:pt x="0" y="724"/>
                    <a:pt x="28" y="752"/>
                    <a:pt x="56" y="752"/>
                  </a:cubicBezTo>
                  <a:cubicBezTo>
                    <a:pt x="93" y="752"/>
                    <a:pt x="121" y="724"/>
                    <a:pt x="121" y="697"/>
                  </a:cubicBezTo>
                  <a:lnTo>
                    <a:pt x="121" y="57"/>
                  </a:lnTo>
                  <a:cubicBezTo>
                    <a:pt x="121" y="19"/>
                    <a:pt x="93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50;p31">
              <a:extLst>
                <a:ext uri="{FF2B5EF4-FFF2-40B4-BE49-F238E27FC236}">
                  <a16:creationId xmlns:a16="http://schemas.microsoft.com/office/drawing/2014/main" id="{5D37FC29-DC0F-8977-D9AA-5D2865307D04}"/>
                </a:ext>
              </a:extLst>
            </p:cNvPr>
            <p:cNvSpPr/>
            <p:nvPr/>
          </p:nvSpPr>
          <p:spPr>
            <a:xfrm>
              <a:off x="842367" y="3053021"/>
              <a:ext cx="59929" cy="9595"/>
            </a:xfrm>
            <a:custGeom>
              <a:avLst/>
              <a:gdLst/>
              <a:ahLst/>
              <a:cxnLst/>
              <a:rect l="l" t="t" r="r" b="b"/>
              <a:pathLst>
                <a:path w="762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706" y="121"/>
                  </a:lnTo>
                  <a:cubicBezTo>
                    <a:pt x="734" y="121"/>
                    <a:pt x="762" y="93"/>
                    <a:pt x="762" y="66"/>
                  </a:cubicBezTo>
                  <a:cubicBezTo>
                    <a:pt x="762" y="29"/>
                    <a:pt x="734" y="1"/>
                    <a:pt x="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51;p31">
              <a:extLst>
                <a:ext uri="{FF2B5EF4-FFF2-40B4-BE49-F238E27FC236}">
                  <a16:creationId xmlns:a16="http://schemas.microsoft.com/office/drawing/2014/main" id="{999EA451-CCED-5001-07F1-50770D964A6A}"/>
                </a:ext>
              </a:extLst>
            </p:cNvPr>
            <p:cNvSpPr/>
            <p:nvPr/>
          </p:nvSpPr>
          <p:spPr>
            <a:xfrm>
              <a:off x="713230" y="3053021"/>
              <a:ext cx="59222" cy="9595"/>
            </a:xfrm>
            <a:custGeom>
              <a:avLst/>
              <a:gdLst/>
              <a:ahLst/>
              <a:cxnLst/>
              <a:rect l="l" t="t" r="r" b="b"/>
              <a:pathLst>
                <a:path w="753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697" y="121"/>
                  </a:lnTo>
                  <a:cubicBezTo>
                    <a:pt x="734" y="121"/>
                    <a:pt x="752" y="93"/>
                    <a:pt x="752" y="66"/>
                  </a:cubicBezTo>
                  <a:cubicBezTo>
                    <a:pt x="752" y="29"/>
                    <a:pt x="734" y="1"/>
                    <a:pt x="6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52;p31">
              <a:extLst>
                <a:ext uri="{FF2B5EF4-FFF2-40B4-BE49-F238E27FC236}">
                  <a16:creationId xmlns:a16="http://schemas.microsoft.com/office/drawing/2014/main" id="{3A14544B-DD74-ABEB-16F7-C2475607FBE8}"/>
                </a:ext>
              </a:extLst>
            </p:cNvPr>
            <p:cNvSpPr/>
            <p:nvPr/>
          </p:nvSpPr>
          <p:spPr>
            <a:xfrm>
              <a:off x="743902" y="3085896"/>
              <a:ext cx="35863" cy="35785"/>
            </a:xfrm>
            <a:custGeom>
              <a:avLst/>
              <a:gdLst/>
              <a:ahLst/>
              <a:cxnLst/>
              <a:rect l="l" t="t" r="r" b="b"/>
              <a:pathLst>
                <a:path w="456" h="455" extrusionOk="0">
                  <a:moveTo>
                    <a:pt x="1" y="455"/>
                  </a:moveTo>
                  <a:lnTo>
                    <a:pt x="45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53;p31">
              <a:extLst>
                <a:ext uri="{FF2B5EF4-FFF2-40B4-BE49-F238E27FC236}">
                  <a16:creationId xmlns:a16="http://schemas.microsoft.com/office/drawing/2014/main" id="{858EF49E-062C-08E4-13A6-206951A91293}"/>
                </a:ext>
              </a:extLst>
            </p:cNvPr>
            <p:cNvSpPr/>
            <p:nvPr/>
          </p:nvSpPr>
          <p:spPr>
            <a:xfrm>
              <a:off x="738790" y="3081098"/>
              <a:ext cx="46087" cy="44986"/>
            </a:xfrm>
            <a:custGeom>
              <a:avLst/>
              <a:gdLst/>
              <a:ahLst/>
              <a:cxnLst/>
              <a:rect l="l" t="t" r="r" b="b"/>
              <a:pathLst>
                <a:path w="586" h="572" extrusionOk="0">
                  <a:moveTo>
                    <a:pt x="521" y="1"/>
                  </a:moveTo>
                  <a:cubicBezTo>
                    <a:pt x="506" y="1"/>
                    <a:pt x="492" y="5"/>
                    <a:pt x="483" y="15"/>
                  </a:cubicBezTo>
                  <a:lnTo>
                    <a:pt x="28" y="469"/>
                  </a:lnTo>
                  <a:cubicBezTo>
                    <a:pt x="1" y="497"/>
                    <a:pt x="1" y="534"/>
                    <a:pt x="28" y="553"/>
                  </a:cubicBezTo>
                  <a:cubicBezTo>
                    <a:pt x="38" y="562"/>
                    <a:pt x="47" y="571"/>
                    <a:pt x="66" y="571"/>
                  </a:cubicBezTo>
                  <a:cubicBezTo>
                    <a:pt x="84" y="571"/>
                    <a:pt x="93" y="562"/>
                    <a:pt x="112" y="553"/>
                  </a:cubicBezTo>
                  <a:lnTo>
                    <a:pt x="567" y="98"/>
                  </a:lnTo>
                  <a:cubicBezTo>
                    <a:pt x="585" y="80"/>
                    <a:pt x="585" y="43"/>
                    <a:pt x="567" y="15"/>
                  </a:cubicBezTo>
                  <a:cubicBezTo>
                    <a:pt x="553" y="5"/>
                    <a:pt x="536" y="1"/>
                    <a:pt x="5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54;p31">
              <a:extLst>
                <a:ext uri="{FF2B5EF4-FFF2-40B4-BE49-F238E27FC236}">
                  <a16:creationId xmlns:a16="http://schemas.microsoft.com/office/drawing/2014/main" id="{02EA03CA-65A4-6A78-95EA-4DA0A0C4EA51}"/>
                </a:ext>
              </a:extLst>
            </p:cNvPr>
            <p:cNvSpPr/>
            <p:nvPr/>
          </p:nvSpPr>
          <p:spPr>
            <a:xfrm>
              <a:off x="835840" y="2993958"/>
              <a:ext cx="35785" cy="35785"/>
            </a:xfrm>
            <a:custGeom>
              <a:avLst/>
              <a:gdLst/>
              <a:ahLst/>
              <a:cxnLst/>
              <a:rect l="l" t="t" r="r" b="b"/>
              <a:pathLst>
                <a:path w="455" h="455" extrusionOk="0">
                  <a:moveTo>
                    <a:pt x="0" y="455"/>
                  </a:moveTo>
                  <a:lnTo>
                    <a:pt x="45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55;p31">
              <a:extLst>
                <a:ext uri="{FF2B5EF4-FFF2-40B4-BE49-F238E27FC236}">
                  <a16:creationId xmlns:a16="http://schemas.microsoft.com/office/drawing/2014/main" id="{B1A6273C-5692-C0D7-B568-5B14B01F32EB}"/>
                </a:ext>
              </a:extLst>
            </p:cNvPr>
            <p:cNvSpPr/>
            <p:nvPr/>
          </p:nvSpPr>
          <p:spPr>
            <a:xfrm>
              <a:off x="830728" y="2989396"/>
              <a:ext cx="46009" cy="45458"/>
            </a:xfrm>
            <a:custGeom>
              <a:avLst/>
              <a:gdLst/>
              <a:ahLst/>
              <a:cxnLst/>
              <a:rect l="l" t="t" r="r" b="b"/>
              <a:pathLst>
                <a:path w="585" h="578" extrusionOk="0">
                  <a:moveTo>
                    <a:pt x="519" y="0"/>
                  </a:moveTo>
                  <a:cubicBezTo>
                    <a:pt x="504" y="0"/>
                    <a:pt x="488" y="7"/>
                    <a:pt x="474" y="21"/>
                  </a:cubicBezTo>
                  <a:lnTo>
                    <a:pt x="19" y="476"/>
                  </a:lnTo>
                  <a:cubicBezTo>
                    <a:pt x="1" y="494"/>
                    <a:pt x="1" y="531"/>
                    <a:pt x="19" y="559"/>
                  </a:cubicBezTo>
                  <a:cubicBezTo>
                    <a:pt x="28" y="568"/>
                    <a:pt x="47" y="578"/>
                    <a:pt x="65" y="578"/>
                  </a:cubicBezTo>
                  <a:cubicBezTo>
                    <a:pt x="75" y="578"/>
                    <a:pt x="93" y="568"/>
                    <a:pt x="103" y="559"/>
                  </a:cubicBezTo>
                  <a:lnTo>
                    <a:pt x="557" y="105"/>
                  </a:lnTo>
                  <a:cubicBezTo>
                    <a:pt x="585" y="77"/>
                    <a:pt x="585" y="40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56;p31">
              <a:extLst>
                <a:ext uri="{FF2B5EF4-FFF2-40B4-BE49-F238E27FC236}">
                  <a16:creationId xmlns:a16="http://schemas.microsoft.com/office/drawing/2014/main" id="{1527D6E8-0D85-742B-23F5-7984F8746A84}"/>
                </a:ext>
              </a:extLst>
            </p:cNvPr>
            <p:cNvSpPr/>
            <p:nvPr/>
          </p:nvSpPr>
          <p:spPr>
            <a:xfrm>
              <a:off x="743902" y="2993958"/>
              <a:ext cx="35863" cy="35785"/>
            </a:xfrm>
            <a:custGeom>
              <a:avLst/>
              <a:gdLst/>
              <a:ahLst/>
              <a:cxnLst/>
              <a:rect l="l" t="t" r="r" b="b"/>
              <a:pathLst>
                <a:path w="456" h="455" extrusionOk="0">
                  <a:moveTo>
                    <a:pt x="1" y="0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57;p31">
              <a:extLst>
                <a:ext uri="{FF2B5EF4-FFF2-40B4-BE49-F238E27FC236}">
                  <a16:creationId xmlns:a16="http://schemas.microsoft.com/office/drawing/2014/main" id="{3F5BF8BC-3DC7-A259-A0CA-1D5B099B34B0}"/>
                </a:ext>
              </a:extLst>
            </p:cNvPr>
            <p:cNvSpPr/>
            <p:nvPr/>
          </p:nvSpPr>
          <p:spPr>
            <a:xfrm>
              <a:off x="738790" y="2989396"/>
              <a:ext cx="46087" cy="45458"/>
            </a:xfrm>
            <a:custGeom>
              <a:avLst/>
              <a:gdLst/>
              <a:ahLst/>
              <a:cxnLst/>
              <a:rect l="l" t="t" r="r" b="b"/>
              <a:pathLst>
                <a:path w="586" h="578" extrusionOk="0">
                  <a:moveTo>
                    <a:pt x="67" y="0"/>
                  </a:moveTo>
                  <a:cubicBezTo>
                    <a:pt x="52" y="0"/>
                    <a:pt x="38" y="7"/>
                    <a:pt x="28" y="21"/>
                  </a:cubicBezTo>
                  <a:cubicBezTo>
                    <a:pt x="1" y="40"/>
                    <a:pt x="1" y="77"/>
                    <a:pt x="28" y="105"/>
                  </a:cubicBezTo>
                  <a:lnTo>
                    <a:pt x="483" y="559"/>
                  </a:lnTo>
                  <a:cubicBezTo>
                    <a:pt x="492" y="568"/>
                    <a:pt x="502" y="578"/>
                    <a:pt x="520" y="578"/>
                  </a:cubicBezTo>
                  <a:cubicBezTo>
                    <a:pt x="539" y="578"/>
                    <a:pt x="548" y="568"/>
                    <a:pt x="567" y="559"/>
                  </a:cubicBezTo>
                  <a:cubicBezTo>
                    <a:pt x="585" y="531"/>
                    <a:pt x="585" y="494"/>
                    <a:pt x="567" y="476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58;p31">
              <a:extLst>
                <a:ext uri="{FF2B5EF4-FFF2-40B4-BE49-F238E27FC236}">
                  <a16:creationId xmlns:a16="http://schemas.microsoft.com/office/drawing/2014/main" id="{160327D7-51B3-1B92-98D7-83E4B2D50DD7}"/>
                </a:ext>
              </a:extLst>
            </p:cNvPr>
            <p:cNvSpPr/>
            <p:nvPr/>
          </p:nvSpPr>
          <p:spPr>
            <a:xfrm>
              <a:off x="835840" y="3085896"/>
              <a:ext cx="35785" cy="35785"/>
            </a:xfrm>
            <a:custGeom>
              <a:avLst/>
              <a:gdLst/>
              <a:ahLst/>
              <a:cxnLst/>
              <a:rect l="l" t="t" r="r" b="b"/>
              <a:pathLst>
                <a:path w="455" h="455" extrusionOk="0">
                  <a:moveTo>
                    <a:pt x="0" y="0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59;p31">
              <a:extLst>
                <a:ext uri="{FF2B5EF4-FFF2-40B4-BE49-F238E27FC236}">
                  <a16:creationId xmlns:a16="http://schemas.microsoft.com/office/drawing/2014/main" id="{B23CB357-31B4-F6F0-892F-63C37DC32769}"/>
                </a:ext>
              </a:extLst>
            </p:cNvPr>
            <p:cNvSpPr/>
            <p:nvPr/>
          </p:nvSpPr>
          <p:spPr>
            <a:xfrm>
              <a:off x="830728" y="3081098"/>
              <a:ext cx="46009" cy="44986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4" y="1"/>
                  </a:moveTo>
                  <a:cubicBezTo>
                    <a:pt x="49" y="1"/>
                    <a:pt x="33" y="5"/>
                    <a:pt x="19" y="15"/>
                  </a:cubicBezTo>
                  <a:cubicBezTo>
                    <a:pt x="1" y="43"/>
                    <a:pt x="1" y="80"/>
                    <a:pt x="19" y="98"/>
                  </a:cubicBezTo>
                  <a:lnTo>
                    <a:pt x="474" y="553"/>
                  </a:lnTo>
                  <a:cubicBezTo>
                    <a:pt x="483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34"/>
                    <a:pt x="585" y="497"/>
                    <a:pt x="557" y="469"/>
                  </a:cubicBezTo>
                  <a:lnTo>
                    <a:pt x="103" y="15"/>
                  </a:lnTo>
                  <a:cubicBezTo>
                    <a:pt x="93" y="5"/>
                    <a:pt x="79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60;p31">
              <a:extLst>
                <a:ext uri="{FF2B5EF4-FFF2-40B4-BE49-F238E27FC236}">
                  <a16:creationId xmlns:a16="http://schemas.microsoft.com/office/drawing/2014/main" id="{4B4D6A67-4EC3-11E4-C4D2-0B9A93007E70}"/>
                </a:ext>
              </a:extLst>
            </p:cNvPr>
            <p:cNvSpPr/>
            <p:nvPr/>
          </p:nvSpPr>
          <p:spPr>
            <a:xfrm>
              <a:off x="1099227" y="3149281"/>
              <a:ext cx="70861" cy="71569"/>
            </a:xfrm>
            <a:custGeom>
              <a:avLst/>
              <a:gdLst/>
              <a:ahLst/>
              <a:cxnLst/>
              <a:rect l="l" t="t" r="r" b="b"/>
              <a:pathLst>
                <a:path w="901" h="910" extrusionOk="0">
                  <a:moveTo>
                    <a:pt x="446" y="121"/>
                  </a:moveTo>
                  <a:cubicBezTo>
                    <a:pt x="631" y="121"/>
                    <a:pt x="789" y="270"/>
                    <a:pt x="789" y="455"/>
                  </a:cubicBezTo>
                  <a:cubicBezTo>
                    <a:pt x="789" y="641"/>
                    <a:pt x="631" y="789"/>
                    <a:pt x="446" y="789"/>
                  </a:cubicBezTo>
                  <a:cubicBezTo>
                    <a:pt x="269" y="789"/>
                    <a:pt x="112" y="641"/>
                    <a:pt x="112" y="455"/>
                  </a:cubicBezTo>
                  <a:cubicBezTo>
                    <a:pt x="112" y="270"/>
                    <a:pt x="269" y="121"/>
                    <a:pt x="446" y="121"/>
                  </a:cubicBezTo>
                  <a:close/>
                  <a:moveTo>
                    <a:pt x="446" y="1"/>
                  </a:moveTo>
                  <a:cubicBezTo>
                    <a:pt x="204" y="1"/>
                    <a:pt x="0" y="205"/>
                    <a:pt x="0" y="455"/>
                  </a:cubicBezTo>
                  <a:cubicBezTo>
                    <a:pt x="0" y="706"/>
                    <a:pt x="204" y="910"/>
                    <a:pt x="446" y="910"/>
                  </a:cubicBezTo>
                  <a:cubicBezTo>
                    <a:pt x="696" y="910"/>
                    <a:pt x="900" y="706"/>
                    <a:pt x="900" y="455"/>
                  </a:cubicBezTo>
                  <a:cubicBezTo>
                    <a:pt x="900" y="205"/>
                    <a:pt x="696" y="1"/>
                    <a:pt x="4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61;p31">
              <a:extLst>
                <a:ext uri="{FF2B5EF4-FFF2-40B4-BE49-F238E27FC236}">
                  <a16:creationId xmlns:a16="http://schemas.microsoft.com/office/drawing/2014/main" id="{E4F42A42-7633-B34F-1F5B-0C8D1EF40A20}"/>
                </a:ext>
              </a:extLst>
            </p:cNvPr>
            <p:cNvSpPr/>
            <p:nvPr/>
          </p:nvSpPr>
          <p:spPr>
            <a:xfrm>
              <a:off x="822706" y="3648376"/>
              <a:ext cx="300669" cy="38773"/>
            </a:xfrm>
            <a:custGeom>
              <a:avLst/>
              <a:gdLst/>
              <a:ahLst/>
              <a:cxnLst/>
              <a:rect l="l" t="t" r="r" b="b"/>
              <a:pathLst>
                <a:path w="3823" h="493" extrusionOk="0">
                  <a:moveTo>
                    <a:pt x="0" y="0"/>
                  </a:moveTo>
                  <a:lnTo>
                    <a:pt x="0" y="492"/>
                  </a:lnTo>
                  <a:lnTo>
                    <a:pt x="3822" y="492"/>
                  </a:lnTo>
                  <a:lnTo>
                    <a:pt x="3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62;p31">
              <a:extLst>
                <a:ext uri="{FF2B5EF4-FFF2-40B4-BE49-F238E27FC236}">
                  <a16:creationId xmlns:a16="http://schemas.microsoft.com/office/drawing/2014/main" id="{E7B50F11-FBC5-23C1-9478-7358B955BBF1}"/>
                </a:ext>
              </a:extLst>
            </p:cNvPr>
            <p:cNvSpPr/>
            <p:nvPr/>
          </p:nvSpPr>
          <p:spPr>
            <a:xfrm>
              <a:off x="818302" y="3643972"/>
              <a:ext cx="309478" cy="47503"/>
            </a:xfrm>
            <a:custGeom>
              <a:avLst/>
              <a:gdLst/>
              <a:ahLst/>
              <a:cxnLst/>
              <a:rect l="l" t="t" r="r" b="b"/>
              <a:pathLst>
                <a:path w="3935" h="604" extrusionOk="0">
                  <a:moveTo>
                    <a:pt x="3823" y="121"/>
                  </a:moveTo>
                  <a:lnTo>
                    <a:pt x="3823" y="492"/>
                  </a:lnTo>
                  <a:lnTo>
                    <a:pt x="112" y="492"/>
                  </a:lnTo>
                  <a:lnTo>
                    <a:pt x="112" y="121"/>
                  </a:lnTo>
                  <a:close/>
                  <a:moveTo>
                    <a:pt x="56" y="1"/>
                  </a:moveTo>
                  <a:cubicBezTo>
                    <a:pt x="38" y="1"/>
                    <a:pt x="29" y="10"/>
                    <a:pt x="10" y="19"/>
                  </a:cubicBezTo>
                  <a:cubicBezTo>
                    <a:pt x="1" y="29"/>
                    <a:pt x="1" y="47"/>
                    <a:pt x="1" y="56"/>
                  </a:cubicBezTo>
                  <a:lnTo>
                    <a:pt x="1" y="548"/>
                  </a:lnTo>
                  <a:cubicBezTo>
                    <a:pt x="1" y="585"/>
                    <a:pt x="19" y="604"/>
                    <a:pt x="56" y="604"/>
                  </a:cubicBezTo>
                  <a:lnTo>
                    <a:pt x="3878" y="604"/>
                  </a:lnTo>
                  <a:cubicBezTo>
                    <a:pt x="3906" y="604"/>
                    <a:pt x="3934" y="585"/>
                    <a:pt x="3934" y="548"/>
                  </a:cubicBezTo>
                  <a:lnTo>
                    <a:pt x="3934" y="56"/>
                  </a:lnTo>
                  <a:cubicBezTo>
                    <a:pt x="3934" y="47"/>
                    <a:pt x="3925" y="29"/>
                    <a:pt x="3916" y="19"/>
                  </a:cubicBezTo>
                  <a:cubicBezTo>
                    <a:pt x="3906" y="10"/>
                    <a:pt x="3888" y="1"/>
                    <a:pt x="38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63;p31">
              <a:extLst>
                <a:ext uri="{FF2B5EF4-FFF2-40B4-BE49-F238E27FC236}">
                  <a16:creationId xmlns:a16="http://schemas.microsoft.com/office/drawing/2014/main" id="{901344FD-DF04-BC78-8062-1F641043C618}"/>
                </a:ext>
              </a:extLst>
            </p:cNvPr>
            <p:cNvSpPr/>
            <p:nvPr/>
          </p:nvSpPr>
          <p:spPr>
            <a:xfrm>
              <a:off x="950349" y="3576887"/>
              <a:ext cx="173025" cy="24853"/>
            </a:xfrm>
            <a:custGeom>
              <a:avLst/>
              <a:gdLst/>
              <a:ahLst/>
              <a:cxnLst/>
              <a:rect l="l" t="t" r="r" b="b"/>
              <a:pathLst>
                <a:path w="2200" h="316" extrusionOk="0">
                  <a:moveTo>
                    <a:pt x="1" y="0"/>
                  </a:moveTo>
                  <a:lnTo>
                    <a:pt x="1" y="316"/>
                  </a:lnTo>
                  <a:lnTo>
                    <a:pt x="2199" y="316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64;p31">
              <a:extLst>
                <a:ext uri="{FF2B5EF4-FFF2-40B4-BE49-F238E27FC236}">
                  <a16:creationId xmlns:a16="http://schemas.microsoft.com/office/drawing/2014/main" id="{B22DCC0D-64A5-C81D-4A32-9E082F2E0890}"/>
                </a:ext>
              </a:extLst>
            </p:cNvPr>
            <p:cNvSpPr/>
            <p:nvPr/>
          </p:nvSpPr>
          <p:spPr>
            <a:xfrm>
              <a:off x="946024" y="3572482"/>
              <a:ext cx="181754" cy="33661"/>
            </a:xfrm>
            <a:custGeom>
              <a:avLst/>
              <a:gdLst/>
              <a:ahLst/>
              <a:cxnLst/>
              <a:rect l="l" t="t" r="r" b="b"/>
              <a:pathLst>
                <a:path w="2311" h="428" extrusionOk="0">
                  <a:moveTo>
                    <a:pt x="2199" y="112"/>
                  </a:moveTo>
                  <a:lnTo>
                    <a:pt x="2199" y="316"/>
                  </a:lnTo>
                  <a:lnTo>
                    <a:pt x="121" y="316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lnTo>
                    <a:pt x="0" y="372"/>
                  </a:lnTo>
                  <a:cubicBezTo>
                    <a:pt x="0" y="390"/>
                    <a:pt x="10" y="400"/>
                    <a:pt x="19" y="418"/>
                  </a:cubicBezTo>
                  <a:cubicBezTo>
                    <a:pt x="28" y="427"/>
                    <a:pt x="47" y="427"/>
                    <a:pt x="56" y="427"/>
                  </a:cubicBezTo>
                  <a:lnTo>
                    <a:pt x="2254" y="427"/>
                  </a:lnTo>
                  <a:cubicBezTo>
                    <a:pt x="2282" y="427"/>
                    <a:pt x="2310" y="409"/>
                    <a:pt x="2310" y="372"/>
                  </a:cubicBezTo>
                  <a:lnTo>
                    <a:pt x="2310" y="56"/>
                  </a:lnTo>
                  <a:cubicBezTo>
                    <a:pt x="2310" y="38"/>
                    <a:pt x="2301" y="28"/>
                    <a:pt x="2292" y="10"/>
                  </a:cubicBezTo>
                  <a:cubicBezTo>
                    <a:pt x="2282" y="1"/>
                    <a:pt x="2264" y="1"/>
                    <a:pt x="2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65;p31">
              <a:extLst>
                <a:ext uri="{FF2B5EF4-FFF2-40B4-BE49-F238E27FC236}">
                  <a16:creationId xmlns:a16="http://schemas.microsoft.com/office/drawing/2014/main" id="{CF4F4B25-69AD-CF9D-BE81-649A9A4525E9}"/>
                </a:ext>
              </a:extLst>
            </p:cNvPr>
            <p:cNvSpPr/>
            <p:nvPr/>
          </p:nvSpPr>
          <p:spPr>
            <a:xfrm>
              <a:off x="950349" y="3505397"/>
              <a:ext cx="173025" cy="24853"/>
            </a:xfrm>
            <a:custGeom>
              <a:avLst/>
              <a:gdLst/>
              <a:ahLst/>
              <a:cxnLst/>
              <a:rect l="l" t="t" r="r" b="b"/>
              <a:pathLst>
                <a:path w="2200" h="316" extrusionOk="0">
                  <a:moveTo>
                    <a:pt x="1" y="0"/>
                  </a:moveTo>
                  <a:lnTo>
                    <a:pt x="1" y="316"/>
                  </a:lnTo>
                  <a:lnTo>
                    <a:pt x="2199" y="316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66;p31">
              <a:extLst>
                <a:ext uri="{FF2B5EF4-FFF2-40B4-BE49-F238E27FC236}">
                  <a16:creationId xmlns:a16="http://schemas.microsoft.com/office/drawing/2014/main" id="{0AF16B09-097D-2F22-8830-004D245CE742}"/>
                </a:ext>
              </a:extLst>
            </p:cNvPr>
            <p:cNvSpPr/>
            <p:nvPr/>
          </p:nvSpPr>
          <p:spPr>
            <a:xfrm>
              <a:off x="946024" y="3500285"/>
              <a:ext cx="181754" cy="34369"/>
            </a:xfrm>
            <a:custGeom>
              <a:avLst/>
              <a:gdLst/>
              <a:ahLst/>
              <a:cxnLst/>
              <a:rect l="l" t="t" r="r" b="b"/>
              <a:pathLst>
                <a:path w="2311" h="437" extrusionOk="0">
                  <a:moveTo>
                    <a:pt x="2199" y="121"/>
                  </a:moveTo>
                  <a:lnTo>
                    <a:pt x="2199" y="316"/>
                  </a:lnTo>
                  <a:lnTo>
                    <a:pt x="121" y="316"/>
                  </a:lnTo>
                  <a:lnTo>
                    <a:pt x="121" y="121"/>
                  </a:lnTo>
                  <a:close/>
                  <a:moveTo>
                    <a:pt x="56" y="0"/>
                  </a:moveTo>
                  <a:cubicBezTo>
                    <a:pt x="47" y="0"/>
                    <a:pt x="28" y="10"/>
                    <a:pt x="19" y="19"/>
                  </a:cubicBezTo>
                  <a:cubicBezTo>
                    <a:pt x="10" y="28"/>
                    <a:pt x="0" y="47"/>
                    <a:pt x="0" y="65"/>
                  </a:cubicBezTo>
                  <a:lnTo>
                    <a:pt x="0" y="381"/>
                  </a:lnTo>
                  <a:cubicBezTo>
                    <a:pt x="0" y="408"/>
                    <a:pt x="28" y="436"/>
                    <a:pt x="56" y="436"/>
                  </a:cubicBezTo>
                  <a:lnTo>
                    <a:pt x="2254" y="436"/>
                  </a:lnTo>
                  <a:cubicBezTo>
                    <a:pt x="2282" y="436"/>
                    <a:pt x="2310" y="408"/>
                    <a:pt x="2310" y="381"/>
                  </a:cubicBezTo>
                  <a:lnTo>
                    <a:pt x="2310" y="65"/>
                  </a:lnTo>
                  <a:cubicBezTo>
                    <a:pt x="2310" y="47"/>
                    <a:pt x="2301" y="28"/>
                    <a:pt x="2292" y="19"/>
                  </a:cubicBezTo>
                  <a:cubicBezTo>
                    <a:pt x="2282" y="10"/>
                    <a:pt x="2264" y="0"/>
                    <a:pt x="2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67;p31">
              <a:extLst>
                <a:ext uri="{FF2B5EF4-FFF2-40B4-BE49-F238E27FC236}">
                  <a16:creationId xmlns:a16="http://schemas.microsoft.com/office/drawing/2014/main" id="{71B3C7B4-D87F-276B-32D8-91DEF7B4C5EF}"/>
                </a:ext>
              </a:extLst>
            </p:cNvPr>
            <p:cNvSpPr/>
            <p:nvPr/>
          </p:nvSpPr>
          <p:spPr>
            <a:xfrm>
              <a:off x="1144449" y="3330093"/>
              <a:ext cx="583722" cy="544713"/>
            </a:xfrm>
            <a:custGeom>
              <a:avLst/>
              <a:gdLst/>
              <a:ahLst/>
              <a:cxnLst/>
              <a:rect l="l" t="t" r="r" b="b"/>
              <a:pathLst>
                <a:path w="7422" h="6926" extrusionOk="0">
                  <a:moveTo>
                    <a:pt x="3714" y="0"/>
                  </a:moveTo>
                  <a:cubicBezTo>
                    <a:pt x="2029" y="0"/>
                    <a:pt x="549" y="1227"/>
                    <a:pt x="288" y="2934"/>
                  </a:cubicBezTo>
                  <a:cubicBezTo>
                    <a:pt x="0" y="4827"/>
                    <a:pt x="1299" y="6599"/>
                    <a:pt x="3182" y="6886"/>
                  </a:cubicBezTo>
                  <a:cubicBezTo>
                    <a:pt x="3359" y="6913"/>
                    <a:pt x="3535" y="6926"/>
                    <a:pt x="3708" y="6926"/>
                  </a:cubicBezTo>
                  <a:cubicBezTo>
                    <a:pt x="5393" y="6926"/>
                    <a:pt x="6874" y="5699"/>
                    <a:pt x="7134" y="3992"/>
                  </a:cubicBezTo>
                  <a:cubicBezTo>
                    <a:pt x="7422" y="2099"/>
                    <a:pt x="6123" y="327"/>
                    <a:pt x="4240" y="40"/>
                  </a:cubicBezTo>
                  <a:cubicBezTo>
                    <a:pt x="4063" y="13"/>
                    <a:pt x="3887" y="0"/>
                    <a:pt x="3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68;p31">
              <a:extLst>
                <a:ext uri="{FF2B5EF4-FFF2-40B4-BE49-F238E27FC236}">
                  <a16:creationId xmlns:a16="http://schemas.microsoft.com/office/drawing/2014/main" id="{3A631182-EF3C-8A56-FA4D-B4C0B8B8638A}"/>
                </a:ext>
              </a:extLst>
            </p:cNvPr>
            <p:cNvSpPr/>
            <p:nvPr/>
          </p:nvSpPr>
          <p:spPr>
            <a:xfrm>
              <a:off x="1151763" y="3325532"/>
              <a:ext cx="569880" cy="554229"/>
            </a:xfrm>
            <a:custGeom>
              <a:avLst/>
              <a:gdLst/>
              <a:ahLst/>
              <a:cxnLst/>
              <a:rect l="l" t="t" r="r" b="b"/>
              <a:pathLst>
                <a:path w="7246" h="7047" extrusionOk="0">
                  <a:moveTo>
                    <a:pt x="3618" y="116"/>
                  </a:moveTo>
                  <a:cubicBezTo>
                    <a:pt x="3785" y="116"/>
                    <a:pt x="3961" y="126"/>
                    <a:pt x="4138" y="154"/>
                  </a:cubicBezTo>
                  <a:cubicBezTo>
                    <a:pt x="5038" y="293"/>
                    <a:pt x="5826" y="775"/>
                    <a:pt x="6364" y="1508"/>
                  </a:cubicBezTo>
                  <a:cubicBezTo>
                    <a:pt x="6902" y="2241"/>
                    <a:pt x="7125" y="3141"/>
                    <a:pt x="6986" y="4040"/>
                  </a:cubicBezTo>
                  <a:cubicBezTo>
                    <a:pt x="6725" y="5720"/>
                    <a:pt x="5271" y="6929"/>
                    <a:pt x="3621" y="6929"/>
                  </a:cubicBezTo>
                  <a:cubicBezTo>
                    <a:pt x="3449" y="6929"/>
                    <a:pt x="3274" y="6916"/>
                    <a:pt x="3099" y="6888"/>
                  </a:cubicBezTo>
                  <a:cubicBezTo>
                    <a:pt x="2199" y="6749"/>
                    <a:pt x="1410" y="6267"/>
                    <a:pt x="872" y="5534"/>
                  </a:cubicBezTo>
                  <a:cubicBezTo>
                    <a:pt x="334" y="4801"/>
                    <a:pt x="112" y="3901"/>
                    <a:pt x="251" y="3002"/>
                  </a:cubicBezTo>
                  <a:cubicBezTo>
                    <a:pt x="510" y="1322"/>
                    <a:pt x="1967" y="116"/>
                    <a:pt x="3618" y="116"/>
                  </a:cubicBezTo>
                  <a:close/>
                  <a:moveTo>
                    <a:pt x="3618" y="1"/>
                  </a:moveTo>
                  <a:cubicBezTo>
                    <a:pt x="1910" y="1"/>
                    <a:pt x="408" y="1252"/>
                    <a:pt x="139" y="2983"/>
                  </a:cubicBezTo>
                  <a:cubicBezTo>
                    <a:pt x="0" y="3920"/>
                    <a:pt x="223" y="4848"/>
                    <a:pt x="780" y="5608"/>
                  </a:cubicBezTo>
                  <a:cubicBezTo>
                    <a:pt x="1336" y="6360"/>
                    <a:pt x="2152" y="6861"/>
                    <a:pt x="3089" y="7000"/>
                  </a:cubicBezTo>
                  <a:cubicBezTo>
                    <a:pt x="3266" y="7028"/>
                    <a:pt x="3442" y="7046"/>
                    <a:pt x="3618" y="7046"/>
                  </a:cubicBezTo>
                  <a:cubicBezTo>
                    <a:pt x="5325" y="7046"/>
                    <a:pt x="6837" y="5794"/>
                    <a:pt x="7097" y="4059"/>
                  </a:cubicBezTo>
                  <a:cubicBezTo>
                    <a:pt x="7245" y="3122"/>
                    <a:pt x="7013" y="2194"/>
                    <a:pt x="6457" y="1434"/>
                  </a:cubicBezTo>
                  <a:cubicBezTo>
                    <a:pt x="5900" y="682"/>
                    <a:pt x="5084" y="181"/>
                    <a:pt x="4156" y="42"/>
                  </a:cubicBezTo>
                  <a:cubicBezTo>
                    <a:pt x="3975" y="14"/>
                    <a:pt x="3795" y="1"/>
                    <a:pt x="36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69;p31">
              <a:extLst>
                <a:ext uri="{FF2B5EF4-FFF2-40B4-BE49-F238E27FC236}">
                  <a16:creationId xmlns:a16="http://schemas.microsoft.com/office/drawing/2014/main" id="{9737D72C-0C90-46F3-4C85-A57E88084545}"/>
                </a:ext>
              </a:extLst>
            </p:cNvPr>
            <p:cNvSpPr/>
            <p:nvPr/>
          </p:nvSpPr>
          <p:spPr>
            <a:xfrm>
              <a:off x="1152471" y="3313892"/>
              <a:ext cx="621708" cy="544949"/>
            </a:xfrm>
            <a:custGeom>
              <a:avLst/>
              <a:gdLst/>
              <a:ahLst/>
              <a:cxnLst/>
              <a:rect l="l" t="t" r="r" b="b"/>
              <a:pathLst>
                <a:path w="7905" h="6929" extrusionOk="0">
                  <a:moveTo>
                    <a:pt x="3948" y="1"/>
                  </a:moveTo>
                  <a:cubicBezTo>
                    <a:pt x="3318" y="1"/>
                    <a:pt x="2680" y="173"/>
                    <a:pt x="2106" y="533"/>
                  </a:cubicBezTo>
                  <a:cubicBezTo>
                    <a:pt x="492" y="1554"/>
                    <a:pt x="1" y="3688"/>
                    <a:pt x="1021" y="5311"/>
                  </a:cubicBezTo>
                  <a:cubicBezTo>
                    <a:pt x="1675" y="6354"/>
                    <a:pt x="2801" y="6929"/>
                    <a:pt x="3955" y="6929"/>
                  </a:cubicBezTo>
                  <a:cubicBezTo>
                    <a:pt x="4586" y="6929"/>
                    <a:pt x="5225" y="6757"/>
                    <a:pt x="5798" y="6396"/>
                  </a:cubicBezTo>
                  <a:cubicBezTo>
                    <a:pt x="7413" y="5376"/>
                    <a:pt x="7904" y="3242"/>
                    <a:pt x="6884" y="1619"/>
                  </a:cubicBezTo>
                  <a:cubicBezTo>
                    <a:pt x="6224" y="575"/>
                    <a:pt x="5099" y="1"/>
                    <a:pt x="39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70;p31">
              <a:extLst>
                <a:ext uri="{FF2B5EF4-FFF2-40B4-BE49-F238E27FC236}">
                  <a16:creationId xmlns:a16="http://schemas.microsoft.com/office/drawing/2014/main" id="{0D6B137C-5801-2AA5-5C25-2C9947DA342D}"/>
                </a:ext>
              </a:extLst>
            </p:cNvPr>
            <p:cNvSpPr/>
            <p:nvPr/>
          </p:nvSpPr>
          <p:spPr>
            <a:xfrm>
              <a:off x="1178739" y="3308938"/>
              <a:ext cx="582306" cy="553993"/>
            </a:xfrm>
            <a:custGeom>
              <a:avLst/>
              <a:gdLst/>
              <a:ahLst/>
              <a:cxnLst/>
              <a:rect l="l" t="t" r="r" b="b"/>
              <a:pathLst>
                <a:path w="7404" h="7044" extrusionOk="0">
                  <a:moveTo>
                    <a:pt x="3628" y="114"/>
                  </a:moveTo>
                  <a:cubicBezTo>
                    <a:pt x="3795" y="114"/>
                    <a:pt x="3971" y="133"/>
                    <a:pt x="4138" y="160"/>
                  </a:cubicBezTo>
                  <a:cubicBezTo>
                    <a:pt x="5993" y="439"/>
                    <a:pt x="7273" y="2183"/>
                    <a:pt x="6995" y="4038"/>
                  </a:cubicBezTo>
                  <a:cubicBezTo>
                    <a:pt x="6735" y="5718"/>
                    <a:pt x="5280" y="6926"/>
                    <a:pt x="3630" y="6926"/>
                  </a:cubicBezTo>
                  <a:cubicBezTo>
                    <a:pt x="3458" y="6926"/>
                    <a:pt x="3284" y="6913"/>
                    <a:pt x="3108" y="6886"/>
                  </a:cubicBezTo>
                  <a:cubicBezTo>
                    <a:pt x="2208" y="6747"/>
                    <a:pt x="1420" y="6274"/>
                    <a:pt x="882" y="5541"/>
                  </a:cubicBezTo>
                  <a:cubicBezTo>
                    <a:pt x="344" y="4808"/>
                    <a:pt x="121" y="3908"/>
                    <a:pt x="260" y="3008"/>
                  </a:cubicBezTo>
                  <a:cubicBezTo>
                    <a:pt x="520" y="1320"/>
                    <a:pt x="1976" y="114"/>
                    <a:pt x="3628" y="114"/>
                  </a:cubicBezTo>
                  <a:close/>
                  <a:moveTo>
                    <a:pt x="3629" y="0"/>
                  </a:moveTo>
                  <a:cubicBezTo>
                    <a:pt x="1917" y="0"/>
                    <a:pt x="410" y="1247"/>
                    <a:pt x="149" y="2990"/>
                  </a:cubicBezTo>
                  <a:cubicBezTo>
                    <a:pt x="1" y="3918"/>
                    <a:pt x="232" y="4845"/>
                    <a:pt x="789" y="5606"/>
                  </a:cubicBezTo>
                  <a:cubicBezTo>
                    <a:pt x="1346" y="6367"/>
                    <a:pt x="2162" y="6858"/>
                    <a:pt x="3090" y="7007"/>
                  </a:cubicBezTo>
                  <a:cubicBezTo>
                    <a:pt x="3275" y="7034"/>
                    <a:pt x="3451" y="7044"/>
                    <a:pt x="3628" y="7044"/>
                  </a:cubicBezTo>
                  <a:cubicBezTo>
                    <a:pt x="5335" y="7044"/>
                    <a:pt x="6837" y="5791"/>
                    <a:pt x="7106" y="4057"/>
                  </a:cubicBezTo>
                  <a:cubicBezTo>
                    <a:pt x="7403" y="2136"/>
                    <a:pt x="6077" y="337"/>
                    <a:pt x="4156" y="40"/>
                  </a:cubicBezTo>
                  <a:cubicBezTo>
                    <a:pt x="3979" y="13"/>
                    <a:pt x="3803" y="0"/>
                    <a:pt x="3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71;p31">
              <a:extLst>
                <a:ext uri="{FF2B5EF4-FFF2-40B4-BE49-F238E27FC236}">
                  <a16:creationId xmlns:a16="http://schemas.microsoft.com/office/drawing/2014/main" id="{3963C522-A5FB-DBE7-787C-643DDF2F1153}"/>
                </a:ext>
              </a:extLst>
            </p:cNvPr>
            <p:cNvSpPr/>
            <p:nvPr/>
          </p:nvSpPr>
          <p:spPr>
            <a:xfrm>
              <a:off x="1563950" y="3370439"/>
              <a:ext cx="117578" cy="119701"/>
            </a:xfrm>
            <a:custGeom>
              <a:avLst/>
              <a:gdLst/>
              <a:ahLst/>
              <a:cxnLst/>
              <a:rect l="l" t="t" r="r" b="b"/>
              <a:pathLst>
                <a:path w="1495" h="1522" extrusionOk="0">
                  <a:moveTo>
                    <a:pt x="1" y="0"/>
                  </a:moveTo>
                  <a:lnTo>
                    <a:pt x="1494" y="1521"/>
                  </a:lnTo>
                  <a:cubicBezTo>
                    <a:pt x="1197" y="863"/>
                    <a:pt x="678" y="3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72;p31">
              <a:extLst>
                <a:ext uri="{FF2B5EF4-FFF2-40B4-BE49-F238E27FC236}">
                  <a16:creationId xmlns:a16="http://schemas.microsoft.com/office/drawing/2014/main" id="{76D923C2-E4FF-C10A-6948-E07FE155A29F}"/>
                </a:ext>
              </a:extLst>
            </p:cNvPr>
            <p:cNvSpPr/>
            <p:nvPr/>
          </p:nvSpPr>
          <p:spPr>
            <a:xfrm>
              <a:off x="1555928" y="3363282"/>
              <a:ext cx="132836" cy="133386"/>
            </a:xfrm>
            <a:custGeom>
              <a:avLst/>
              <a:gdLst/>
              <a:ahLst/>
              <a:cxnLst/>
              <a:rect l="l" t="t" r="r" b="b"/>
              <a:pathLst>
                <a:path w="1689" h="1696" extrusionOk="0">
                  <a:moveTo>
                    <a:pt x="104" y="0"/>
                  </a:moveTo>
                  <a:cubicBezTo>
                    <a:pt x="71" y="0"/>
                    <a:pt x="42" y="20"/>
                    <a:pt x="28" y="54"/>
                  </a:cubicBezTo>
                  <a:cubicBezTo>
                    <a:pt x="1" y="100"/>
                    <a:pt x="19" y="147"/>
                    <a:pt x="65" y="175"/>
                  </a:cubicBezTo>
                  <a:cubicBezTo>
                    <a:pt x="715" y="471"/>
                    <a:pt x="1225" y="991"/>
                    <a:pt x="1513" y="1650"/>
                  </a:cubicBezTo>
                  <a:cubicBezTo>
                    <a:pt x="1531" y="1677"/>
                    <a:pt x="1559" y="1696"/>
                    <a:pt x="1596" y="1696"/>
                  </a:cubicBezTo>
                  <a:lnTo>
                    <a:pt x="1633" y="1696"/>
                  </a:lnTo>
                  <a:cubicBezTo>
                    <a:pt x="1670" y="1668"/>
                    <a:pt x="1689" y="1622"/>
                    <a:pt x="1670" y="1575"/>
                  </a:cubicBezTo>
                  <a:cubicBezTo>
                    <a:pt x="1364" y="889"/>
                    <a:pt x="826" y="332"/>
                    <a:pt x="140" y="8"/>
                  </a:cubicBezTo>
                  <a:cubicBezTo>
                    <a:pt x="128" y="3"/>
                    <a:pt x="116" y="0"/>
                    <a:pt x="1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73;p31">
              <a:extLst>
                <a:ext uri="{FF2B5EF4-FFF2-40B4-BE49-F238E27FC236}">
                  <a16:creationId xmlns:a16="http://schemas.microsoft.com/office/drawing/2014/main" id="{BB2D2073-4602-B824-A57F-3AADB88795DF}"/>
                </a:ext>
              </a:extLst>
            </p:cNvPr>
            <p:cNvSpPr/>
            <p:nvPr/>
          </p:nvSpPr>
          <p:spPr>
            <a:xfrm rot="5918326">
              <a:off x="2304784" y="3508695"/>
              <a:ext cx="47503" cy="47503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158" y="1"/>
                  </a:moveTo>
                  <a:lnTo>
                    <a:pt x="0" y="437"/>
                  </a:lnTo>
                  <a:lnTo>
                    <a:pt x="436" y="604"/>
                  </a:lnTo>
                  <a:lnTo>
                    <a:pt x="603" y="159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74;p31">
              <a:extLst>
                <a:ext uri="{FF2B5EF4-FFF2-40B4-BE49-F238E27FC236}">
                  <a16:creationId xmlns:a16="http://schemas.microsoft.com/office/drawing/2014/main" id="{E03AFE32-EDEB-A5A5-56E5-01457BB54DE5}"/>
                </a:ext>
              </a:extLst>
            </p:cNvPr>
            <p:cNvSpPr/>
            <p:nvPr/>
          </p:nvSpPr>
          <p:spPr>
            <a:xfrm>
              <a:off x="1277991" y="3581212"/>
              <a:ext cx="151790" cy="76524"/>
            </a:xfrm>
            <a:custGeom>
              <a:avLst/>
              <a:gdLst/>
              <a:ahLst/>
              <a:cxnLst/>
              <a:rect l="l" t="t" r="r" b="b"/>
              <a:pathLst>
                <a:path w="1930" h="973" extrusionOk="0">
                  <a:moveTo>
                    <a:pt x="965" y="1"/>
                  </a:moveTo>
                  <a:cubicBezTo>
                    <a:pt x="427" y="1"/>
                    <a:pt x="0" y="437"/>
                    <a:pt x="0" y="966"/>
                  </a:cubicBezTo>
                  <a:cubicBezTo>
                    <a:pt x="0" y="970"/>
                    <a:pt x="483" y="973"/>
                    <a:pt x="965" y="973"/>
                  </a:cubicBezTo>
                  <a:cubicBezTo>
                    <a:pt x="1447" y="973"/>
                    <a:pt x="1930" y="970"/>
                    <a:pt x="1930" y="966"/>
                  </a:cubicBezTo>
                  <a:cubicBezTo>
                    <a:pt x="1930" y="437"/>
                    <a:pt x="1494" y="1"/>
                    <a:pt x="9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75;p31">
              <a:extLst>
                <a:ext uri="{FF2B5EF4-FFF2-40B4-BE49-F238E27FC236}">
                  <a16:creationId xmlns:a16="http://schemas.microsoft.com/office/drawing/2014/main" id="{0E8C23B0-3F36-BD93-753E-BEE590EA572A}"/>
                </a:ext>
              </a:extLst>
            </p:cNvPr>
            <p:cNvSpPr/>
            <p:nvPr/>
          </p:nvSpPr>
          <p:spPr>
            <a:xfrm>
              <a:off x="1272879" y="3576887"/>
              <a:ext cx="161306" cy="85411"/>
            </a:xfrm>
            <a:custGeom>
              <a:avLst/>
              <a:gdLst/>
              <a:ahLst/>
              <a:cxnLst/>
              <a:rect l="l" t="t" r="r" b="b"/>
              <a:pathLst>
                <a:path w="2051" h="1086" extrusionOk="0">
                  <a:moveTo>
                    <a:pt x="1030" y="112"/>
                  </a:moveTo>
                  <a:cubicBezTo>
                    <a:pt x="1512" y="112"/>
                    <a:pt x="1902" y="492"/>
                    <a:pt x="1930" y="965"/>
                  </a:cubicBezTo>
                  <a:lnTo>
                    <a:pt x="121" y="965"/>
                  </a:lnTo>
                  <a:cubicBezTo>
                    <a:pt x="149" y="492"/>
                    <a:pt x="548" y="112"/>
                    <a:pt x="1030" y="112"/>
                  </a:cubicBezTo>
                  <a:close/>
                  <a:moveTo>
                    <a:pt x="1030" y="0"/>
                  </a:moveTo>
                  <a:cubicBezTo>
                    <a:pt x="464" y="0"/>
                    <a:pt x="0" y="455"/>
                    <a:pt x="0" y="1021"/>
                  </a:cubicBezTo>
                  <a:cubicBezTo>
                    <a:pt x="0" y="1076"/>
                    <a:pt x="0" y="1076"/>
                    <a:pt x="408" y="1086"/>
                  </a:cubicBezTo>
                  <a:lnTo>
                    <a:pt x="1132" y="1086"/>
                  </a:lnTo>
                  <a:cubicBezTo>
                    <a:pt x="2050" y="1086"/>
                    <a:pt x="2050" y="1086"/>
                    <a:pt x="2050" y="1021"/>
                  </a:cubicBezTo>
                  <a:cubicBezTo>
                    <a:pt x="2050" y="455"/>
                    <a:pt x="1587" y="0"/>
                    <a:pt x="10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76;p31">
              <a:extLst>
                <a:ext uri="{FF2B5EF4-FFF2-40B4-BE49-F238E27FC236}">
                  <a16:creationId xmlns:a16="http://schemas.microsoft.com/office/drawing/2014/main" id="{C2733693-9427-5A8D-020E-399CBD13F8BA}"/>
                </a:ext>
              </a:extLst>
            </p:cNvPr>
            <p:cNvSpPr/>
            <p:nvPr/>
          </p:nvSpPr>
          <p:spPr>
            <a:xfrm>
              <a:off x="1310787" y="3484241"/>
              <a:ext cx="86198" cy="86905"/>
            </a:xfrm>
            <a:custGeom>
              <a:avLst/>
              <a:gdLst/>
              <a:ahLst/>
              <a:cxnLst/>
              <a:rect l="l" t="t" r="r" b="b"/>
              <a:pathLst>
                <a:path w="1096" h="1105" extrusionOk="0">
                  <a:moveTo>
                    <a:pt x="548" y="0"/>
                  </a:moveTo>
                  <a:cubicBezTo>
                    <a:pt x="251" y="0"/>
                    <a:pt x="1" y="251"/>
                    <a:pt x="1" y="548"/>
                  </a:cubicBezTo>
                  <a:cubicBezTo>
                    <a:pt x="1" y="854"/>
                    <a:pt x="251" y="1104"/>
                    <a:pt x="548" y="1104"/>
                  </a:cubicBezTo>
                  <a:cubicBezTo>
                    <a:pt x="854" y="1104"/>
                    <a:pt x="1095" y="854"/>
                    <a:pt x="1095" y="548"/>
                  </a:cubicBezTo>
                  <a:cubicBezTo>
                    <a:pt x="1095" y="251"/>
                    <a:pt x="854" y="0"/>
                    <a:pt x="5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77;p31">
              <a:extLst>
                <a:ext uri="{FF2B5EF4-FFF2-40B4-BE49-F238E27FC236}">
                  <a16:creationId xmlns:a16="http://schemas.microsoft.com/office/drawing/2014/main" id="{B42BFDBB-1B63-2D6F-696E-56FE2F79A51C}"/>
                </a:ext>
              </a:extLst>
            </p:cNvPr>
            <p:cNvSpPr/>
            <p:nvPr/>
          </p:nvSpPr>
          <p:spPr>
            <a:xfrm>
              <a:off x="1306383" y="3479837"/>
              <a:ext cx="95714" cy="95635"/>
            </a:xfrm>
            <a:custGeom>
              <a:avLst/>
              <a:gdLst/>
              <a:ahLst/>
              <a:cxnLst/>
              <a:rect l="l" t="t" r="r" b="b"/>
              <a:pathLst>
                <a:path w="1217" h="1216" extrusionOk="0">
                  <a:moveTo>
                    <a:pt x="604" y="121"/>
                  </a:moveTo>
                  <a:cubicBezTo>
                    <a:pt x="882" y="121"/>
                    <a:pt x="1096" y="334"/>
                    <a:pt x="1096" y="604"/>
                  </a:cubicBezTo>
                  <a:cubicBezTo>
                    <a:pt x="1096" y="882"/>
                    <a:pt x="882" y="1095"/>
                    <a:pt x="604" y="1095"/>
                  </a:cubicBezTo>
                  <a:cubicBezTo>
                    <a:pt x="335" y="1095"/>
                    <a:pt x="122" y="882"/>
                    <a:pt x="122" y="604"/>
                  </a:cubicBezTo>
                  <a:cubicBezTo>
                    <a:pt x="122" y="334"/>
                    <a:pt x="335" y="121"/>
                    <a:pt x="604" y="121"/>
                  </a:cubicBezTo>
                  <a:close/>
                  <a:moveTo>
                    <a:pt x="604" y="1"/>
                  </a:moveTo>
                  <a:cubicBezTo>
                    <a:pt x="270" y="1"/>
                    <a:pt x="1" y="279"/>
                    <a:pt x="1" y="613"/>
                  </a:cubicBezTo>
                  <a:cubicBezTo>
                    <a:pt x="1" y="947"/>
                    <a:pt x="270" y="1216"/>
                    <a:pt x="604" y="1216"/>
                  </a:cubicBezTo>
                  <a:cubicBezTo>
                    <a:pt x="938" y="1216"/>
                    <a:pt x="1216" y="947"/>
                    <a:pt x="1216" y="613"/>
                  </a:cubicBezTo>
                  <a:cubicBezTo>
                    <a:pt x="1216" y="279"/>
                    <a:pt x="938" y="1"/>
                    <a:pt x="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78;p31">
              <a:extLst>
                <a:ext uri="{FF2B5EF4-FFF2-40B4-BE49-F238E27FC236}">
                  <a16:creationId xmlns:a16="http://schemas.microsoft.com/office/drawing/2014/main" id="{5F25D3B1-5341-5DF0-849F-04EA7A491208}"/>
                </a:ext>
              </a:extLst>
            </p:cNvPr>
            <p:cNvSpPr/>
            <p:nvPr/>
          </p:nvSpPr>
          <p:spPr>
            <a:xfrm>
              <a:off x="1499775" y="3581212"/>
              <a:ext cx="152576" cy="76524"/>
            </a:xfrm>
            <a:custGeom>
              <a:avLst/>
              <a:gdLst/>
              <a:ahLst/>
              <a:cxnLst/>
              <a:rect l="l" t="t" r="r" b="b"/>
              <a:pathLst>
                <a:path w="1940" h="973" extrusionOk="0">
                  <a:moveTo>
                    <a:pt x="965" y="1"/>
                  </a:moveTo>
                  <a:cubicBezTo>
                    <a:pt x="436" y="1"/>
                    <a:pt x="0" y="437"/>
                    <a:pt x="0" y="966"/>
                  </a:cubicBezTo>
                  <a:cubicBezTo>
                    <a:pt x="0" y="970"/>
                    <a:pt x="485" y="973"/>
                    <a:pt x="970" y="973"/>
                  </a:cubicBezTo>
                  <a:cubicBezTo>
                    <a:pt x="1454" y="973"/>
                    <a:pt x="1939" y="970"/>
                    <a:pt x="1939" y="966"/>
                  </a:cubicBezTo>
                  <a:cubicBezTo>
                    <a:pt x="1939" y="437"/>
                    <a:pt x="1503" y="1"/>
                    <a:pt x="9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79;p31">
              <a:extLst>
                <a:ext uri="{FF2B5EF4-FFF2-40B4-BE49-F238E27FC236}">
                  <a16:creationId xmlns:a16="http://schemas.microsoft.com/office/drawing/2014/main" id="{3F9A699A-EEBE-F7F6-FD47-72105B5BD187}"/>
                </a:ext>
              </a:extLst>
            </p:cNvPr>
            <p:cNvSpPr/>
            <p:nvPr/>
          </p:nvSpPr>
          <p:spPr>
            <a:xfrm>
              <a:off x="1495370" y="3576887"/>
              <a:ext cx="161306" cy="85411"/>
            </a:xfrm>
            <a:custGeom>
              <a:avLst/>
              <a:gdLst/>
              <a:ahLst/>
              <a:cxnLst/>
              <a:rect l="l" t="t" r="r" b="b"/>
              <a:pathLst>
                <a:path w="2051" h="1086" extrusionOk="0">
                  <a:moveTo>
                    <a:pt x="1030" y="112"/>
                  </a:moveTo>
                  <a:cubicBezTo>
                    <a:pt x="1503" y="112"/>
                    <a:pt x="1902" y="492"/>
                    <a:pt x="1930" y="965"/>
                  </a:cubicBezTo>
                  <a:lnTo>
                    <a:pt x="121" y="965"/>
                  </a:lnTo>
                  <a:cubicBezTo>
                    <a:pt x="149" y="492"/>
                    <a:pt x="548" y="112"/>
                    <a:pt x="1030" y="112"/>
                  </a:cubicBezTo>
                  <a:close/>
                  <a:moveTo>
                    <a:pt x="1021" y="0"/>
                  </a:moveTo>
                  <a:cubicBezTo>
                    <a:pt x="464" y="0"/>
                    <a:pt x="1" y="455"/>
                    <a:pt x="1" y="1021"/>
                  </a:cubicBezTo>
                  <a:cubicBezTo>
                    <a:pt x="1" y="1076"/>
                    <a:pt x="1" y="1076"/>
                    <a:pt x="399" y="1086"/>
                  </a:cubicBezTo>
                  <a:lnTo>
                    <a:pt x="1132" y="1086"/>
                  </a:lnTo>
                  <a:cubicBezTo>
                    <a:pt x="2051" y="1086"/>
                    <a:pt x="2051" y="1086"/>
                    <a:pt x="2051" y="1021"/>
                  </a:cubicBezTo>
                  <a:cubicBezTo>
                    <a:pt x="2051" y="455"/>
                    <a:pt x="1587" y="0"/>
                    <a:pt x="10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80;p31">
              <a:extLst>
                <a:ext uri="{FF2B5EF4-FFF2-40B4-BE49-F238E27FC236}">
                  <a16:creationId xmlns:a16="http://schemas.microsoft.com/office/drawing/2014/main" id="{44ECC054-C9D9-D119-ACB1-D36A4A763810}"/>
                </a:ext>
              </a:extLst>
            </p:cNvPr>
            <p:cNvSpPr/>
            <p:nvPr/>
          </p:nvSpPr>
          <p:spPr>
            <a:xfrm>
              <a:off x="1533278" y="3484241"/>
              <a:ext cx="86198" cy="86905"/>
            </a:xfrm>
            <a:custGeom>
              <a:avLst/>
              <a:gdLst/>
              <a:ahLst/>
              <a:cxnLst/>
              <a:rect l="l" t="t" r="r" b="b"/>
              <a:pathLst>
                <a:path w="1096" h="1105" extrusionOk="0">
                  <a:moveTo>
                    <a:pt x="548" y="0"/>
                  </a:moveTo>
                  <a:cubicBezTo>
                    <a:pt x="251" y="0"/>
                    <a:pt x="1" y="251"/>
                    <a:pt x="1" y="557"/>
                  </a:cubicBezTo>
                  <a:cubicBezTo>
                    <a:pt x="1" y="854"/>
                    <a:pt x="242" y="1104"/>
                    <a:pt x="548" y="1104"/>
                  </a:cubicBezTo>
                  <a:cubicBezTo>
                    <a:pt x="854" y="1104"/>
                    <a:pt x="1096" y="854"/>
                    <a:pt x="1096" y="557"/>
                  </a:cubicBezTo>
                  <a:cubicBezTo>
                    <a:pt x="1096" y="251"/>
                    <a:pt x="854" y="0"/>
                    <a:pt x="5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81;p31">
              <a:extLst>
                <a:ext uri="{FF2B5EF4-FFF2-40B4-BE49-F238E27FC236}">
                  <a16:creationId xmlns:a16="http://schemas.microsoft.com/office/drawing/2014/main" id="{50708F76-CD61-8254-C514-CFDFDAB67587}"/>
                </a:ext>
              </a:extLst>
            </p:cNvPr>
            <p:cNvSpPr/>
            <p:nvPr/>
          </p:nvSpPr>
          <p:spPr>
            <a:xfrm>
              <a:off x="1528952" y="3479837"/>
              <a:ext cx="95635" cy="95635"/>
            </a:xfrm>
            <a:custGeom>
              <a:avLst/>
              <a:gdLst/>
              <a:ahLst/>
              <a:cxnLst/>
              <a:rect l="l" t="t" r="r" b="b"/>
              <a:pathLst>
                <a:path w="1216" h="1216" extrusionOk="0">
                  <a:moveTo>
                    <a:pt x="603" y="121"/>
                  </a:moveTo>
                  <a:cubicBezTo>
                    <a:pt x="872" y="121"/>
                    <a:pt x="1095" y="334"/>
                    <a:pt x="1095" y="604"/>
                  </a:cubicBezTo>
                  <a:cubicBezTo>
                    <a:pt x="1095" y="882"/>
                    <a:pt x="872" y="1095"/>
                    <a:pt x="603" y="1095"/>
                  </a:cubicBezTo>
                  <a:cubicBezTo>
                    <a:pt x="334" y="1095"/>
                    <a:pt x="112" y="882"/>
                    <a:pt x="112" y="604"/>
                  </a:cubicBezTo>
                  <a:cubicBezTo>
                    <a:pt x="112" y="334"/>
                    <a:pt x="334" y="121"/>
                    <a:pt x="603" y="121"/>
                  </a:cubicBezTo>
                  <a:close/>
                  <a:moveTo>
                    <a:pt x="603" y="1"/>
                  </a:moveTo>
                  <a:cubicBezTo>
                    <a:pt x="269" y="1"/>
                    <a:pt x="0" y="279"/>
                    <a:pt x="0" y="613"/>
                  </a:cubicBezTo>
                  <a:cubicBezTo>
                    <a:pt x="0" y="947"/>
                    <a:pt x="269" y="1216"/>
                    <a:pt x="603" y="1216"/>
                  </a:cubicBezTo>
                  <a:cubicBezTo>
                    <a:pt x="937" y="1216"/>
                    <a:pt x="1216" y="947"/>
                    <a:pt x="1216" y="613"/>
                  </a:cubicBezTo>
                  <a:cubicBezTo>
                    <a:pt x="1216" y="279"/>
                    <a:pt x="937" y="1"/>
                    <a:pt x="6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82;p31">
              <a:extLst>
                <a:ext uri="{FF2B5EF4-FFF2-40B4-BE49-F238E27FC236}">
                  <a16:creationId xmlns:a16="http://schemas.microsoft.com/office/drawing/2014/main" id="{261152B7-FE6E-4255-DB54-1454A85166A5}"/>
                </a:ext>
              </a:extLst>
            </p:cNvPr>
            <p:cNvSpPr/>
            <p:nvPr/>
          </p:nvSpPr>
          <p:spPr>
            <a:xfrm>
              <a:off x="1374962" y="3594346"/>
              <a:ext cx="172317" cy="86512"/>
            </a:xfrm>
            <a:custGeom>
              <a:avLst/>
              <a:gdLst/>
              <a:ahLst/>
              <a:cxnLst/>
              <a:rect l="l" t="t" r="r" b="b"/>
              <a:pathLst>
                <a:path w="2191" h="1100" extrusionOk="0">
                  <a:moveTo>
                    <a:pt x="1096" y="1"/>
                  </a:moveTo>
                  <a:cubicBezTo>
                    <a:pt x="493" y="1"/>
                    <a:pt x="1" y="493"/>
                    <a:pt x="1" y="1096"/>
                  </a:cubicBezTo>
                  <a:cubicBezTo>
                    <a:pt x="1" y="1096"/>
                    <a:pt x="974" y="1100"/>
                    <a:pt x="1623" y="1100"/>
                  </a:cubicBezTo>
                  <a:cubicBezTo>
                    <a:pt x="1947" y="1100"/>
                    <a:pt x="2190" y="1099"/>
                    <a:pt x="2190" y="1096"/>
                  </a:cubicBezTo>
                  <a:cubicBezTo>
                    <a:pt x="2190" y="493"/>
                    <a:pt x="1699" y="1"/>
                    <a:pt x="10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683;p31">
              <a:extLst>
                <a:ext uri="{FF2B5EF4-FFF2-40B4-BE49-F238E27FC236}">
                  <a16:creationId xmlns:a16="http://schemas.microsoft.com/office/drawing/2014/main" id="{F8E2988B-6792-FC90-490C-F80584A9E105}"/>
                </a:ext>
              </a:extLst>
            </p:cNvPr>
            <p:cNvSpPr/>
            <p:nvPr/>
          </p:nvSpPr>
          <p:spPr>
            <a:xfrm>
              <a:off x="1370637" y="3590021"/>
              <a:ext cx="180968" cy="95635"/>
            </a:xfrm>
            <a:custGeom>
              <a:avLst/>
              <a:gdLst/>
              <a:ahLst/>
              <a:cxnLst/>
              <a:rect l="l" t="t" r="r" b="b"/>
              <a:pathLst>
                <a:path w="2301" h="1216" extrusionOk="0">
                  <a:moveTo>
                    <a:pt x="1151" y="112"/>
                  </a:moveTo>
                  <a:cubicBezTo>
                    <a:pt x="1707" y="112"/>
                    <a:pt x="2162" y="548"/>
                    <a:pt x="2190" y="1095"/>
                  </a:cubicBezTo>
                  <a:lnTo>
                    <a:pt x="112" y="1095"/>
                  </a:lnTo>
                  <a:cubicBezTo>
                    <a:pt x="139" y="548"/>
                    <a:pt x="594" y="112"/>
                    <a:pt x="1151" y="112"/>
                  </a:cubicBezTo>
                  <a:close/>
                  <a:moveTo>
                    <a:pt x="1151" y="0"/>
                  </a:moveTo>
                  <a:cubicBezTo>
                    <a:pt x="510" y="0"/>
                    <a:pt x="0" y="511"/>
                    <a:pt x="0" y="1151"/>
                  </a:cubicBezTo>
                  <a:cubicBezTo>
                    <a:pt x="0" y="1206"/>
                    <a:pt x="0" y="1206"/>
                    <a:pt x="446" y="1216"/>
                  </a:cubicBezTo>
                  <a:lnTo>
                    <a:pt x="1271" y="1216"/>
                  </a:lnTo>
                  <a:cubicBezTo>
                    <a:pt x="2301" y="1216"/>
                    <a:pt x="2301" y="1216"/>
                    <a:pt x="2301" y="1151"/>
                  </a:cubicBezTo>
                  <a:cubicBezTo>
                    <a:pt x="2301" y="511"/>
                    <a:pt x="1791" y="0"/>
                    <a:pt x="1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684;p31">
              <a:extLst>
                <a:ext uri="{FF2B5EF4-FFF2-40B4-BE49-F238E27FC236}">
                  <a16:creationId xmlns:a16="http://schemas.microsoft.com/office/drawing/2014/main" id="{63754805-2484-6285-B139-E8C448FA9888}"/>
                </a:ext>
              </a:extLst>
            </p:cNvPr>
            <p:cNvSpPr/>
            <p:nvPr/>
          </p:nvSpPr>
          <p:spPr>
            <a:xfrm>
              <a:off x="1412949" y="3484241"/>
              <a:ext cx="97837" cy="98545"/>
            </a:xfrm>
            <a:custGeom>
              <a:avLst/>
              <a:gdLst/>
              <a:ahLst/>
              <a:cxnLst/>
              <a:rect l="l" t="t" r="r" b="b"/>
              <a:pathLst>
                <a:path w="1244" h="1253" extrusionOk="0">
                  <a:moveTo>
                    <a:pt x="622" y="0"/>
                  </a:moveTo>
                  <a:cubicBezTo>
                    <a:pt x="279" y="0"/>
                    <a:pt x="0" y="278"/>
                    <a:pt x="0" y="622"/>
                  </a:cubicBezTo>
                  <a:cubicBezTo>
                    <a:pt x="0" y="974"/>
                    <a:pt x="279" y="1253"/>
                    <a:pt x="622" y="1253"/>
                  </a:cubicBezTo>
                  <a:cubicBezTo>
                    <a:pt x="965" y="1253"/>
                    <a:pt x="1243" y="974"/>
                    <a:pt x="1243" y="622"/>
                  </a:cubicBezTo>
                  <a:cubicBezTo>
                    <a:pt x="1243" y="278"/>
                    <a:pt x="965" y="0"/>
                    <a:pt x="6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685;p31">
              <a:extLst>
                <a:ext uri="{FF2B5EF4-FFF2-40B4-BE49-F238E27FC236}">
                  <a16:creationId xmlns:a16="http://schemas.microsoft.com/office/drawing/2014/main" id="{67F6639C-1CD0-C27F-D7DB-994AF0C24A09}"/>
                </a:ext>
              </a:extLst>
            </p:cNvPr>
            <p:cNvSpPr/>
            <p:nvPr/>
          </p:nvSpPr>
          <p:spPr>
            <a:xfrm>
              <a:off x="1407837" y="3479837"/>
              <a:ext cx="107354" cy="107354"/>
            </a:xfrm>
            <a:custGeom>
              <a:avLst/>
              <a:gdLst/>
              <a:ahLst/>
              <a:cxnLst/>
              <a:rect l="l" t="t" r="r" b="b"/>
              <a:pathLst>
                <a:path w="1365" h="1365" extrusionOk="0">
                  <a:moveTo>
                    <a:pt x="687" y="121"/>
                  </a:moveTo>
                  <a:cubicBezTo>
                    <a:pt x="993" y="121"/>
                    <a:pt x="1253" y="372"/>
                    <a:pt x="1253" y="678"/>
                  </a:cubicBezTo>
                  <a:cubicBezTo>
                    <a:pt x="1253" y="993"/>
                    <a:pt x="993" y="1244"/>
                    <a:pt x="687" y="1244"/>
                  </a:cubicBezTo>
                  <a:cubicBezTo>
                    <a:pt x="371" y="1244"/>
                    <a:pt x="121" y="993"/>
                    <a:pt x="121" y="678"/>
                  </a:cubicBezTo>
                  <a:cubicBezTo>
                    <a:pt x="121" y="372"/>
                    <a:pt x="371" y="121"/>
                    <a:pt x="687" y="121"/>
                  </a:cubicBezTo>
                  <a:close/>
                  <a:moveTo>
                    <a:pt x="687" y="1"/>
                  </a:moveTo>
                  <a:cubicBezTo>
                    <a:pt x="307" y="1"/>
                    <a:pt x="0" y="307"/>
                    <a:pt x="0" y="678"/>
                  </a:cubicBezTo>
                  <a:cubicBezTo>
                    <a:pt x="0" y="1058"/>
                    <a:pt x="307" y="1364"/>
                    <a:pt x="687" y="1364"/>
                  </a:cubicBezTo>
                  <a:cubicBezTo>
                    <a:pt x="1058" y="1364"/>
                    <a:pt x="1364" y="1058"/>
                    <a:pt x="1364" y="678"/>
                  </a:cubicBezTo>
                  <a:cubicBezTo>
                    <a:pt x="1364" y="307"/>
                    <a:pt x="1058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5" name="TextBox 1514">
            <a:extLst>
              <a:ext uri="{FF2B5EF4-FFF2-40B4-BE49-F238E27FC236}">
                <a16:creationId xmlns:a16="http://schemas.microsoft.com/office/drawing/2014/main" id="{E08DCFB7-88A3-462E-CB99-EAA1443B58A8}"/>
              </a:ext>
            </a:extLst>
          </p:cNvPr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AA3F9BF-1CCE-58DC-F288-76D230EBB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443" y="1825533"/>
            <a:ext cx="517140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 all products, categories, brands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 to verify login and user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negative cases like PUT → 405 Not Supported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Checking response codes, time, and structure</a:t>
            </a:r>
          </a:p>
        </p:txBody>
      </p:sp>
    </p:spTree>
    <p:extLst>
      <p:ext uri="{BB962C8B-B14F-4D97-AF65-F5344CB8AC3E}">
        <p14:creationId xmlns:p14="http://schemas.microsoft.com/office/powerpoint/2010/main" val="4054043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>
          <a:extLst>
            <a:ext uri="{FF2B5EF4-FFF2-40B4-BE49-F238E27FC236}">
              <a16:creationId xmlns:a16="http://schemas.microsoft.com/office/drawing/2014/main" id="{5A9DB1DD-C77F-77EF-224C-6800D7DEB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28">
            <a:extLst>
              <a:ext uri="{FF2B5EF4-FFF2-40B4-BE49-F238E27FC236}">
                <a16:creationId xmlns:a16="http://schemas.microsoft.com/office/drawing/2014/main" id="{F37275D2-2061-8C40-EDDE-7E0BAE8999C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69226" y="1021357"/>
            <a:ext cx="5362221" cy="18626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en-US" sz="2800" dirty="0"/>
              <a:t>Tools Used</a:t>
            </a:r>
          </a:p>
        </p:txBody>
      </p:sp>
      <p:grpSp>
        <p:nvGrpSpPr>
          <p:cNvPr id="1291" name="Google Shape;1291;p28">
            <a:extLst>
              <a:ext uri="{FF2B5EF4-FFF2-40B4-BE49-F238E27FC236}">
                <a16:creationId xmlns:a16="http://schemas.microsoft.com/office/drawing/2014/main" id="{C424C9E8-A6AA-DB91-3622-B77C48D8C3BD}"/>
              </a:ext>
            </a:extLst>
          </p:cNvPr>
          <p:cNvGrpSpPr/>
          <p:nvPr/>
        </p:nvGrpSpPr>
        <p:grpSpPr>
          <a:xfrm>
            <a:off x="720960" y="1144151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>
              <a:extLst>
                <a:ext uri="{FF2B5EF4-FFF2-40B4-BE49-F238E27FC236}">
                  <a16:creationId xmlns:a16="http://schemas.microsoft.com/office/drawing/2014/main" id="{C35DEBB5-CC76-6F86-08A3-8D81AEAE8621}"/>
                </a:ext>
              </a:extLst>
            </p:cNvPr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>
              <a:extLst>
                <a:ext uri="{FF2B5EF4-FFF2-40B4-BE49-F238E27FC236}">
                  <a16:creationId xmlns:a16="http://schemas.microsoft.com/office/drawing/2014/main" id="{A7CB8C60-42B0-9EDF-404A-0F224FDA4BC2}"/>
                </a:ext>
              </a:extLst>
            </p:cNvPr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>
              <a:extLst>
                <a:ext uri="{FF2B5EF4-FFF2-40B4-BE49-F238E27FC236}">
                  <a16:creationId xmlns:a16="http://schemas.microsoft.com/office/drawing/2014/main" id="{168430DB-AB49-CB9E-E2A7-C2FE54DCCF0D}"/>
                </a:ext>
              </a:extLst>
            </p:cNvPr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>
              <a:extLst>
                <a:ext uri="{FF2B5EF4-FFF2-40B4-BE49-F238E27FC236}">
                  <a16:creationId xmlns:a16="http://schemas.microsoft.com/office/drawing/2014/main" id="{0049DC40-99DB-D389-F552-C768FB7E7070}"/>
                </a:ext>
              </a:extLst>
            </p:cNvPr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>
              <a:extLst>
                <a:ext uri="{FF2B5EF4-FFF2-40B4-BE49-F238E27FC236}">
                  <a16:creationId xmlns:a16="http://schemas.microsoft.com/office/drawing/2014/main" id="{04A0D9E3-408D-6018-ADEC-A7D71A28E6B7}"/>
                </a:ext>
              </a:extLst>
            </p:cNvPr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>
              <a:extLst>
                <a:ext uri="{FF2B5EF4-FFF2-40B4-BE49-F238E27FC236}">
                  <a16:creationId xmlns:a16="http://schemas.microsoft.com/office/drawing/2014/main" id="{C95F24AD-F0DF-4F84-EF94-0C6B6E28C880}"/>
                </a:ext>
              </a:extLst>
            </p:cNvPr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>
              <a:extLst>
                <a:ext uri="{FF2B5EF4-FFF2-40B4-BE49-F238E27FC236}">
                  <a16:creationId xmlns:a16="http://schemas.microsoft.com/office/drawing/2014/main" id="{178D621B-721C-F13E-690F-56758692F13E}"/>
                </a:ext>
              </a:extLst>
            </p:cNvPr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>
              <a:extLst>
                <a:ext uri="{FF2B5EF4-FFF2-40B4-BE49-F238E27FC236}">
                  <a16:creationId xmlns:a16="http://schemas.microsoft.com/office/drawing/2014/main" id="{CFC4B743-D7B7-C0AD-0B51-80B1A9B28A24}"/>
                </a:ext>
              </a:extLst>
            </p:cNvPr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>
              <a:extLst>
                <a:ext uri="{FF2B5EF4-FFF2-40B4-BE49-F238E27FC236}">
                  <a16:creationId xmlns:a16="http://schemas.microsoft.com/office/drawing/2014/main" id="{FC0ACEA0-03B0-13A2-54BB-C9CE990A0567}"/>
                </a:ext>
              </a:extLst>
            </p:cNvPr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>
              <a:extLst>
                <a:ext uri="{FF2B5EF4-FFF2-40B4-BE49-F238E27FC236}">
                  <a16:creationId xmlns:a16="http://schemas.microsoft.com/office/drawing/2014/main" id="{ACD09874-0712-1841-4502-75255AE3280D}"/>
                </a:ext>
              </a:extLst>
            </p:cNvPr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>
              <a:extLst>
                <a:ext uri="{FF2B5EF4-FFF2-40B4-BE49-F238E27FC236}">
                  <a16:creationId xmlns:a16="http://schemas.microsoft.com/office/drawing/2014/main" id="{C235621A-422C-5272-615F-D11CE93DE01E}"/>
                </a:ext>
              </a:extLst>
            </p:cNvPr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>
              <a:extLst>
                <a:ext uri="{FF2B5EF4-FFF2-40B4-BE49-F238E27FC236}">
                  <a16:creationId xmlns:a16="http://schemas.microsoft.com/office/drawing/2014/main" id="{46BB789F-F32D-B6FB-249C-C460C647C1ED}"/>
                </a:ext>
              </a:extLst>
            </p:cNvPr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>
              <a:extLst>
                <a:ext uri="{FF2B5EF4-FFF2-40B4-BE49-F238E27FC236}">
                  <a16:creationId xmlns:a16="http://schemas.microsoft.com/office/drawing/2014/main" id="{AC616BDB-A8E4-C296-9763-CD5045CCCBE5}"/>
                </a:ext>
              </a:extLst>
            </p:cNvPr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>
              <a:extLst>
                <a:ext uri="{FF2B5EF4-FFF2-40B4-BE49-F238E27FC236}">
                  <a16:creationId xmlns:a16="http://schemas.microsoft.com/office/drawing/2014/main" id="{12BDA050-363B-FA8F-1496-B4A9590D9229}"/>
                </a:ext>
              </a:extLst>
            </p:cNvPr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>
              <a:extLst>
                <a:ext uri="{FF2B5EF4-FFF2-40B4-BE49-F238E27FC236}">
                  <a16:creationId xmlns:a16="http://schemas.microsoft.com/office/drawing/2014/main" id="{A81F9CFF-BE09-7A63-FF7F-9CE237DEB639}"/>
                </a:ext>
              </a:extLst>
            </p:cNvPr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>
              <a:extLst>
                <a:ext uri="{FF2B5EF4-FFF2-40B4-BE49-F238E27FC236}">
                  <a16:creationId xmlns:a16="http://schemas.microsoft.com/office/drawing/2014/main" id="{7A35025D-A6CA-FB60-ADF2-A55064B4F52B}"/>
                </a:ext>
              </a:extLst>
            </p:cNvPr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>
              <a:extLst>
                <a:ext uri="{FF2B5EF4-FFF2-40B4-BE49-F238E27FC236}">
                  <a16:creationId xmlns:a16="http://schemas.microsoft.com/office/drawing/2014/main" id="{D80AD6C6-55D6-C253-C1B1-0560A354BAC9}"/>
                </a:ext>
              </a:extLst>
            </p:cNvPr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>
              <a:extLst>
                <a:ext uri="{FF2B5EF4-FFF2-40B4-BE49-F238E27FC236}">
                  <a16:creationId xmlns:a16="http://schemas.microsoft.com/office/drawing/2014/main" id="{61B8A03D-3543-B5D3-4444-768B22A82800}"/>
                </a:ext>
              </a:extLst>
            </p:cNvPr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>
              <a:extLst>
                <a:ext uri="{FF2B5EF4-FFF2-40B4-BE49-F238E27FC236}">
                  <a16:creationId xmlns:a16="http://schemas.microsoft.com/office/drawing/2014/main" id="{7904353B-0ABC-DD34-0C96-E1B4E8384AF3}"/>
                </a:ext>
              </a:extLst>
            </p:cNvPr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>
              <a:extLst>
                <a:ext uri="{FF2B5EF4-FFF2-40B4-BE49-F238E27FC236}">
                  <a16:creationId xmlns:a16="http://schemas.microsoft.com/office/drawing/2014/main" id="{35CC907F-C004-A5A7-3995-E859E5AD5637}"/>
                </a:ext>
              </a:extLst>
            </p:cNvPr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>
              <a:extLst>
                <a:ext uri="{FF2B5EF4-FFF2-40B4-BE49-F238E27FC236}">
                  <a16:creationId xmlns:a16="http://schemas.microsoft.com/office/drawing/2014/main" id="{96455C6D-4853-EAF7-E8B6-2BA557A33EC4}"/>
                </a:ext>
              </a:extLst>
            </p:cNvPr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>
              <a:extLst>
                <a:ext uri="{FF2B5EF4-FFF2-40B4-BE49-F238E27FC236}">
                  <a16:creationId xmlns:a16="http://schemas.microsoft.com/office/drawing/2014/main" id="{295F04D7-D988-640D-4CB7-143AE0D58E49}"/>
                </a:ext>
              </a:extLst>
            </p:cNvPr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>
              <a:extLst>
                <a:ext uri="{FF2B5EF4-FFF2-40B4-BE49-F238E27FC236}">
                  <a16:creationId xmlns:a16="http://schemas.microsoft.com/office/drawing/2014/main" id="{5FC29AD7-4A44-5AB1-9C48-9A98313E23EB}"/>
                </a:ext>
              </a:extLst>
            </p:cNvPr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>
              <a:extLst>
                <a:ext uri="{FF2B5EF4-FFF2-40B4-BE49-F238E27FC236}">
                  <a16:creationId xmlns:a16="http://schemas.microsoft.com/office/drawing/2014/main" id="{551D781E-FDA1-8FD3-E9F0-FD627F53FB91}"/>
                </a:ext>
              </a:extLst>
            </p:cNvPr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>
              <a:extLst>
                <a:ext uri="{FF2B5EF4-FFF2-40B4-BE49-F238E27FC236}">
                  <a16:creationId xmlns:a16="http://schemas.microsoft.com/office/drawing/2014/main" id="{3950BF3A-C144-8E98-2109-CB337CADA99C}"/>
                </a:ext>
              </a:extLst>
            </p:cNvPr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>
              <a:extLst>
                <a:ext uri="{FF2B5EF4-FFF2-40B4-BE49-F238E27FC236}">
                  <a16:creationId xmlns:a16="http://schemas.microsoft.com/office/drawing/2014/main" id="{AC884B17-8C33-F4D5-0D9D-7ED49FFC48B7}"/>
                </a:ext>
              </a:extLst>
            </p:cNvPr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>
              <a:extLst>
                <a:ext uri="{FF2B5EF4-FFF2-40B4-BE49-F238E27FC236}">
                  <a16:creationId xmlns:a16="http://schemas.microsoft.com/office/drawing/2014/main" id="{250FF2AD-D945-07D2-3F8F-CA4E6F323CFF}"/>
                </a:ext>
              </a:extLst>
            </p:cNvPr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>
              <a:extLst>
                <a:ext uri="{FF2B5EF4-FFF2-40B4-BE49-F238E27FC236}">
                  <a16:creationId xmlns:a16="http://schemas.microsoft.com/office/drawing/2014/main" id="{79DDD251-A107-6639-DF98-28F29489522F}"/>
                </a:ext>
              </a:extLst>
            </p:cNvPr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>
              <a:extLst>
                <a:ext uri="{FF2B5EF4-FFF2-40B4-BE49-F238E27FC236}">
                  <a16:creationId xmlns:a16="http://schemas.microsoft.com/office/drawing/2014/main" id="{8AA14212-D42E-4AA6-0961-4DD1CD572CA1}"/>
                </a:ext>
              </a:extLst>
            </p:cNvPr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>
              <a:extLst>
                <a:ext uri="{FF2B5EF4-FFF2-40B4-BE49-F238E27FC236}">
                  <a16:creationId xmlns:a16="http://schemas.microsoft.com/office/drawing/2014/main" id="{5A2AC2A6-2848-84B9-8495-9945DAD3A0F0}"/>
                </a:ext>
              </a:extLst>
            </p:cNvPr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>
              <a:extLst>
                <a:ext uri="{FF2B5EF4-FFF2-40B4-BE49-F238E27FC236}">
                  <a16:creationId xmlns:a16="http://schemas.microsoft.com/office/drawing/2014/main" id="{F63CBB26-06B7-84E1-CD15-EBE8DB7FF90E}"/>
                </a:ext>
              </a:extLst>
            </p:cNvPr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>
              <a:extLst>
                <a:ext uri="{FF2B5EF4-FFF2-40B4-BE49-F238E27FC236}">
                  <a16:creationId xmlns:a16="http://schemas.microsoft.com/office/drawing/2014/main" id="{10340156-8C40-6333-CDAB-B88ED99BDCE8}"/>
                </a:ext>
              </a:extLst>
            </p:cNvPr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>
              <a:extLst>
                <a:ext uri="{FF2B5EF4-FFF2-40B4-BE49-F238E27FC236}">
                  <a16:creationId xmlns:a16="http://schemas.microsoft.com/office/drawing/2014/main" id="{CBBFF193-92C4-40FF-0CA8-8D8D1F4E294D}"/>
                </a:ext>
              </a:extLst>
            </p:cNvPr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>
              <a:extLst>
                <a:ext uri="{FF2B5EF4-FFF2-40B4-BE49-F238E27FC236}">
                  <a16:creationId xmlns:a16="http://schemas.microsoft.com/office/drawing/2014/main" id="{6FA18FD4-F2E7-5866-F32C-3E9E297F595C}"/>
                </a:ext>
              </a:extLst>
            </p:cNvPr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>
              <a:extLst>
                <a:ext uri="{FF2B5EF4-FFF2-40B4-BE49-F238E27FC236}">
                  <a16:creationId xmlns:a16="http://schemas.microsoft.com/office/drawing/2014/main" id="{EFF59CEA-4894-D7EA-E900-73904F8F8F19}"/>
                </a:ext>
              </a:extLst>
            </p:cNvPr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>
              <a:extLst>
                <a:ext uri="{FF2B5EF4-FFF2-40B4-BE49-F238E27FC236}">
                  <a16:creationId xmlns:a16="http://schemas.microsoft.com/office/drawing/2014/main" id="{7D796C51-B63D-4BF6-5AE7-3D629081FF17}"/>
                </a:ext>
              </a:extLst>
            </p:cNvPr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>
              <a:extLst>
                <a:ext uri="{FF2B5EF4-FFF2-40B4-BE49-F238E27FC236}">
                  <a16:creationId xmlns:a16="http://schemas.microsoft.com/office/drawing/2014/main" id="{6E6D990C-B808-BFC6-9F71-413758BA03E4}"/>
                </a:ext>
              </a:extLst>
            </p:cNvPr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>
              <a:extLst>
                <a:ext uri="{FF2B5EF4-FFF2-40B4-BE49-F238E27FC236}">
                  <a16:creationId xmlns:a16="http://schemas.microsoft.com/office/drawing/2014/main" id="{2D7DCC4B-FE74-9D3C-0457-36BA81F34061}"/>
                </a:ext>
              </a:extLst>
            </p:cNvPr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>
              <a:extLst>
                <a:ext uri="{FF2B5EF4-FFF2-40B4-BE49-F238E27FC236}">
                  <a16:creationId xmlns:a16="http://schemas.microsoft.com/office/drawing/2014/main" id="{CE19C3D8-D883-ED37-7E44-EA9BCA679C93}"/>
                </a:ext>
              </a:extLst>
            </p:cNvPr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>
              <a:extLst>
                <a:ext uri="{FF2B5EF4-FFF2-40B4-BE49-F238E27FC236}">
                  <a16:creationId xmlns:a16="http://schemas.microsoft.com/office/drawing/2014/main" id="{44B3469D-53AF-F04A-AEFA-87780027EA05}"/>
                </a:ext>
              </a:extLst>
            </p:cNvPr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>
              <a:extLst>
                <a:ext uri="{FF2B5EF4-FFF2-40B4-BE49-F238E27FC236}">
                  <a16:creationId xmlns:a16="http://schemas.microsoft.com/office/drawing/2014/main" id="{089A5CDB-DAFB-5FDB-C1F5-0B4ECD2C7795}"/>
                </a:ext>
              </a:extLst>
            </p:cNvPr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>
              <a:extLst>
                <a:ext uri="{FF2B5EF4-FFF2-40B4-BE49-F238E27FC236}">
                  <a16:creationId xmlns:a16="http://schemas.microsoft.com/office/drawing/2014/main" id="{7DAB99E0-061B-EC60-C442-E2F9997CE82C}"/>
                </a:ext>
              </a:extLst>
            </p:cNvPr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>
              <a:extLst>
                <a:ext uri="{FF2B5EF4-FFF2-40B4-BE49-F238E27FC236}">
                  <a16:creationId xmlns:a16="http://schemas.microsoft.com/office/drawing/2014/main" id="{9F6B2495-2983-9793-CA81-CE7BCC70769B}"/>
                </a:ext>
              </a:extLst>
            </p:cNvPr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>
              <a:extLst>
                <a:ext uri="{FF2B5EF4-FFF2-40B4-BE49-F238E27FC236}">
                  <a16:creationId xmlns:a16="http://schemas.microsoft.com/office/drawing/2014/main" id="{65D61B84-D70B-4BAC-E11E-7C7168CB4E12}"/>
                </a:ext>
              </a:extLst>
            </p:cNvPr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>
              <a:extLst>
                <a:ext uri="{FF2B5EF4-FFF2-40B4-BE49-F238E27FC236}">
                  <a16:creationId xmlns:a16="http://schemas.microsoft.com/office/drawing/2014/main" id="{87F49599-B196-AA23-4D2B-ACC9DA3F0A82}"/>
                </a:ext>
              </a:extLst>
            </p:cNvPr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>
              <a:extLst>
                <a:ext uri="{FF2B5EF4-FFF2-40B4-BE49-F238E27FC236}">
                  <a16:creationId xmlns:a16="http://schemas.microsoft.com/office/drawing/2014/main" id="{8483DFAE-1AF7-AEC7-4611-B9178116C341}"/>
                </a:ext>
              </a:extLst>
            </p:cNvPr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>
              <a:extLst>
                <a:ext uri="{FF2B5EF4-FFF2-40B4-BE49-F238E27FC236}">
                  <a16:creationId xmlns:a16="http://schemas.microsoft.com/office/drawing/2014/main" id="{43ADC94E-0E59-431C-5873-5F6FED155EC5}"/>
                </a:ext>
              </a:extLst>
            </p:cNvPr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>
              <a:extLst>
                <a:ext uri="{FF2B5EF4-FFF2-40B4-BE49-F238E27FC236}">
                  <a16:creationId xmlns:a16="http://schemas.microsoft.com/office/drawing/2014/main" id="{E86DF4C7-A53F-6B0F-688C-B93835CFE66D}"/>
                </a:ext>
              </a:extLst>
            </p:cNvPr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>
              <a:extLst>
                <a:ext uri="{FF2B5EF4-FFF2-40B4-BE49-F238E27FC236}">
                  <a16:creationId xmlns:a16="http://schemas.microsoft.com/office/drawing/2014/main" id="{308C3B59-A8E6-290F-7B42-7BDB2545E141}"/>
                </a:ext>
              </a:extLst>
            </p:cNvPr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>
              <a:extLst>
                <a:ext uri="{FF2B5EF4-FFF2-40B4-BE49-F238E27FC236}">
                  <a16:creationId xmlns:a16="http://schemas.microsoft.com/office/drawing/2014/main" id="{63B5659F-C612-CE88-EFF4-42B6B19BA018}"/>
                </a:ext>
              </a:extLst>
            </p:cNvPr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>
              <a:extLst>
                <a:ext uri="{FF2B5EF4-FFF2-40B4-BE49-F238E27FC236}">
                  <a16:creationId xmlns:a16="http://schemas.microsoft.com/office/drawing/2014/main" id="{F216026C-D5AB-D05C-3C2A-31EF8CC9A6D1}"/>
                </a:ext>
              </a:extLst>
            </p:cNvPr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>
              <a:extLst>
                <a:ext uri="{FF2B5EF4-FFF2-40B4-BE49-F238E27FC236}">
                  <a16:creationId xmlns:a16="http://schemas.microsoft.com/office/drawing/2014/main" id="{5C2827DD-0B57-4FC6-FA66-571F397B2DF8}"/>
                </a:ext>
              </a:extLst>
            </p:cNvPr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>
              <a:extLst>
                <a:ext uri="{FF2B5EF4-FFF2-40B4-BE49-F238E27FC236}">
                  <a16:creationId xmlns:a16="http://schemas.microsoft.com/office/drawing/2014/main" id="{455F0E3F-FDCD-8490-6374-71F3F3541346}"/>
                </a:ext>
              </a:extLst>
            </p:cNvPr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>
              <a:extLst>
                <a:ext uri="{FF2B5EF4-FFF2-40B4-BE49-F238E27FC236}">
                  <a16:creationId xmlns:a16="http://schemas.microsoft.com/office/drawing/2014/main" id="{55EE0D4D-88C2-95A2-A75E-C0D050EA7E73}"/>
                </a:ext>
              </a:extLst>
            </p:cNvPr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>
              <a:extLst>
                <a:ext uri="{FF2B5EF4-FFF2-40B4-BE49-F238E27FC236}">
                  <a16:creationId xmlns:a16="http://schemas.microsoft.com/office/drawing/2014/main" id="{6E25572F-C8D7-DA30-19AA-467D905890FC}"/>
                </a:ext>
              </a:extLst>
            </p:cNvPr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>
              <a:extLst>
                <a:ext uri="{FF2B5EF4-FFF2-40B4-BE49-F238E27FC236}">
                  <a16:creationId xmlns:a16="http://schemas.microsoft.com/office/drawing/2014/main" id="{CAE7E212-924B-419E-D38A-EF4E21D9C80B}"/>
                </a:ext>
              </a:extLst>
            </p:cNvPr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>
              <a:extLst>
                <a:ext uri="{FF2B5EF4-FFF2-40B4-BE49-F238E27FC236}">
                  <a16:creationId xmlns:a16="http://schemas.microsoft.com/office/drawing/2014/main" id="{C6F3C49C-5584-0606-1CDF-D3289A31BD75}"/>
                </a:ext>
              </a:extLst>
            </p:cNvPr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>
              <a:extLst>
                <a:ext uri="{FF2B5EF4-FFF2-40B4-BE49-F238E27FC236}">
                  <a16:creationId xmlns:a16="http://schemas.microsoft.com/office/drawing/2014/main" id="{AC22CEC5-5CDD-CEAE-B7CA-055616786C59}"/>
                </a:ext>
              </a:extLst>
            </p:cNvPr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>
              <a:extLst>
                <a:ext uri="{FF2B5EF4-FFF2-40B4-BE49-F238E27FC236}">
                  <a16:creationId xmlns:a16="http://schemas.microsoft.com/office/drawing/2014/main" id="{B56CDB9B-D67A-6D2C-D170-FE04B9B64AD0}"/>
                </a:ext>
              </a:extLst>
            </p:cNvPr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>
              <a:extLst>
                <a:ext uri="{FF2B5EF4-FFF2-40B4-BE49-F238E27FC236}">
                  <a16:creationId xmlns:a16="http://schemas.microsoft.com/office/drawing/2014/main" id="{843CAC38-B5FC-E8B4-84B6-622D82C67FF8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>
              <a:extLst>
                <a:ext uri="{FF2B5EF4-FFF2-40B4-BE49-F238E27FC236}">
                  <a16:creationId xmlns:a16="http://schemas.microsoft.com/office/drawing/2014/main" id="{4C6A7F5A-BD96-9F06-866B-41799CB1268B}"/>
                </a:ext>
              </a:extLst>
            </p:cNvPr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>
              <a:extLst>
                <a:ext uri="{FF2B5EF4-FFF2-40B4-BE49-F238E27FC236}">
                  <a16:creationId xmlns:a16="http://schemas.microsoft.com/office/drawing/2014/main" id="{BFBDE4D3-6E08-8C53-AC3D-56ED97360431}"/>
                </a:ext>
              </a:extLst>
            </p:cNvPr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>
              <a:extLst>
                <a:ext uri="{FF2B5EF4-FFF2-40B4-BE49-F238E27FC236}">
                  <a16:creationId xmlns:a16="http://schemas.microsoft.com/office/drawing/2014/main" id="{5F784219-56AD-62BF-F4EE-4EB3F4DECC81}"/>
                </a:ext>
              </a:extLst>
            </p:cNvPr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>
              <a:extLst>
                <a:ext uri="{FF2B5EF4-FFF2-40B4-BE49-F238E27FC236}">
                  <a16:creationId xmlns:a16="http://schemas.microsoft.com/office/drawing/2014/main" id="{30F7C15A-4149-8C57-C92F-9062E9DFF779}"/>
                </a:ext>
              </a:extLst>
            </p:cNvPr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>
              <a:extLst>
                <a:ext uri="{FF2B5EF4-FFF2-40B4-BE49-F238E27FC236}">
                  <a16:creationId xmlns:a16="http://schemas.microsoft.com/office/drawing/2014/main" id="{F3D9CEA4-A142-D208-3F35-56A36457C4D4}"/>
                </a:ext>
              </a:extLst>
            </p:cNvPr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>
              <a:extLst>
                <a:ext uri="{FF2B5EF4-FFF2-40B4-BE49-F238E27FC236}">
                  <a16:creationId xmlns:a16="http://schemas.microsoft.com/office/drawing/2014/main" id="{07A641F5-EA9A-B060-767D-E2BE35130F0A}"/>
                </a:ext>
              </a:extLst>
            </p:cNvPr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>
              <a:extLst>
                <a:ext uri="{FF2B5EF4-FFF2-40B4-BE49-F238E27FC236}">
                  <a16:creationId xmlns:a16="http://schemas.microsoft.com/office/drawing/2014/main" id="{BA62E1ED-DA87-50C1-FD56-95FF62C3C3BE}"/>
                </a:ext>
              </a:extLst>
            </p:cNvPr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>
              <a:extLst>
                <a:ext uri="{FF2B5EF4-FFF2-40B4-BE49-F238E27FC236}">
                  <a16:creationId xmlns:a16="http://schemas.microsoft.com/office/drawing/2014/main" id="{47F2638D-1654-C535-D171-5AA37BF4FBFB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>
              <a:extLst>
                <a:ext uri="{FF2B5EF4-FFF2-40B4-BE49-F238E27FC236}">
                  <a16:creationId xmlns:a16="http://schemas.microsoft.com/office/drawing/2014/main" id="{76670974-259D-D316-C1F4-D33EAE6E4327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>
              <a:extLst>
                <a:ext uri="{FF2B5EF4-FFF2-40B4-BE49-F238E27FC236}">
                  <a16:creationId xmlns:a16="http://schemas.microsoft.com/office/drawing/2014/main" id="{CBAC5C50-4EA1-66ED-11D0-0E0E1FEB1D24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>
              <a:extLst>
                <a:ext uri="{FF2B5EF4-FFF2-40B4-BE49-F238E27FC236}">
                  <a16:creationId xmlns:a16="http://schemas.microsoft.com/office/drawing/2014/main" id="{6A368439-3B11-98BC-2036-B757A0D03875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>
              <a:extLst>
                <a:ext uri="{FF2B5EF4-FFF2-40B4-BE49-F238E27FC236}">
                  <a16:creationId xmlns:a16="http://schemas.microsoft.com/office/drawing/2014/main" id="{B96F8800-921A-AC63-0476-A6493B97674C}"/>
                </a:ext>
              </a:extLst>
            </p:cNvPr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>
              <a:extLst>
                <a:ext uri="{FF2B5EF4-FFF2-40B4-BE49-F238E27FC236}">
                  <a16:creationId xmlns:a16="http://schemas.microsoft.com/office/drawing/2014/main" id="{F007A49D-46C0-D51C-5101-FC04BD60CC1F}"/>
                </a:ext>
              </a:extLst>
            </p:cNvPr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>
              <a:extLst>
                <a:ext uri="{FF2B5EF4-FFF2-40B4-BE49-F238E27FC236}">
                  <a16:creationId xmlns:a16="http://schemas.microsoft.com/office/drawing/2014/main" id="{0514392B-2D10-230A-6E9A-859673318CD6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>
              <a:extLst>
                <a:ext uri="{FF2B5EF4-FFF2-40B4-BE49-F238E27FC236}">
                  <a16:creationId xmlns:a16="http://schemas.microsoft.com/office/drawing/2014/main" id="{FC162214-4ED8-397D-0748-F0ABC3B79916}"/>
                </a:ext>
              </a:extLst>
            </p:cNvPr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>
              <a:extLst>
                <a:ext uri="{FF2B5EF4-FFF2-40B4-BE49-F238E27FC236}">
                  <a16:creationId xmlns:a16="http://schemas.microsoft.com/office/drawing/2014/main" id="{0557BA77-5E18-F2C3-95D1-F4085782D9D2}"/>
                </a:ext>
              </a:extLst>
            </p:cNvPr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>
              <a:extLst>
                <a:ext uri="{FF2B5EF4-FFF2-40B4-BE49-F238E27FC236}">
                  <a16:creationId xmlns:a16="http://schemas.microsoft.com/office/drawing/2014/main" id="{42B82077-4E41-E70D-D4C8-94A406BC6840}"/>
                </a:ext>
              </a:extLst>
            </p:cNvPr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>
              <a:extLst>
                <a:ext uri="{FF2B5EF4-FFF2-40B4-BE49-F238E27FC236}">
                  <a16:creationId xmlns:a16="http://schemas.microsoft.com/office/drawing/2014/main" id="{3949D457-032B-417C-00D0-6A9EA9D50BA1}"/>
                </a:ext>
              </a:extLst>
            </p:cNvPr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>
              <a:extLst>
                <a:ext uri="{FF2B5EF4-FFF2-40B4-BE49-F238E27FC236}">
                  <a16:creationId xmlns:a16="http://schemas.microsoft.com/office/drawing/2014/main" id="{7FA1BC59-4A00-D01F-31EC-7A685D5684FE}"/>
                </a:ext>
              </a:extLst>
            </p:cNvPr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>
              <a:extLst>
                <a:ext uri="{FF2B5EF4-FFF2-40B4-BE49-F238E27FC236}">
                  <a16:creationId xmlns:a16="http://schemas.microsoft.com/office/drawing/2014/main" id="{854DE888-1161-59C3-5359-F856DB1E9333}"/>
                </a:ext>
              </a:extLst>
            </p:cNvPr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>
              <a:extLst>
                <a:ext uri="{FF2B5EF4-FFF2-40B4-BE49-F238E27FC236}">
                  <a16:creationId xmlns:a16="http://schemas.microsoft.com/office/drawing/2014/main" id="{C5663C73-A0E3-29A9-2933-E2BA5BC86F81}"/>
                </a:ext>
              </a:extLst>
            </p:cNvPr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>
              <a:extLst>
                <a:ext uri="{FF2B5EF4-FFF2-40B4-BE49-F238E27FC236}">
                  <a16:creationId xmlns:a16="http://schemas.microsoft.com/office/drawing/2014/main" id="{75A6FC5B-B5CD-1A59-08D6-C8629E6CA54D}"/>
                </a:ext>
              </a:extLst>
            </p:cNvPr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>
              <a:extLst>
                <a:ext uri="{FF2B5EF4-FFF2-40B4-BE49-F238E27FC236}">
                  <a16:creationId xmlns:a16="http://schemas.microsoft.com/office/drawing/2014/main" id="{629596D4-A1D4-0E12-732D-1589FBD1CA8A}"/>
                </a:ext>
              </a:extLst>
            </p:cNvPr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>
              <a:extLst>
                <a:ext uri="{FF2B5EF4-FFF2-40B4-BE49-F238E27FC236}">
                  <a16:creationId xmlns:a16="http://schemas.microsoft.com/office/drawing/2014/main" id="{BCBD6509-DF49-27CB-1F70-A351BE558853}"/>
                </a:ext>
              </a:extLst>
            </p:cNvPr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>
              <a:extLst>
                <a:ext uri="{FF2B5EF4-FFF2-40B4-BE49-F238E27FC236}">
                  <a16:creationId xmlns:a16="http://schemas.microsoft.com/office/drawing/2014/main" id="{5F6053A7-1BFA-DAE3-8C55-A7997C25084E}"/>
                </a:ext>
              </a:extLst>
            </p:cNvPr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>
              <a:extLst>
                <a:ext uri="{FF2B5EF4-FFF2-40B4-BE49-F238E27FC236}">
                  <a16:creationId xmlns:a16="http://schemas.microsoft.com/office/drawing/2014/main" id="{CC628E02-3F26-7264-00F8-B04A6A20CC7A}"/>
                </a:ext>
              </a:extLst>
            </p:cNvPr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>
              <a:extLst>
                <a:ext uri="{FF2B5EF4-FFF2-40B4-BE49-F238E27FC236}">
                  <a16:creationId xmlns:a16="http://schemas.microsoft.com/office/drawing/2014/main" id="{511768E8-FA1D-0B30-387B-5E5A93E53975}"/>
                </a:ext>
              </a:extLst>
            </p:cNvPr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>
              <a:extLst>
                <a:ext uri="{FF2B5EF4-FFF2-40B4-BE49-F238E27FC236}">
                  <a16:creationId xmlns:a16="http://schemas.microsoft.com/office/drawing/2014/main" id="{FD163AB9-CC07-48BA-9F8A-ABB48D73BE31}"/>
                </a:ext>
              </a:extLst>
            </p:cNvPr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>
              <a:extLst>
                <a:ext uri="{FF2B5EF4-FFF2-40B4-BE49-F238E27FC236}">
                  <a16:creationId xmlns:a16="http://schemas.microsoft.com/office/drawing/2014/main" id="{E474C01F-6106-AD4D-54BE-304F7CAFA5A6}"/>
                </a:ext>
              </a:extLst>
            </p:cNvPr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>
              <a:extLst>
                <a:ext uri="{FF2B5EF4-FFF2-40B4-BE49-F238E27FC236}">
                  <a16:creationId xmlns:a16="http://schemas.microsoft.com/office/drawing/2014/main" id="{4ABDBD57-77B3-2724-CE0E-82BF06283E08}"/>
                </a:ext>
              </a:extLst>
            </p:cNvPr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>
              <a:extLst>
                <a:ext uri="{FF2B5EF4-FFF2-40B4-BE49-F238E27FC236}">
                  <a16:creationId xmlns:a16="http://schemas.microsoft.com/office/drawing/2014/main" id="{97A98CAB-6104-7EE0-4F7A-9BAB206E0F31}"/>
                </a:ext>
              </a:extLst>
            </p:cNvPr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>
              <a:extLst>
                <a:ext uri="{FF2B5EF4-FFF2-40B4-BE49-F238E27FC236}">
                  <a16:creationId xmlns:a16="http://schemas.microsoft.com/office/drawing/2014/main" id="{91481BF6-FB54-3E94-944F-BB84C80677BA}"/>
                </a:ext>
              </a:extLst>
            </p:cNvPr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>
              <a:extLst>
                <a:ext uri="{FF2B5EF4-FFF2-40B4-BE49-F238E27FC236}">
                  <a16:creationId xmlns:a16="http://schemas.microsoft.com/office/drawing/2014/main" id="{13DCC8FC-E3DA-77CF-3415-00559CF74DB0}"/>
                </a:ext>
              </a:extLst>
            </p:cNvPr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>
              <a:extLst>
                <a:ext uri="{FF2B5EF4-FFF2-40B4-BE49-F238E27FC236}">
                  <a16:creationId xmlns:a16="http://schemas.microsoft.com/office/drawing/2014/main" id="{D3C3A59A-B48E-49D0-EF5D-02D88546D2CD}"/>
                </a:ext>
              </a:extLst>
            </p:cNvPr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>
              <a:extLst>
                <a:ext uri="{FF2B5EF4-FFF2-40B4-BE49-F238E27FC236}">
                  <a16:creationId xmlns:a16="http://schemas.microsoft.com/office/drawing/2014/main" id="{94AB0462-5AB1-8F7D-5804-93EFB8C61228}"/>
                </a:ext>
              </a:extLst>
            </p:cNvPr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>
              <a:extLst>
                <a:ext uri="{FF2B5EF4-FFF2-40B4-BE49-F238E27FC236}">
                  <a16:creationId xmlns:a16="http://schemas.microsoft.com/office/drawing/2014/main" id="{93AC30BF-7790-BFED-5AB1-DDBB5E51B7D5}"/>
                </a:ext>
              </a:extLst>
            </p:cNvPr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>
              <a:extLst>
                <a:ext uri="{FF2B5EF4-FFF2-40B4-BE49-F238E27FC236}">
                  <a16:creationId xmlns:a16="http://schemas.microsoft.com/office/drawing/2014/main" id="{EB216AD9-021D-1FB2-FA2C-5F2456603B87}"/>
                </a:ext>
              </a:extLst>
            </p:cNvPr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>
              <a:extLst>
                <a:ext uri="{FF2B5EF4-FFF2-40B4-BE49-F238E27FC236}">
                  <a16:creationId xmlns:a16="http://schemas.microsoft.com/office/drawing/2014/main" id="{F9625E46-3565-40EC-541A-410525B06ED5}"/>
                </a:ext>
              </a:extLst>
            </p:cNvPr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>
              <a:extLst>
                <a:ext uri="{FF2B5EF4-FFF2-40B4-BE49-F238E27FC236}">
                  <a16:creationId xmlns:a16="http://schemas.microsoft.com/office/drawing/2014/main" id="{E734D3F7-ED96-A049-AE71-E1FEB73AF7FE}"/>
                </a:ext>
              </a:extLst>
            </p:cNvPr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>
              <a:extLst>
                <a:ext uri="{FF2B5EF4-FFF2-40B4-BE49-F238E27FC236}">
                  <a16:creationId xmlns:a16="http://schemas.microsoft.com/office/drawing/2014/main" id="{32ED7E6E-3F24-22AE-EA52-A55459ED04EE}"/>
                </a:ext>
              </a:extLst>
            </p:cNvPr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>
              <a:extLst>
                <a:ext uri="{FF2B5EF4-FFF2-40B4-BE49-F238E27FC236}">
                  <a16:creationId xmlns:a16="http://schemas.microsoft.com/office/drawing/2014/main" id="{77FBB699-9FC7-70B7-C9C9-3BDAD815EE8A}"/>
                </a:ext>
              </a:extLst>
            </p:cNvPr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>
              <a:extLst>
                <a:ext uri="{FF2B5EF4-FFF2-40B4-BE49-F238E27FC236}">
                  <a16:creationId xmlns:a16="http://schemas.microsoft.com/office/drawing/2014/main" id="{EEF90477-401B-D17D-BFB8-F916904100DC}"/>
                </a:ext>
              </a:extLst>
            </p:cNvPr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>
              <a:extLst>
                <a:ext uri="{FF2B5EF4-FFF2-40B4-BE49-F238E27FC236}">
                  <a16:creationId xmlns:a16="http://schemas.microsoft.com/office/drawing/2014/main" id="{4BCC1594-8AC6-EA51-DDED-27ADE9919915}"/>
                </a:ext>
              </a:extLst>
            </p:cNvPr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>
              <a:extLst>
                <a:ext uri="{FF2B5EF4-FFF2-40B4-BE49-F238E27FC236}">
                  <a16:creationId xmlns:a16="http://schemas.microsoft.com/office/drawing/2014/main" id="{6BDCC4F1-7705-6B49-4907-9CA9FDD5A4CA}"/>
                </a:ext>
              </a:extLst>
            </p:cNvPr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>
              <a:extLst>
                <a:ext uri="{FF2B5EF4-FFF2-40B4-BE49-F238E27FC236}">
                  <a16:creationId xmlns:a16="http://schemas.microsoft.com/office/drawing/2014/main" id="{D45F3DBF-97F3-6057-03F3-76A5CE772060}"/>
                </a:ext>
              </a:extLst>
            </p:cNvPr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>
              <a:extLst>
                <a:ext uri="{FF2B5EF4-FFF2-40B4-BE49-F238E27FC236}">
                  <a16:creationId xmlns:a16="http://schemas.microsoft.com/office/drawing/2014/main" id="{BACBF152-F7EB-7645-9E56-F6B4D2AE2AFB}"/>
                </a:ext>
              </a:extLst>
            </p:cNvPr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>
              <a:extLst>
                <a:ext uri="{FF2B5EF4-FFF2-40B4-BE49-F238E27FC236}">
                  <a16:creationId xmlns:a16="http://schemas.microsoft.com/office/drawing/2014/main" id="{9FB0786D-9910-0F23-AA5D-449C1DA38729}"/>
                </a:ext>
              </a:extLst>
            </p:cNvPr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>
              <a:extLst>
                <a:ext uri="{FF2B5EF4-FFF2-40B4-BE49-F238E27FC236}">
                  <a16:creationId xmlns:a16="http://schemas.microsoft.com/office/drawing/2014/main" id="{C3D07C80-0399-547D-E5AE-D1DCBBE60BEA}"/>
                </a:ext>
              </a:extLst>
            </p:cNvPr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>
              <a:extLst>
                <a:ext uri="{FF2B5EF4-FFF2-40B4-BE49-F238E27FC236}">
                  <a16:creationId xmlns:a16="http://schemas.microsoft.com/office/drawing/2014/main" id="{2B740C5B-EE3E-9298-4E14-087B93E8B1EE}"/>
                </a:ext>
              </a:extLst>
            </p:cNvPr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>
              <a:extLst>
                <a:ext uri="{FF2B5EF4-FFF2-40B4-BE49-F238E27FC236}">
                  <a16:creationId xmlns:a16="http://schemas.microsoft.com/office/drawing/2014/main" id="{B309FE2B-D02C-1E97-C2C5-2D45A9F08092}"/>
                </a:ext>
              </a:extLst>
            </p:cNvPr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>
              <a:extLst>
                <a:ext uri="{FF2B5EF4-FFF2-40B4-BE49-F238E27FC236}">
                  <a16:creationId xmlns:a16="http://schemas.microsoft.com/office/drawing/2014/main" id="{275F6271-AEBC-01C7-364A-7BEB3B26BE23}"/>
                </a:ext>
              </a:extLst>
            </p:cNvPr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>
              <a:extLst>
                <a:ext uri="{FF2B5EF4-FFF2-40B4-BE49-F238E27FC236}">
                  <a16:creationId xmlns:a16="http://schemas.microsoft.com/office/drawing/2014/main" id="{B54F2C6B-CBBE-52C0-A059-11B9CBBBD832}"/>
                </a:ext>
              </a:extLst>
            </p:cNvPr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>
              <a:extLst>
                <a:ext uri="{FF2B5EF4-FFF2-40B4-BE49-F238E27FC236}">
                  <a16:creationId xmlns:a16="http://schemas.microsoft.com/office/drawing/2014/main" id="{95D9B7A2-3325-1C79-BEC6-9F561DB901FD}"/>
                </a:ext>
              </a:extLst>
            </p:cNvPr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>
              <a:extLst>
                <a:ext uri="{FF2B5EF4-FFF2-40B4-BE49-F238E27FC236}">
                  <a16:creationId xmlns:a16="http://schemas.microsoft.com/office/drawing/2014/main" id="{D31E86C8-CE88-B7DA-BCFB-56BD5D7BD8DA}"/>
                </a:ext>
              </a:extLst>
            </p:cNvPr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>
              <a:extLst>
                <a:ext uri="{FF2B5EF4-FFF2-40B4-BE49-F238E27FC236}">
                  <a16:creationId xmlns:a16="http://schemas.microsoft.com/office/drawing/2014/main" id="{F50BF382-4D28-93B4-1B50-23B77776678A}"/>
                </a:ext>
              </a:extLst>
            </p:cNvPr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>
              <a:extLst>
                <a:ext uri="{FF2B5EF4-FFF2-40B4-BE49-F238E27FC236}">
                  <a16:creationId xmlns:a16="http://schemas.microsoft.com/office/drawing/2014/main" id="{1B374A18-5687-B9DF-2574-7B5DDE1FA79F}"/>
                </a:ext>
              </a:extLst>
            </p:cNvPr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>
              <a:extLst>
                <a:ext uri="{FF2B5EF4-FFF2-40B4-BE49-F238E27FC236}">
                  <a16:creationId xmlns:a16="http://schemas.microsoft.com/office/drawing/2014/main" id="{5A4FF4D9-FFEA-5C25-CE93-02564DBA4265}"/>
                </a:ext>
              </a:extLst>
            </p:cNvPr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>
              <a:extLst>
                <a:ext uri="{FF2B5EF4-FFF2-40B4-BE49-F238E27FC236}">
                  <a16:creationId xmlns:a16="http://schemas.microsoft.com/office/drawing/2014/main" id="{B4BCD7FD-3FCB-96C0-E90F-7A1488FC94E5}"/>
                </a:ext>
              </a:extLst>
            </p:cNvPr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>
              <a:extLst>
                <a:ext uri="{FF2B5EF4-FFF2-40B4-BE49-F238E27FC236}">
                  <a16:creationId xmlns:a16="http://schemas.microsoft.com/office/drawing/2014/main" id="{E9C18EFD-E2BF-F1E8-3413-DC5F88B6AA15}"/>
                </a:ext>
              </a:extLst>
            </p:cNvPr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>
              <a:extLst>
                <a:ext uri="{FF2B5EF4-FFF2-40B4-BE49-F238E27FC236}">
                  <a16:creationId xmlns:a16="http://schemas.microsoft.com/office/drawing/2014/main" id="{034E2BC5-328F-3899-6723-86E47EC91CAB}"/>
                </a:ext>
              </a:extLst>
            </p:cNvPr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>
              <a:extLst>
                <a:ext uri="{FF2B5EF4-FFF2-40B4-BE49-F238E27FC236}">
                  <a16:creationId xmlns:a16="http://schemas.microsoft.com/office/drawing/2014/main" id="{9DB520EB-AB0B-20F3-86A2-BDF676F06389}"/>
                </a:ext>
              </a:extLst>
            </p:cNvPr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>
              <a:extLst>
                <a:ext uri="{FF2B5EF4-FFF2-40B4-BE49-F238E27FC236}">
                  <a16:creationId xmlns:a16="http://schemas.microsoft.com/office/drawing/2014/main" id="{6C824672-C078-36D6-E055-0E5EBE6C96AA}"/>
                </a:ext>
              </a:extLst>
            </p:cNvPr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>
              <a:extLst>
                <a:ext uri="{FF2B5EF4-FFF2-40B4-BE49-F238E27FC236}">
                  <a16:creationId xmlns:a16="http://schemas.microsoft.com/office/drawing/2014/main" id="{19A6365F-9D8A-3585-F204-B7710A584EFC}"/>
                </a:ext>
              </a:extLst>
            </p:cNvPr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>
              <a:extLst>
                <a:ext uri="{FF2B5EF4-FFF2-40B4-BE49-F238E27FC236}">
                  <a16:creationId xmlns:a16="http://schemas.microsoft.com/office/drawing/2014/main" id="{C5D7EB8C-5037-1195-BF98-B7758EAD1608}"/>
                </a:ext>
              </a:extLst>
            </p:cNvPr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>
              <a:extLst>
                <a:ext uri="{FF2B5EF4-FFF2-40B4-BE49-F238E27FC236}">
                  <a16:creationId xmlns:a16="http://schemas.microsoft.com/office/drawing/2014/main" id="{16B896A6-BDD0-EB17-6320-D4906573919D}"/>
                </a:ext>
              </a:extLst>
            </p:cNvPr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>
              <a:extLst>
                <a:ext uri="{FF2B5EF4-FFF2-40B4-BE49-F238E27FC236}">
                  <a16:creationId xmlns:a16="http://schemas.microsoft.com/office/drawing/2014/main" id="{9C648C52-F880-AC80-D4F1-F30294FFBAC2}"/>
                </a:ext>
              </a:extLst>
            </p:cNvPr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>
              <a:extLst>
                <a:ext uri="{FF2B5EF4-FFF2-40B4-BE49-F238E27FC236}">
                  <a16:creationId xmlns:a16="http://schemas.microsoft.com/office/drawing/2014/main" id="{B5386272-18FD-B6F4-E13E-EDD1773A71DC}"/>
                </a:ext>
              </a:extLst>
            </p:cNvPr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>
              <a:extLst>
                <a:ext uri="{FF2B5EF4-FFF2-40B4-BE49-F238E27FC236}">
                  <a16:creationId xmlns:a16="http://schemas.microsoft.com/office/drawing/2014/main" id="{7DB557FA-62ED-2731-D170-88009E9F2C6A}"/>
                </a:ext>
              </a:extLst>
            </p:cNvPr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>
              <a:extLst>
                <a:ext uri="{FF2B5EF4-FFF2-40B4-BE49-F238E27FC236}">
                  <a16:creationId xmlns:a16="http://schemas.microsoft.com/office/drawing/2014/main" id="{9C6C22A7-050A-A663-786A-7F4109CC99D2}"/>
                </a:ext>
              </a:extLst>
            </p:cNvPr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>
              <a:extLst>
                <a:ext uri="{FF2B5EF4-FFF2-40B4-BE49-F238E27FC236}">
                  <a16:creationId xmlns:a16="http://schemas.microsoft.com/office/drawing/2014/main" id="{2CDF31A4-001F-BF4D-21EA-55DE075ACA7D}"/>
                </a:ext>
              </a:extLst>
            </p:cNvPr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>
              <a:extLst>
                <a:ext uri="{FF2B5EF4-FFF2-40B4-BE49-F238E27FC236}">
                  <a16:creationId xmlns:a16="http://schemas.microsoft.com/office/drawing/2014/main" id="{D1EACEE2-04F7-E645-3516-F61AB8D252BE}"/>
                </a:ext>
              </a:extLst>
            </p:cNvPr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>
              <a:extLst>
                <a:ext uri="{FF2B5EF4-FFF2-40B4-BE49-F238E27FC236}">
                  <a16:creationId xmlns:a16="http://schemas.microsoft.com/office/drawing/2014/main" id="{5022B7D6-240F-D3FA-E6D0-07E2BB42A549}"/>
                </a:ext>
              </a:extLst>
            </p:cNvPr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>
              <a:extLst>
                <a:ext uri="{FF2B5EF4-FFF2-40B4-BE49-F238E27FC236}">
                  <a16:creationId xmlns:a16="http://schemas.microsoft.com/office/drawing/2014/main" id="{B2CBDB9F-3BB5-234D-CB12-6887405D4DC5}"/>
                </a:ext>
              </a:extLst>
            </p:cNvPr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>
              <a:extLst>
                <a:ext uri="{FF2B5EF4-FFF2-40B4-BE49-F238E27FC236}">
                  <a16:creationId xmlns:a16="http://schemas.microsoft.com/office/drawing/2014/main" id="{ABA585E2-63C0-9544-383B-06828493E227}"/>
                </a:ext>
              </a:extLst>
            </p:cNvPr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>
              <a:extLst>
                <a:ext uri="{FF2B5EF4-FFF2-40B4-BE49-F238E27FC236}">
                  <a16:creationId xmlns:a16="http://schemas.microsoft.com/office/drawing/2014/main" id="{39749B21-2998-6909-0018-811275842011}"/>
                </a:ext>
              </a:extLst>
            </p:cNvPr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>
              <a:extLst>
                <a:ext uri="{FF2B5EF4-FFF2-40B4-BE49-F238E27FC236}">
                  <a16:creationId xmlns:a16="http://schemas.microsoft.com/office/drawing/2014/main" id="{022BBC13-7812-CD23-5179-7681D2C761C6}"/>
                </a:ext>
              </a:extLst>
            </p:cNvPr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>
              <a:extLst>
                <a:ext uri="{FF2B5EF4-FFF2-40B4-BE49-F238E27FC236}">
                  <a16:creationId xmlns:a16="http://schemas.microsoft.com/office/drawing/2014/main" id="{E9DE317A-CAFB-86DF-8257-C9E1198E71DE}"/>
                </a:ext>
              </a:extLst>
            </p:cNvPr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>
              <a:extLst>
                <a:ext uri="{FF2B5EF4-FFF2-40B4-BE49-F238E27FC236}">
                  <a16:creationId xmlns:a16="http://schemas.microsoft.com/office/drawing/2014/main" id="{D0B18993-B2A4-0A4D-E9E2-B5D4903669FB}"/>
                </a:ext>
              </a:extLst>
            </p:cNvPr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>
              <a:extLst>
                <a:ext uri="{FF2B5EF4-FFF2-40B4-BE49-F238E27FC236}">
                  <a16:creationId xmlns:a16="http://schemas.microsoft.com/office/drawing/2014/main" id="{D44C6C47-86F1-1955-290F-B856E6F33F08}"/>
                </a:ext>
              </a:extLst>
            </p:cNvPr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>
              <a:extLst>
                <a:ext uri="{FF2B5EF4-FFF2-40B4-BE49-F238E27FC236}">
                  <a16:creationId xmlns:a16="http://schemas.microsoft.com/office/drawing/2014/main" id="{B7F38BB5-A53D-A323-BE6C-EA210680B920}"/>
                </a:ext>
              </a:extLst>
            </p:cNvPr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>
              <a:extLst>
                <a:ext uri="{FF2B5EF4-FFF2-40B4-BE49-F238E27FC236}">
                  <a16:creationId xmlns:a16="http://schemas.microsoft.com/office/drawing/2014/main" id="{5BBEC38D-E78E-A212-CE26-8E91D80DAAEA}"/>
                </a:ext>
              </a:extLst>
            </p:cNvPr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>
              <a:extLst>
                <a:ext uri="{FF2B5EF4-FFF2-40B4-BE49-F238E27FC236}">
                  <a16:creationId xmlns:a16="http://schemas.microsoft.com/office/drawing/2014/main" id="{9FAEE3EE-049E-03C6-DC7A-5103C287E398}"/>
                </a:ext>
              </a:extLst>
            </p:cNvPr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>
              <a:extLst>
                <a:ext uri="{FF2B5EF4-FFF2-40B4-BE49-F238E27FC236}">
                  <a16:creationId xmlns:a16="http://schemas.microsoft.com/office/drawing/2014/main" id="{E23C9182-FF63-24E1-4C8B-7F8E0D11674B}"/>
                </a:ext>
              </a:extLst>
            </p:cNvPr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>
              <a:extLst>
                <a:ext uri="{FF2B5EF4-FFF2-40B4-BE49-F238E27FC236}">
                  <a16:creationId xmlns:a16="http://schemas.microsoft.com/office/drawing/2014/main" id="{3B2DD1AA-7E4C-A17E-A14B-458CDCABE57C}"/>
                </a:ext>
              </a:extLst>
            </p:cNvPr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>
              <a:extLst>
                <a:ext uri="{FF2B5EF4-FFF2-40B4-BE49-F238E27FC236}">
                  <a16:creationId xmlns:a16="http://schemas.microsoft.com/office/drawing/2014/main" id="{2AA0A5A9-4E8D-9643-5219-E0963CCD648C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>
              <a:extLst>
                <a:ext uri="{FF2B5EF4-FFF2-40B4-BE49-F238E27FC236}">
                  <a16:creationId xmlns:a16="http://schemas.microsoft.com/office/drawing/2014/main" id="{5BB3A301-E31E-79A4-A1AF-CCE3A039EDE0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>
              <a:extLst>
                <a:ext uri="{FF2B5EF4-FFF2-40B4-BE49-F238E27FC236}">
                  <a16:creationId xmlns:a16="http://schemas.microsoft.com/office/drawing/2014/main" id="{51F5EA47-B577-DC3A-CC13-BCD52AC3998F}"/>
                </a:ext>
              </a:extLst>
            </p:cNvPr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>
              <a:extLst>
                <a:ext uri="{FF2B5EF4-FFF2-40B4-BE49-F238E27FC236}">
                  <a16:creationId xmlns:a16="http://schemas.microsoft.com/office/drawing/2014/main" id="{50DDAEF5-60CB-2899-0129-C62F53DF5125}"/>
                </a:ext>
              </a:extLst>
            </p:cNvPr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>
              <a:extLst>
                <a:ext uri="{FF2B5EF4-FFF2-40B4-BE49-F238E27FC236}">
                  <a16:creationId xmlns:a16="http://schemas.microsoft.com/office/drawing/2014/main" id="{2EC447AA-CF3D-2B3F-690F-17401ACBC157}"/>
                </a:ext>
              </a:extLst>
            </p:cNvPr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>
              <a:extLst>
                <a:ext uri="{FF2B5EF4-FFF2-40B4-BE49-F238E27FC236}">
                  <a16:creationId xmlns:a16="http://schemas.microsoft.com/office/drawing/2014/main" id="{2E0622E9-0FAD-EC93-7651-91D9CBF8DB07}"/>
                </a:ext>
              </a:extLst>
            </p:cNvPr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>
              <a:extLst>
                <a:ext uri="{FF2B5EF4-FFF2-40B4-BE49-F238E27FC236}">
                  <a16:creationId xmlns:a16="http://schemas.microsoft.com/office/drawing/2014/main" id="{CF83FCB2-5C16-ED7C-E76A-0AE01E9226E8}"/>
                </a:ext>
              </a:extLst>
            </p:cNvPr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>
              <a:extLst>
                <a:ext uri="{FF2B5EF4-FFF2-40B4-BE49-F238E27FC236}">
                  <a16:creationId xmlns:a16="http://schemas.microsoft.com/office/drawing/2014/main" id="{DA48DA54-9F35-2284-8385-1E8651CFB3D5}"/>
                </a:ext>
              </a:extLst>
            </p:cNvPr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>
              <a:extLst>
                <a:ext uri="{FF2B5EF4-FFF2-40B4-BE49-F238E27FC236}">
                  <a16:creationId xmlns:a16="http://schemas.microsoft.com/office/drawing/2014/main" id="{E94B0EB8-EDFF-1C9A-5E59-2161AE89DB3D}"/>
                </a:ext>
              </a:extLst>
            </p:cNvPr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>
              <a:extLst>
                <a:ext uri="{FF2B5EF4-FFF2-40B4-BE49-F238E27FC236}">
                  <a16:creationId xmlns:a16="http://schemas.microsoft.com/office/drawing/2014/main" id="{C5AFBA99-10AF-7589-0A1A-AC28A7C49300}"/>
                </a:ext>
              </a:extLst>
            </p:cNvPr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>
              <a:extLst>
                <a:ext uri="{FF2B5EF4-FFF2-40B4-BE49-F238E27FC236}">
                  <a16:creationId xmlns:a16="http://schemas.microsoft.com/office/drawing/2014/main" id="{B03AB36D-4C28-95E3-C2B5-49139619818C}"/>
                </a:ext>
              </a:extLst>
            </p:cNvPr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>
              <a:extLst>
                <a:ext uri="{FF2B5EF4-FFF2-40B4-BE49-F238E27FC236}">
                  <a16:creationId xmlns:a16="http://schemas.microsoft.com/office/drawing/2014/main" id="{DF13D625-2BDA-FD59-F1A4-12630D30B5D8}"/>
                </a:ext>
              </a:extLst>
            </p:cNvPr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>
              <a:extLst>
                <a:ext uri="{FF2B5EF4-FFF2-40B4-BE49-F238E27FC236}">
                  <a16:creationId xmlns:a16="http://schemas.microsoft.com/office/drawing/2014/main" id="{FA719AC0-1417-5D57-A6F6-0933DCBCA898}"/>
                </a:ext>
              </a:extLst>
            </p:cNvPr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>
              <a:extLst>
                <a:ext uri="{FF2B5EF4-FFF2-40B4-BE49-F238E27FC236}">
                  <a16:creationId xmlns:a16="http://schemas.microsoft.com/office/drawing/2014/main" id="{F44BC959-28F9-B2A5-F24E-CB9C3B2AC3AE}"/>
                </a:ext>
              </a:extLst>
            </p:cNvPr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>
              <a:extLst>
                <a:ext uri="{FF2B5EF4-FFF2-40B4-BE49-F238E27FC236}">
                  <a16:creationId xmlns:a16="http://schemas.microsoft.com/office/drawing/2014/main" id="{35630952-30DF-FA8E-260D-686404B16150}"/>
                </a:ext>
              </a:extLst>
            </p:cNvPr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>
              <a:extLst>
                <a:ext uri="{FF2B5EF4-FFF2-40B4-BE49-F238E27FC236}">
                  <a16:creationId xmlns:a16="http://schemas.microsoft.com/office/drawing/2014/main" id="{C63A81D5-7D7C-1FB0-40C4-118774DACF6C}"/>
                </a:ext>
              </a:extLst>
            </p:cNvPr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>
              <a:extLst>
                <a:ext uri="{FF2B5EF4-FFF2-40B4-BE49-F238E27FC236}">
                  <a16:creationId xmlns:a16="http://schemas.microsoft.com/office/drawing/2014/main" id="{48F80E1A-DE96-FE72-B7CD-9528CE5E7DBA}"/>
                </a:ext>
              </a:extLst>
            </p:cNvPr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>
              <a:extLst>
                <a:ext uri="{FF2B5EF4-FFF2-40B4-BE49-F238E27FC236}">
                  <a16:creationId xmlns:a16="http://schemas.microsoft.com/office/drawing/2014/main" id="{EA403F7A-F790-4C3C-E769-0ECFDA63A656}"/>
                </a:ext>
              </a:extLst>
            </p:cNvPr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>
              <a:extLst>
                <a:ext uri="{FF2B5EF4-FFF2-40B4-BE49-F238E27FC236}">
                  <a16:creationId xmlns:a16="http://schemas.microsoft.com/office/drawing/2014/main" id="{838603A5-1C8D-3365-699E-6C97E4CF1252}"/>
                </a:ext>
              </a:extLst>
            </p:cNvPr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>
              <a:extLst>
                <a:ext uri="{FF2B5EF4-FFF2-40B4-BE49-F238E27FC236}">
                  <a16:creationId xmlns:a16="http://schemas.microsoft.com/office/drawing/2014/main" id="{56A83288-00C3-2A4E-A7A2-073AEA254EFA}"/>
                </a:ext>
              </a:extLst>
            </p:cNvPr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>
              <a:extLst>
                <a:ext uri="{FF2B5EF4-FFF2-40B4-BE49-F238E27FC236}">
                  <a16:creationId xmlns:a16="http://schemas.microsoft.com/office/drawing/2014/main" id="{8FC4E3B1-FC56-DDC5-2F98-129B470EFBDA}"/>
                </a:ext>
              </a:extLst>
            </p:cNvPr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>
              <a:extLst>
                <a:ext uri="{FF2B5EF4-FFF2-40B4-BE49-F238E27FC236}">
                  <a16:creationId xmlns:a16="http://schemas.microsoft.com/office/drawing/2014/main" id="{0D6DEE0B-C903-2F8E-7F20-1445B8680299}"/>
                </a:ext>
              </a:extLst>
            </p:cNvPr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>
              <a:extLst>
                <a:ext uri="{FF2B5EF4-FFF2-40B4-BE49-F238E27FC236}">
                  <a16:creationId xmlns:a16="http://schemas.microsoft.com/office/drawing/2014/main" id="{6CC0E86A-CC8C-CFFB-59BA-B620EC79920C}"/>
                </a:ext>
              </a:extLst>
            </p:cNvPr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>
              <a:extLst>
                <a:ext uri="{FF2B5EF4-FFF2-40B4-BE49-F238E27FC236}">
                  <a16:creationId xmlns:a16="http://schemas.microsoft.com/office/drawing/2014/main" id="{558C4A00-0806-49B0-6BBD-4BB2D11DF9A3}"/>
                </a:ext>
              </a:extLst>
            </p:cNvPr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>
              <a:extLst>
                <a:ext uri="{FF2B5EF4-FFF2-40B4-BE49-F238E27FC236}">
                  <a16:creationId xmlns:a16="http://schemas.microsoft.com/office/drawing/2014/main" id="{921EF927-DF27-89F5-C6A3-6D35C59BDB0B}"/>
                </a:ext>
              </a:extLst>
            </p:cNvPr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>
              <a:extLst>
                <a:ext uri="{FF2B5EF4-FFF2-40B4-BE49-F238E27FC236}">
                  <a16:creationId xmlns:a16="http://schemas.microsoft.com/office/drawing/2014/main" id="{2607CD08-7DC6-5A94-BEED-18162975E922}"/>
                </a:ext>
              </a:extLst>
            </p:cNvPr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>
              <a:extLst>
                <a:ext uri="{FF2B5EF4-FFF2-40B4-BE49-F238E27FC236}">
                  <a16:creationId xmlns:a16="http://schemas.microsoft.com/office/drawing/2014/main" id="{305FB18D-21C1-5F71-9F48-5E4609889AC1}"/>
                </a:ext>
              </a:extLst>
            </p:cNvPr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>
              <a:extLst>
                <a:ext uri="{FF2B5EF4-FFF2-40B4-BE49-F238E27FC236}">
                  <a16:creationId xmlns:a16="http://schemas.microsoft.com/office/drawing/2014/main" id="{6ED04F92-590C-E48F-582B-63845EBC309F}"/>
                </a:ext>
              </a:extLst>
            </p:cNvPr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>
              <a:extLst>
                <a:ext uri="{FF2B5EF4-FFF2-40B4-BE49-F238E27FC236}">
                  <a16:creationId xmlns:a16="http://schemas.microsoft.com/office/drawing/2014/main" id="{ECC4000A-7CA9-B439-C7C7-0A12B40535AD}"/>
                </a:ext>
              </a:extLst>
            </p:cNvPr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>
              <a:extLst>
                <a:ext uri="{FF2B5EF4-FFF2-40B4-BE49-F238E27FC236}">
                  <a16:creationId xmlns:a16="http://schemas.microsoft.com/office/drawing/2014/main" id="{7ADB5F81-05F5-2F51-7A36-B58268096279}"/>
                </a:ext>
              </a:extLst>
            </p:cNvPr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>
              <a:extLst>
                <a:ext uri="{FF2B5EF4-FFF2-40B4-BE49-F238E27FC236}">
                  <a16:creationId xmlns:a16="http://schemas.microsoft.com/office/drawing/2014/main" id="{945C7A3A-2757-55B9-A5CD-9AF98AA18EE8}"/>
                </a:ext>
              </a:extLst>
            </p:cNvPr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>
              <a:extLst>
                <a:ext uri="{FF2B5EF4-FFF2-40B4-BE49-F238E27FC236}">
                  <a16:creationId xmlns:a16="http://schemas.microsoft.com/office/drawing/2014/main" id="{E82F448E-3E60-AABD-F733-1398F23655B3}"/>
                </a:ext>
              </a:extLst>
            </p:cNvPr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>
              <a:extLst>
                <a:ext uri="{FF2B5EF4-FFF2-40B4-BE49-F238E27FC236}">
                  <a16:creationId xmlns:a16="http://schemas.microsoft.com/office/drawing/2014/main" id="{9A6F9305-85D9-223A-773C-135991D87725}"/>
                </a:ext>
              </a:extLst>
            </p:cNvPr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>
              <a:extLst>
                <a:ext uri="{FF2B5EF4-FFF2-40B4-BE49-F238E27FC236}">
                  <a16:creationId xmlns:a16="http://schemas.microsoft.com/office/drawing/2014/main" id="{DD4A0EB0-9B83-3414-9ACB-A6D1EF8DCA9E}"/>
                </a:ext>
              </a:extLst>
            </p:cNvPr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>
              <a:extLst>
                <a:ext uri="{FF2B5EF4-FFF2-40B4-BE49-F238E27FC236}">
                  <a16:creationId xmlns:a16="http://schemas.microsoft.com/office/drawing/2014/main" id="{7EBCEDA7-E87E-66D8-71E5-AC494D4D37F8}"/>
                </a:ext>
              </a:extLst>
            </p:cNvPr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>
              <a:extLst>
                <a:ext uri="{FF2B5EF4-FFF2-40B4-BE49-F238E27FC236}">
                  <a16:creationId xmlns:a16="http://schemas.microsoft.com/office/drawing/2014/main" id="{FD25FE3E-FE8A-7FC2-CCE3-928D8D0547B4}"/>
                </a:ext>
              </a:extLst>
            </p:cNvPr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>
              <a:extLst>
                <a:ext uri="{FF2B5EF4-FFF2-40B4-BE49-F238E27FC236}">
                  <a16:creationId xmlns:a16="http://schemas.microsoft.com/office/drawing/2014/main" id="{9FB707E2-50ED-680B-BBE4-F32EAEBB3ABC}"/>
                </a:ext>
              </a:extLst>
            </p:cNvPr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>
              <a:extLst>
                <a:ext uri="{FF2B5EF4-FFF2-40B4-BE49-F238E27FC236}">
                  <a16:creationId xmlns:a16="http://schemas.microsoft.com/office/drawing/2014/main" id="{62B06257-A94D-ADCC-33C7-B717B4E00D21}"/>
                </a:ext>
              </a:extLst>
            </p:cNvPr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>
              <a:extLst>
                <a:ext uri="{FF2B5EF4-FFF2-40B4-BE49-F238E27FC236}">
                  <a16:creationId xmlns:a16="http://schemas.microsoft.com/office/drawing/2014/main" id="{FED7C82D-7AF3-EEB4-7D6B-7F78114CA7D1}"/>
                </a:ext>
              </a:extLst>
            </p:cNvPr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>
              <a:extLst>
                <a:ext uri="{FF2B5EF4-FFF2-40B4-BE49-F238E27FC236}">
                  <a16:creationId xmlns:a16="http://schemas.microsoft.com/office/drawing/2014/main" id="{0CD79542-4D5A-C403-B29D-D6515BA59E4A}"/>
                </a:ext>
              </a:extLst>
            </p:cNvPr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>
              <a:extLst>
                <a:ext uri="{FF2B5EF4-FFF2-40B4-BE49-F238E27FC236}">
                  <a16:creationId xmlns:a16="http://schemas.microsoft.com/office/drawing/2014/main" id="{6C5BBF43-3E2D-49B5-7335-C563B6A1F918}"/>
                </a:ext>
              </a:extLst>
            </p:cNvPr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>
              <a:extLst>
                <a:ext uri="{FF2B5EF4-FFF2-40B4-BE49-F238E27FC236}">
                  <a16:creationId xmlns:a16="http://schemas.microsoft.com/office/drawing/2014/main" id="{A21EC4FF-AE4F-5393-FCCE-F45D737DBD7C}"/>
                </a:ext>
              </a:extLst>
            </p:cNvPr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>
              <a:extLst>
                <a:ext uri="{FF2B5EF4-FFF2-40B4-BE49-F238E27FC236}">
                  <a16:creationId xmlns:a16="http://schemas.microsoft.com/office/drawing/2014/main" id="{9EF6FF22-8B0B-D76C-EE46-D82F94ACA0E9}"/>
                </a:ext>
              </a:extLst>
            </p:cNvPr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>
              <a:extLst>
                <a:ext uri="{FF2B5EF4-FFF2-40B4-BE49-F238E27FC236}">
                  <a16:creationId xmlns:a16="http://schemas.microsoft.com/office/drawing/2014/main" id="{58A8C15A-7033-8F5B-AA36-98DEE1558189}"/>
                </a:ext>
              </a:extLst>
            </p:cNvPr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>
              <a:extLst>
                <a:ext uri="{FF2B5EF4-FFF2-40B4-BE49-F238E27FC236}">
                  <a16:creationId xmlns:a16="http://schemas.microsoft.com/office/drawing/2014/main" id="{E34F9A59-19C2-1AF6-5DDC-D8229B59CEBA}"/>
                </a:ext>
              </a:extLst>
            </p:cNvPr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>
              <a:extLst>
                <a:ext uri="{FF2B5EF4-FFF2-40B4-BE49-F238E27FC236}">
                  <a16:creationId xmlns:a16="http://schemas.microsoft.com/office/drawing/2014/main" id="{3DAA906D-7A02-CC8A-1F3D-37AD26E3B048}"/>
                </a:ext>
              </a:extLst>
            </p:cNvPr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>
              <a:extLst>
                <a:ext uri="{FF2B5EF4-FFF2-40B4-BE49-F238E27FC236}">
                  <a16:creationId xmlns:a16="http://schemas.microsoft.com/office/drawing/2014/main" id="{852547C6-D0D3-9548-4731-A8BFD4351BED}"/>
                </a:ext>
              </a:extLst>
            </p:cNvPr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>
              <a:extLst>
                <a:ext uri="{FF2B5EF4-FFF2-40B4-BE49-F238E27FC236}">
                  <a16:creationId xmlns:a16="http://schemas.microsoft.com/office/drawing/2014/main" id="{E6DD8814-0607-E499-E7AF-8BEAC5A1E513}"/>
                </a:ext>
              </a:extLst>
            </p:cNvPr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>
              <a:extLst>
                <a:ext uri="{FF2B5EF4-FFF2-40B4-BE49-F238E27FC236}">
                  <a16:creationId xmlns:a16="http://schemas.microsoft.com/office/drawing/2014/main" id="{B6989C8B-389B-75C3-42E4-842F88285140}"/>
                </a:ext>
              </a:extLst>
            </p:cNvPr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>
              <a:extLst>
                <a:ext uri="{FF2B5EF4-FFF2-40B4-BE49-F238E27FC236}">
                  <a16:creationId xmlns:a16="http://schemas.microsoft.com/office/drawing/2014/main" id="{000F8BDA-CE26-4E9A-C0A5-5F10B2DD9D5F}"/>
                </a:ext>
              </a:extLst>
            </p:cNvPr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>
              <a:extLst>
                <a:ext uri="{FF2B5EF4-FFF2-40B4-BE49-F238E27FC236}">
                  <a16:creationId xmlns:a16="http://schemas.microsoft.com/office/drawing/2014/main" id="{04DAB146-1166-38D7-9488-BCE97EFE0085}"/>
                </a:ext>
              </a:extLst>
            </p:cNvPr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>
              <a:extLst>
                <a:ext uri="{FF2B5EF4-FFF2-40B4-BE49-F238E27FC236}">
                  <a16:creationId xmlns:a16="http://schemas.microsoft.com/office/drawing/2014/main" id="{5A84AFF0-219C-7661-D4BE-F7C820FB545F}"/>
                </a:ext>
              </a:extLst>
            </p:cNvPr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>
              <a:extLst>
                <a:ext uri="{FF2B5EF4-FFF2-40B4-BE49-F238E27FC236}">
                  <a16:creationId xmlns:a16="http://schemas.microsoft.com/office/drawing/2014/main" id="{C607EEA5-3BD4-7460-546A-4AA7B2E19664}"/>
                </a:ext>
              </a:extLst>
            </p:cNvPr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>
              <a:extLst>
                <a:ext uri="{FF2B5EF4-FFF2-40B4-BE49-F238E27FC236}">
                  <a16:creationId xmlns:a16="http://schemas.microsoft.com/office/drawing/2014/main" id="{8FE85041-F63B-110E-EE66-EC1C72D733D8}"/>
                </a:ext>
              </a:extLst>
            </p:cNvPr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>
              <a:extLst>
                <a:ext uri="{FF2B5EF4-FFF2-40B4-BE49-F238E27FC236}">
                  <a16:creationId xmlns:a16="http://schemas.microsoft.com/office/drawing/2014/main" id="{3BB27D28-A49B-0431-5284-DE9EDA587AC3}"/>
                </a:ext>
              </a:extLst>
            </p:cNvPr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>
              <a:extLst>
                <a:ext uri="{FF2B5EF4-FFF2-40B4-BE49-F238E27FC236}">
                  <a16:creationId xmlns:a16="http://schemas.microsoft.com/office/drawing/2014/main" id="{8B3F6BAC-EE0C-6602-D016-A69666C222C3}"/>
                </a:ext>
              </a:extLst>
            </p:cNvPr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>
              <a:extLst>
                <a:ext uri="{FF2B5EF4-FFF2-40B4-BE49-F238E27FC236}">
                  <a16:creationId xmlns:a16="http://schemas.microsoft.com/office/drawing/2014/main" id="{95718C9E-5AC2-28DC-F8E2-B1422FC1B9F6}"/>
                </a:ext>
              </a:extLst>
            </p:cNvPr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>
              <a:extLst>
                <a:ext uri="{FF2B5EF4-FFF2-40B4-BE49-F238E27FC236}">
                  <a16:creationId xmlns:a16="http://schemas.microsoft.com/office/drawing/2014/main" id="{8A3063CE-4C6B-7A18-75D6-D9A8790F97CB}"/>
                </a:ext>
              </a:extLst>
            </p:cNvPr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>
              <a:extLst>
                <a:ext uri="{FF2B5EF4-FFF2-40B4-BE49-F238E27FC236}">
                  <a16:creationId xmlns:a16="http://schemas.microsoft.com/office/drawing/2014/main" id="{171305BA-8CFB-1B35-08A4-DD0DA21259DC}"/>
                </a:ext>
              </a:extLst>
            </p:cNvPr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1377;p28">
            <a:extLst>
              <a:ext uri="{FF2B5EF4-FFF2-40B4-BE49-F238E27FC236}">
                <a16:creationId xmlns:a16="http://schemas.microsoft.com/office/drawing/2014/main" id="{31703F2B-CE58-2F30-384D-F0373B0F3AC5}"/>
              </a:ext>
            </a:extLst>
          </p:cNvPr>
          <p:cNvSpPr/>
          <p:nvPr/>
        </p:nvSpPr>
        <p:spPr>
          <a:xfrm>
            <a:off x="2869052" y="2383953"/>
            <a:ext cx="172213" cy="6889"/>
          </a:xfrm>
          <a:custGeom>
            <a:avLst/>
            <a:gdLst/>
            <a:ahLst/>
            <a:cxnLst/>
            <a:rect l="l" t="t" r="r" b="b"/>
            <a:pathLst>
              <a:path w="3025" h="121" extrusionOk="0">
                <a:moveTo>
                  <a:pt x="56" y="0"/>
                </a:moveTo>
                <a:cubicBezTo>
                  <a:pt x="29" y="0"/>
                  <a:pt x="1" y="28"/>
                  <a:pt x="1" y="56"/>
                </a:cubicBezTo>
                <a:cubicBezTo>
                  <a:pt x="1" y="93"/>
                  <a:pt x="29" y="121"/>
                  <a:pt x="56" y="121"/>
                </a:cubicBezTo>
                <a:lnTo>
                  <a:pt x="2960" y="121"/>
                </a:lnTo>
                <a:cubicBezTo>
                  <a:pt x="2997" y="121"/>
                  <a:pt x="3025" y="93"/>
                  <a:pt x="3025" y="56"/>
                </a:cubicBezTo>
                <a:cubicBezTo>
                  <a:pt x="3025" y="28"/>
                  <a:pt x="2997" y="0"/>
                  <a:pt x="29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377;p28">
            <a:extLst>
              <a:ext uri="{FF2B5EF4-FFF2-40B4-BE49-F238E27FC236}">
                <a16:creationId xmlns:a16="http://schemas.microsoft.com/office/drawing/2014/main" id="{8A7ACEEA-2752-802D-2C7A-7772C0D276A3}"/>
              </a:ext>
            </a:extLst>
          </p:cNvPr>
          <p:cNvSpPr/>
          <p:nvPr/>
        </p:nvSpPr>
        <p:spPr>
          <a:xfrm>
            <a:off x="3021452" y="2536353"/>
            <a:ext cx="172213" cy="6889"/>
          </a:xfrm>
          <a:custGeom>
            <a:avLst/>
            <a:gdLst/>
            <a:ahLst/>
            <a:cxnLst/>
            <a:rect l="l" t="t" r="r" b="b"/>
            <a:pathLst>
              <a:path w="3025" h="121" extrusionOk="0">
                <a:moveTo>
                  <a:pt x="56" y="0"/>
                </a:moveTo>
                <a:cubicBezTo>
                  <a:pt x="29" y="0"/>
                  <a:pt x="1" y="28"/>
                  <a:pt x="1" y="56"/>
                </a:cubicBezTo>
                <a:cubicBezTo>
                  <a:pt x="1" y="93"/>
                  <a:pt x="29" y="121"/>
                  <a:pt x="56" y="121"/>
                </a:cubicBezTo>
                <a:lnTo>
                  <a:pt x="2960" y="121"/>
                </a:lnTo>
                <a:cubicBezTo>
                  <a:pt x="2997" y="121"/>
                  <a:pt x="3025" y="93"/>
                  <a:pt x="3025" y="56"/>
                </a:cubicBezTo>
                <a:cubicBezTo>
                  <a:pt x="3025" y="28"/>
                  <a:pt x="2997" y="0"/>
                  <a:pt x="29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377;p28">
            <a:extLst>
              <a:ext uri="{FF2B5EF4-FFF2-40B4-BE49-F238E27FC236}">
                <a16:creationId xmlns:a16="http://schemas.microsoft.com/office/drawing/2014/main" id="{1F471529-2743-C237-80BD-E6029FC3692E}"/>
              </a:ext>
            </a:extLst>
          </p:cNvPr>
          <p:cNvSpPr/>
          <p:nvPr/>
        </p:nvSpPr>
        <p:spPr>
          <a:xfrm>
            <a:off x="3173852" y="2688753"/>
            <a:ext cx="172213" cy="6889"/>
          </a:xfrm>
          <a:custGeom>
            <a:avLst/>
            <a:gdLst/>
            <a:ahLst/>
            <a:cxnLst/>
            <a:rect l="l" t="t" r="r" b="b"/>
            <a:pathLst>
              <a:path w="3025" h="121" extrusionOk="0">
                <a:moveTo>
                  <a:pt x="56" y="0"/>
                </a:moveTo>
                <a:cubicBezTo>
                  <a:pt x="29" y="0"/>
                  <a:pt x="1" y="28"/>
                  <a:pt x="1" y="56"/>
                </a:cubicBezTo>
                <a:cubicBezTo>
                  <a:pt x="1" y="93"/>
                  <a:pt x="29" y="121"/>
                  <a:pt x="56" y="121"/>
                </a:cubicBezTo>
                <a:lnTo>
                  <a:pt x="2960" y="121"/>
                </a:lnTo>
                <a:cubicBezTo>
                  <a:pt x="2997" y="121"/>
                  <a:pt x="3025" y="93"/>
                  <a:pt x="3025" y="56"/>
                </a:cubicBezTo>
                <a:cubicBezTo>
                  <a:pt x="3025" y="28"/>
                  <a:pt x="2997" y="0"/>
                  <a:pt x="29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5" name="TextBox 1494">
            <a:extLst>
              <a:ext uri="{FF2B5EF4-FFF2-40B4-BE49-F238E27FC236}">
                <a16:creationId xmlns:a16="http://schemas.microsoft.com/office/drawing/2014/main" id="{28C3FDD8-559A-27C1-16BB-658EC6780183}"/>
              </a:ext>
            </a:extLst>
          </p:cNvPr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11145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5E9FAE30-88DC-4431-94C8-D6992ABC0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29">
            <a:extLst>
              <a:ext uri="{FF2B5EF4-FFF2-40B4-BE49-F238E27FC236}">
                <a16:creationId xmlns:a16="http://schemas.microsoft.com/office/drawing/2014/main" id="{3BD7416A-125B-0EDA-6988-6A3A4CF82C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1026" y="547989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3200" dirty="0"/>
              <a:t>Tools Used</a:t>
            </a:r>
            <a:endParaRPr lang="en-US" dirty="0"/>
          </a:p>
        </p:txBody>
      </p:sp>
      <p:grpSp>
        <p:nvGrpSpPr>
          <p:cNvPr id="1504" name="Google Shape;1504;p29">
            <a:extLst>
              <a:ext uri="{FF2B5EF4-FFF2-40B4-BE49-F238E27FC236}">
                <a16:creationId xmlns:a16="http://schemas.microsoft.com/office/drawing/2014/main" id="{998B44D3-236D-71EF-0A1B-C443AF370764}"/>
              </a:ext>
            </a:extLst>
          </p:cNvPr>
          <p:cNvGrpSpPr/>
          <p:nvPr/>
        </p:nvGrpSpPr>
        <p:grpSpPr>
          <a:xfrm>
            <a:off x="7225068" y="3409684"/>
            <a:ext cx="1155488" cy="930983"/>
            <a:chOff x="7225068" y="3582212"/>
            <a:chExt cx="1155488" cy="930983"/>
          </a:xfrm>
        </p:grpSpPr>
        <p:grpSp>
          <p:nvGrpSpPr>
            <p:cNvPr id="1505" name="Google Shape;1505;p29">
              <a:extLst>
                <a:ext uri="{FF2B5EF4-FFF2-40B4-BE49-F238E27FC236}">
                  <a16:creationId xmlns:a16="http://schemas.microsoft.com/office/drawing/2014/main" id="{14698EF7-07CD-1344-8DC6-81DBA43B41D0}"/>
                </a:ext>
              </a:extLst>
            </p:cNvPr>
            <p:cNvGrpSpPr/>
            <p:nvPr/>
          </p:nvGrpSpPr>
          <p:grpSpPr>
            <a:xfrm>
              <a:off x="8190795" y="3582212"/>
              <a:ext cx="189761" cy="189761"/>
              <a:chOff x="5448853" y="3419595"/>
              <a:chExt cx="78736" cy="78736"/>
            </a:xfrm>
          </p:grpSpPr>
          <p:sp>
            <p:nvSpPr>
              <p:cNvPr id="1506" name="Google Shape;1506;p29">
                <a:extLst>
                  <a:ext uri="{FF2B5EF4-FFF2-40B4-BE49-F238E27FC236}">
                    <a16:creationId xmlns:a16="http://schemas.microsoft.com/office/drawing/2014/main" id="{EE5E3B8C-7C3C-1BBC-4E2C-27B0E7A9AF1E}"/>
                  </a:ext>
                </a:extLst>
              </p:cNvPr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9">
                <a:extLst>
                  <a:ext uri="{FF2B5EF4-FFF2-40B4-BE49-F238E27FC236}">
                    <a16:creationId xmlns:a16="http://schemas.microsoft.com/office/drawing/2014/main" id="{B4DCD451-018B-1AA6-9066-E02614228F9F}"/>
                  </a:ext>
                </a:extLst>
              </p:cNvPr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9">
                <a:extLst>
                  <a:ext uri="{FF2B5EF4-FFF2-40B4-BE49-F238E27FC236}">
                    <a16:creationId xmlns:a16="http://schemas.microsoft.com/office/drawing/2014/main" id="{3729AB27-8ECE-11AC-9094-63792D2085BA}"/>
                  </a:ext>
                </a:extLst>
              </p:cNvPr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9">
                <a:extLst>
                  <a:ext uri="{FF2B5EF4-FFF2-40B4-BE49-F238E27FC236}">
                    <a16:creationId xmlns:a16="http://schemas.microsoft.com/office/drawing/2014/main" id="{009A54A6-22E2-EECA-7D38-92C5B1C9FE58}"/>
                  </a:ext>
                </a:extLst>
              </p:cNvPr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9">
                <a:extLst>
                  <a:ext uri="{FF2B5EF4-FFF2-40B4-BE49-F238E27FC236}">
                    <a16:creationId xmlns:a16="http://schemas.microsoft.com/office/drawing/2014/main" id="{76AD92EC-903A-2A21-FB4E-F423D659D17C}"/>
                  </a:ext>
                </a:extLst>
              </p:cNvPr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9">
                <a:extLst>
                  <a:ext uri="{FF2B5EF4-FFF2-40B4-BE49-F238E27FC236}">
                    <a16:creationId xmlns:a16="http://schemas.microsoft.com/office/drawing/2014/main" id="{8FCD2CDF-8CBF-174D-EC2E-A998A288E395}"/>
                  </a:ext>
                </a:extLst>
              </p:cNvPr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9">
                <a:extLst>
                  <a:ext uri="{FF2B5EF4-FFF2-40B4-BE49-F238E27FC236}">
                    <a16:creationId xmlns:a16="http://schemas.microsoft.com/office/drawing/2014/main" id="{24854F36-449B-697E-A32F-6BDF80FA289F}"/>
                  </a:ext>
                </a:extLst>
              </p:cNvPr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9">
                <a:extLst>
                  <a:ext uri="{FF2B5EF4-FFF2-40B4-BE49-F238E27FC236}">
                    <a16:creationId xmlns:a16="http://schemas.microsoft.com/office/drawing/2014/main" id="{A936D25D-41B7-BA4D-6B4F-324F8569E626}"/>
                  </a:ext>
                </a:extLst>
              </p:cNvPr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4" name="Google Shape;1514;p29">
              <a:extLst>
                <a:ext uri="{FF2B5EF4-FFF2-40B4-BE49-F238E27FC236}">
                  <a16:creationId xmlns:a16="http://schemas.microsoft.com/office/drawing/2014/main" id="{BC239A85-53FA-C82B-2C6C-68FBD83DAD36}"/>
                </a:ext>
              </a:extLst>
            </p:cNvPr>
            <p:cNvSpPr/>
            <p:nvPr/>
          </p:nvSpPr>
          <p:spPr>
            <a:xfrm>
              <a:off x="7225068" y="3624794"/>
              <a:ext cx="890332" cy="888400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Google Shape;2852;p49">
            <a:extLst>
              <a:ext uri="{FF2B5EF4-FFF2-40B4-BE49-F238E27FC236}">
                <a16:creationId xmlns:a16="http://schemas.microsoft.com/office/drawing/2014/main" id="{0C35082F-7874-6D76-6A4C-C9207EC92F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6547" b="16540"/>
          <a:stretch/>
        </p:blipFill>
        <p:spPr>
          <a:xfrm>
            <a:off x="6523884" y="1397408"/>
            <a:ext cx="2056060" cy="1458838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TextBox 1514"/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889512E-7692-A5B5-0EE6-EE8D7D34B719}"/>
              </a:ext>
            </a:extLst>
          </p:cNvPr>
          <p:cNvSpPr>
            <a:spLocks noGrp="1" noChangeArrowheads="1"/>
          </p:cNvSpPr>
          <p:nvPr>
            <p:ph type="subTitle" idx="3"/>
          </p:nvPr>
        </p:nvSpPr>
        <p:spPr bwMode="auto">
          <a:xfrm>
            <a:off x="798629" y="1505519"/>
            <a:ext cx="555953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Selenium WebDriver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UI automation</a:t>
            </a:r>
            <a:endParaRPr kumimoji="0" lang="ar-EG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test execution &amp; reporting</a:t>
            </a:r>
            <a:endParaRPr kumimoji="0" lang="ar-EG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Postman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API testing</a:t>
            </a:r>
            <a:endParaRPr kumimoji="0" lang="ar-EG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automation scripting language</a:t>
            </a:r>
            <a:endParaRPr kumimoji="0" lang="ar-EG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486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FDBC4367-B2E0-4549-C8D1-65E39B4E0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29">
            <a:extLst>
              <a:ext uri="{FF2B5EF4-FFF2-40B4-BE49-F238E27FC236}">
                <a16:creationId xmlns:a16="http://schemas.microsoft.com/office/drawing/2014/main" id="{7C887ACA-E545-D454-8463-70147894E9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9653" y="55762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3200" dirty="0"/>
              <a:t>Tools Used</a:t>
            </a:r>
            <a:endParaRPr lang="en-US" dirty="0"/>
          </a:p>
        </p:txBody>
      </p:sp>
      <p:grpSp>
        <p:nvGrpSpPr>
          <p:cNvPr id="1504" name="Google Shape;1504;p29">
            <a:extLst>
              <a:ext uri="{FF2B5EF4-FFF2-40B4-BE49-F238E27FC236}">
                <a16:creationId xmlns:a16="http://schemas.microsoft.com/office/drawing/2014/main" id="{1CE6D325-C761-9B1C-EF6D-4F22C81A6F34}"/>
              </a:ext>
            </a:extLst>
          </p:cNvPr>
          <p:cNvGrpSpPr/>
          <p:nvPr/>
        </p:nvGrpSpPr>
        <p:grpSpPr>
          <a:xfrm>
            <a:off x="7225068" y="3409684"/>
            <a:ext cx="1155488" cy="930983"/>
            <a:chOff x="7225068" y="3582212"/>
            <a:chExt cx="1155488" cy="930983"/>
          </a:xfrm>
        </p:grpSpPr>
        <p:grpSp>
          <p:nvGrpSpPr>
            <p:cNvPr id="1505" name="Google Shape;1505;p29">
              <a:extLst>
                <a:ext uri="{FF2B5EF4-FFF2-40B4-BE49-F238E27FC236}">
                  <a16:creationId xmlns:a16="http://schemas.microsoft.com/office/drawing/2014/main" id="{72245739-79C6-F385-DA1E-643B7659AA83}"/>
                </a:ext>
              </a:extLst>
            </p:cNvPr>
            <p:cNvGrpSpPr/>
            <p:nvPr/>
          </p:nvGrpSpPr>
          <p:grpSpPr>
            <a:xfrm>
              <a:off x="8190795" y="3582212"/>
              <a:ext cx="189761" cy="189761"/>
              <a:chOff x="5448853" y="3419595"/>
              <a:chExt cx="78736" cy="78736"/>
            </a:xfrm>
          </p:grpSpPr>
          <p:sp>
            <p:nvSpPr>
              <p:cNvPr id="1506" name="Google Shape;1506;p29">
                <a:extLst>
                  <a:ext uri="{FF2B5EF4-FFF2-40B4-BE49-F238E27FC236}">
                    <a16:creationId xmlns:a16="http://schemas.microsoft.com/office/drawing/2014/main" id="{AC2C1B8A-F9DD-95BC-8F69-4B0EB7CBDB0E}"/>
                  </a:ext>
                </a:extLst>
              </p:cNvPr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9">
                <a:extLst>
                  <a:ext uri="{FF2B5EF4-FFF2-40B4-BE49-F238E27FC236}">
                    <a16:creationId xmlns:a16="http://schemas.microsoft.com/office/drawing/2014/main" id="{26EE1A17-F536-068A-F34E-BE94D4F497AC}"/>
                  </a:ext>
                </a:extLst>
              </p:cNvPr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9">
                <a:extLst>
                  <a:ext uri="{FF2B5EF4-FFF2-40B4-BE49-F238E27FC236}">
                    <a16:creationId xmlns:a16="http://schemas.microsoft.com/office/drawing/2014/main" id="{AE7A2AA8-E1ED-E633-7F06-CAD31056AD79}"/>
                  </a:ext>
                </a:extLst>
              </p:cNvPr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9">
                <a:extLst>
                  <a:ext uri="{FF2B5EF4-FFF2-40B4-BE49-F238E27FC236}">
                    <a16:creationId xmlns:a16="http://schemas.microsoft.com/office/drawing/2014/main" id="{9F944574-30E5-108B-A9E7-6D0252D918E4}"/>
                  </a:ext>
                </a:extLst>
              </p:cNvPr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9">
                <a:extLst>
                  <a:ext uri="{FF2B5EF4-FFF2-40B4-BE49-F238E27FC236}">
                    <a16:creationId xmlns:a16="http://schemas.microsoft.com/office/drawing/2014/main" id="{CBD55C87-B573-7CBE-B9EC-F611CC018137}"/>
                  </a:ext>
                </a:extLst>
              </p:cNvPr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9">
                <a:extLst>
                  <a:ext uri="{FF2B5EF4-FFF2-40B4-BE49-F238E27FC236}">
                    <a16:creationId xmlns:a16="http://schemas.microsoft.com/office/drawing/2014/main" id="{0E9F7849-0816-27BE-FCA7-2AF633BFC298}"/>
                  </a:ext>
                </a:extLst>
              </p:cNvPr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9">
                <a:extLst>
                  <a:ext uri="{FF2B5EF4-FFF2-40B4-BE49-F238E27FC236}">
                    <a16:creationId xmlns:a16="http://schemas.microsoft.com/office/drawing/2014/main" id="{8655BB0C-6105-CFBC-53D6-D2705EB4AB83}"/>
                  </a:ext>
                </a:extLst>
              </p:cNvPr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9">
                <a:extLst>
                  <a:ext uri="{FF2B5EF4-FFF2-40B4-BE49-F238E27FC236}">
                    <a16:creationId xmlns:a16="http://schemas.microsoft.com/office/drawing/2014/main" id="{1D644D02-B97C-E192-3826-9A4209F892AB}"/>
                  </a:ext>
                </a:extLst>
              </p:cNvPr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4" name="Google Shape;1514;p29">
              <a:extLst>
                <a:ext uri="{FF2B5EF4-FFF2-40B4-BE49-F238E27FC236}">
                  <a16:creationId xmlns:a16="http://schemas.microsoft.com/office/drawing/2014/main" id="{CE68313B-AE8B-4EF9-E936-7BCB98BA0F6E}"/>
                </a:ext>
              </a:extLst>
            </p:cNvPr>
            <p:cNvSpPr/>
            <p:nvPr/>
          </p:nvSpPr>
          <p:spPr>
            <a:xfrm>
              <a:off x="7225068" y="3624794"/>
              <a:ext cx="890332" cy="888400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Google Shape;2852;p49">
            <a:extLst>
              <a:ext uri="{FF2B5EF4-FFF2-40B4-BE49-F238E27FC236}">
                <a16:creationId xmlns:a16="http://schemas.microsoft.com/office/drawing/2014/main" id="{8D567091-BEB8-2AAE-1C0C-48064C7969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6547" b="16540"/>
          <a:stretch/>
        </p:blipFill>
        <p:spPr>
          <a:xfrm>
            <a:off x="6523884" y="1397408"/>
            <a:ext cx="2056060" cy="1458838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TextBox 1514">
            <a:extLst>
              <a:ext uri="{FF2B5EF4-FFF2-40B4-BE49-F238E27FC236}">
                <a16:creationId xmlns:a16="http://schemas.microsoft.com/office/drawing/2014/main" id="{8DFE08BD-3B08-D6CF-7C7E-8E2DD8612413}"/>
              </a:ext>
            </a:extLst>
          </p:cNvPr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4EF3BB83-A370-0BE0-72DE-0B75B01A9D83}"/>
              </a:ext>
            </a:extLst>
          </p:cNvPr>
          <p:cNvSpPr>
            <a:spLocks noGrp="1" noChangeArrowheads="1"/>
          </p:cNvSpPr>
          <p:nvPr>
            <p:ph type="subTitle" idx="3"/>
          </p:nvPr>
        </p:nvSpPr>
        <p:spPr bwMode="auto">
          <a:xfrm>
            <a:off x="724131" y="1544132"/>
            <a:ext cx="555953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Excel/Google Sheets</a:t>
            </a:r>
            <a:r>
              <a:rPr lang="en-US" altLang="en-US" b="0" dirty="0">
                <a:solidFill>
                  <a:schemeClr val="tx1"/>
                </a:solidFill>
                <a:latin typeface="Arial" panose="020B0604020202020204" pitchFamily="34" charset="0"/>
              </a:rPr>
              <a:t> – test cases documentation</a:t>
            </a:r>
            <a:endParaRPr lang="ar-EG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GitHub</a:t>
            </a:r>
            <a:r>
              <a:rPr lang="en-US" altLang="en-US" b="0" dirty="0">
                <a:solidFill>
                  <a:schemeClr val="tx1"/>
                </a:solidFill>
                <a:latin typeface="Arial" panose="020B0604020202020204" pitchFamily="34" charset="0"/>
              </a:rPr>
              <a:t> – team collaboration &amp; version control</a:t>
            </a:r>
            <a:endParaRPr lang="ar-EG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IDE (VS Code /Eclipse)</a:t>
            </a:r>
            <a:r>
              <a:rPr lang="en-US" altLang="en-US" b="0" dirty="0">
                <a:solidFill>
                  <a:schemeClr val="tx1"/>
                </a:solidFill>
                <a:latin typeface="Arial" panose="020B0604020202020204" pitchFamily="34" charset="0"/>
              </a:rPr>
              <a:t> – writing automation scripts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795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>
          <a:extLst>
            <a:ext uri="{FF2B5EF4-FFF2-40B4-BE49-F238E27FC236}">
              <a16:creationId xmlns:a16="http://schemas.microsoft.com/office/drawing/2014/main" id="{C23C95DC-9AEA-42AC-2240-A524D3ED4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28">
            <a:extLst>
              <a:ext uri="{FF2B5EF4-FFF2-40B4-BE49-F238E27FC236}">
                <a16:creationId xmlns:a16="http://schemas.microsoft.com/office/drawing/2014/main" id="{A8FD39E7-CF86-8695-241D-89C4A6F40F6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69226" y="1021357"/>
            <a:ext cx="5362221" cy="18626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ar-EG" sz="2800" dirty="0"/>
              <a:t>  </a:t>
            </a:r>
            <a:r>
              <a:rPr lang="en-US" sz="2800" dirty="0"/>
              <a:t>Challenges &amp; What We Learned</a:t>
            </a:r>
          </a:p>
        </p:txBody>
      </p:sp>
      <p:grpSp>
        <p:nvGrpSpPr>
          <p:cNvPr id="1291" name="Google Shape;1291;p28">
            <a:extLst>
              <a:ext uri="{FF2B5EF4-FFF2-40B4-BE49-F238E27FC236}">
                <a16:creationId xmlns:a16="http://schemas.microsoft.com/office/drawing/2014/main" id="{3C7E6270-E1D4-CD39-69E4-9A2DA17B2DB7}"/>
              </a:ext>
            </a:extLst>
          </p:cNvPr>
          <p:cNvGrpSpPr/>
          <p:nvPr/>
        </p:nvGrpSpPr>
        <p:grpSpPr>
          <a:xfrm>
            <a:off x="720960" y="1144151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>
              <a:extLst>
                <a:ext uri="{FF2B5EF4-FFF2-40B4-BE49-F238E27FC236}">
                  <a16:creationId xmlns:a16="http://schemas.microsoft.com/office/drawing/2014/main" id="{5C891283-145F-4D35-8680-BA9536744DCD}"/>
                </a:ext>
              </a:extLst>
            </p:cNvPr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>
              <a:extLst>
                <a:ext uri="{FF2B5EF4-FFF2-40B4-BE49-F238E27FC236}">
                  <a16:creationId xmlns:a16="http://schemas.microsoft.com/office/drawing/2014/main" id="{41DB6934-C638-B197-F9CA-242CDFAB72E0}"/>
                </a:ext>
              </a:extLst>
            </p:cNvPr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>
              <a:extLst>
                <a:ext uri="{FF2B5EF4-FFF2-40B4-BE49-F238E27FC236}">
                  <a16:creationId xmlns:a16="http://schemas.microsoft.com/office/drawing/2014/main" id="{8C0897E5-0773-B431-1B83-276F8AD5020B}"/>
                </a:ext>
              </a:extLst>
            </p:cNvPr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>
              <a:extLst>
                <a:ext uri="{FF2B5EF4-FFF2-40B4-BE49-F238E27FC236}">
                  <a16:creationId xmlns:a16="http://schemas.microsoft.com/office/drawing/2014/main" id="{637A2D7E-4638-CB9D-ED88-EF41BA321CA0}"/>
                </a:ext>
              </a:extLst>
            </p:cNvPr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>
              <a:extLst>
                <a:ext uri="{FF2B5EF4-FFF2-40B4-BE49-F238E27FC236}">
                  <a16:creationId xmlns:a16="http://schemas.microsoft.com/office/drawing/2014/main" id="{BB274504-EA01-3104-964D-19D0CAF76EE2}"/>
                </a:ext>
              </a:extLst>
            </p:cNvPr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>
              <a:extLst>
                <a:ext uri="{FF2B5EF4-FFF2-40B4-BE49-F238E27FC236}">
                  <a16:creationId xmlns:a16="http://schemas.microsoft.com/office/drawing/2014/main" id="{E6CBC772-37BB-7538-501F-C564CE60A332}"/>
                </a:ext>
              </a:extLst>
            </p:cNvPr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>
              <a:extLst>
                <a:ext uri="{FF2B5EF4-FFF2-40B4-BE49-F238E27FC236}">
                  <a16:creationId xmlns:a16="http://schemas.microsoft.com/office/drawing/2014/main" id="{DA0BED70-2402-3EF5-EFF1-C2FB12384D94}"/>
                </a:ext>
              </a:extLst>
            </p:cNvPr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>
              <a:extLst>
                <a:ext uri="{FF2B5EF4-FFF2-40B4-BE49-F238E27FC236}">
                  <a16:creationId xmlns:a16="http://schemas.microsoft.com/office/drawing/2014/main" id="{9A47A5EF-B83F-CBC8-8F85-35B14C5881C7}"/>
                </a:ext>
              </a:extLst>
            </p:cNvPr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>
              <a:extLst>
                <a:ext uri="{FF2B5EF4-FFF2-40B4-BE49-F238E27FC236}">
                  <a16:creationId xmlns:a16="http://schemas.microsoft.com/office/drawing/2014/main" id="{B14B6E72-4641-3F5D-6A4C-AC2D7A0D0B83}"/>
                </a:ext>
              </a:extLst>
            </p:cNvPr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>
              <a:extLst>
                <a:ext uri="{FF2B5EF4-FFF2-40B4-BE49-F238E27FC236}">
                  <a16:creationId xmlns:a16="http://schemas.microsoft.com/office/drawing/2014/main" id="{B7F5C9CB-AB30-538A-B7D7-726BF88F334E}"/>
                </a:ext>
              </a:extLst>
            </p:cNvPr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>
              <a:extLst>
                <a:ext uri="{FF2B5EF4-FFF2-40B4-BE49-F238E27FC236}">
                  <a16:creationId xmlns:a16="http://schemas.microsoft.com/office/drawing/2014/main" id="{327AC2B1-3042-8DF3-4D71-226928D3E193}"/>
                </a:ext>
              </a:extLst>
            </p:cNvPr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>
              <a:extLst>
                <a:ext uri="{FF2B5EF4-FFF2-40B4-BE49-F238E27FC236}">
                  <a16:creationId xmlns:a16="http://schemas.microsoft.com/office/drawing/2014/main" id="{CAF40211-CD65-7487-7804-B9CEF7A86627}"/>
                </a:ext>
              </a:extLst>
            </p:cNvPr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>
              <a:extLst>
                <a:ext uri="{FF2B5EF4-FFF2-40B4-BE49-F238E27FC236}">
                  <a16:creationId xmlns:a16="http://schemas.microsoft.com/office/drawing/2014/main" id="{95FA26B9-E503-9A8E-E89A-CEE5501DB5BA}"/>
                </a:ext>
              </a:extLst>
            </p:cNvPr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>
              <a:extLst>
                <a:ext uri="{FF2B5EF4-FFF2-40B4-BE49-F238E27FC236}">
                  <a16:creationId xmlns:a16="http://schemas.microsoft.com/office/drawing/2014/main" id="{EAA1A508-0EC4-DFFB-5547-AB0AAA28FB7E}"/>
                </a:ext>
              </a:extLst>
            </p:cNvPr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>
              <a:extLst>
                <a:ext uri="{FF2B5EF4-FFF2-40B4-BE49-F238E27FC236}">
                  <a16:creationId xmlns:a16="http://schemas.microsoft.com/office/drawing/2014/main" id="{38D3F67F-A1BD-23A2-FE20-040F9D08DEE0}"/>
                </a:ext>
              </a:extLst>
            </p:cNvPr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>
              <a:extLst>
                <a:ext uri="{FF2B5EF4-FFF2-40B4-BE49-F238E27FC236}">
                  <a16:creationId xmlns:a16="http://schemas.microsoft.com/office/drawing/2014/main" id="{1F34E016-F4E6-64D0-9822-774CB05ABBDD}"/>
                </a:ext>
              </a:extLst>
            </p:cNvPr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>
              <a:extLst>
                <a:ext uri="{FF2B5EF4-FFF2-40B4-BE49-F238E27FC236}">
                  <a16:creationId xmlns:a16="http://schemas.microsoft.com/office/drawing/2014/main" id="{B420B000-CB03-0F6A-5D6C-99200AEE2272}"/>
                </a:ext>
              </a:extLst>
            </p:cNvPr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>
              <a:extLst>
                <a:ext uri="{FF2B5EF4-FFF2-40B4-BE49-F238E27FC236}">
                  <a16:creationId xmlns:a16="http://schemas.microsoft.com/office/drawing/2014/main" id="{282F09D6-4F43-69FE-DDC7-44B764B28097}"/>
                </a:ext>
              </a:extLst>
            </p:cNvPr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>
              <a:extLst>
                <a:ext uri="{FF2B5EF4-FFF2-40B4-BE49-F238E27FC236}">
                  <a16:creationId xmlns:a16="http://schemas.microsoft.com/office/drawing/2014/main" id="{84297B8B-5BB8-084E-01E2-43D4C850053C}"/>
                </a:ext>
              </a:extLst>
            </p:cNvPr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>
              <a:extLst>
                <a:ext uri="{FF2B5EF4-FFF2-40B4-BE49-F238E27FC236}">
                  <a16:creationId xmlns:a16="http://schemas.microsoft.com/office/drawing/2014/main" id="{72D41B5D-1C8A-786E-79DA-E304D3D36658}"/>
                </a:ext>
              </a:extLst>
            </p:cNvPr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>
              <a:extLst>
                <a:ext uri="{FF2B5EF4-FFF2-40B4-BE49-F238E27FC236}">
                  <a16:creationId xmlns:a16="http://schemas.microsoft.com/office/drawing/2014/main" id="{5FD90C1C-31AB-A0CC-B768-7178D19D2CA3}"/>
                </a:ext>
              </a:extLst>
            </p:cNvPr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>
              <a:extLst>
                <a:ext uri="{FF2B5EF4-FFF2-40B4-BE49-F238E27FC236}">
                  <a16:creationId xmlns:a16="http://schemas.microsoft.com/office/drawing/2014/main" id="{3CF8B708-2A6B-8539-DED2-F7D2E97357A6}"/>
                </a:ext>
              </a:extLst>
            </p:cNvPr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>
              <a:extLst>
                <a:ext uri="{FF2B5EF4-FFF2-40B4-BE49-F238E27FC236}">
                  <a16:creationId xmlns:a16="http://schemas.microsoft.com/office/drawing/2014/main" id="{5A76E672-FEBB-913A-B623-18CA1073A00B}"/>
                </a:ext>
              </a:extLst>
            </p:cNvPr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>
              <a:extLst>
                <a:ext uri="{FF2B5EF4-FFF2-40B4-BE49-F238E27FC236}">
                  <a16:creationId xmlns:a16="http://schemas.microsoft.com/office/drawing/2014/main" id="{ADE5C584-206E-8A38-47EA-BCC0B6466B1A}"/>
                </a:ext>
              </a:extLst>
            </p:cNvPr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>
              <a:extLst>
                <a:ext uri="{FF2B5EF4-FFF2-40B4-BE49-F238E27FC236}">
                  <a16:creationId xmlns:a16="http://schemas.microsoft.com/office/drawing/2014/main" id="{F0FD06B4-2F3F-49A1-22F5-DDEE1233500F}"/>
                </a:ext>
              </a:extLst>
            </p:cNvPr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>
              <a:extLst>
                <a:ext uri="{FF2B5EF4-FFF2-40B4-BE49-F238E27FC236}">
                  <a16:creationId xmlns:a16="http://schemas.microsoft.com/office/drawing/2014/main" id="{077E4737-ABFC-0652-724B-7D7F6E9EA04D}"/>
                </a:ext>
              </a:extLst>
            </p:cNvPr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>
              <a:extLst>
                <a:ext uri="{FF2B5EF4-FFF2-40B4-BE49-F238E27FC236}">
                  <a16:creationId xmlns:a16="http://schemas.microsoft.com/office/drawing/2014/main" id="{09A08A94-E991-5B46-2CE3-70256370D8DD}"/>
                </a:ext>
              </a:extLst>
            </p:cNvPr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>
              <a:extLst>
                <a:ext uri="{FF2B5EF4-FFF2-40B4-BE49-F238E27FC236}">
                  <a16:creationId xmlns:a16="http://schemas.microsoft.com/office/drawing/2014/main" id="{AF53D956-5CAC-831D-DA0E-85509F656666}"/>
                </a:ext>
              </a:extLst>
            </p:cNvPr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>
              <a:extLst>
                <a:ext uri="{FF2B5EF4-FFF2-40B4-BE49-F238E27FC236}">
                  <a16:creationId xmlns:a16="http://schemas.microsoft.com/office/drawing/2014/main" id="{E245805F-C666-CD4A-E52F-8ADA2A2AFC25}"/>
                </a:ext>
              </a:extLst>
            </p:cNvPr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>
              <a:extLst>
                <a:ext uri="{FF2B5EF4-FFF2-40B4-BE49-F238E27FC236}">
                  <a16:creationId xmlns:a16="http://schemas.microsoft.com/office/drawing/2014/main" id="{80BF2973-42C7-4B17-5558-5F218E66F76A}"/>
                </a:ext>
              </a:extLst>
            </p:cNvPr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>
              <a:extLst>
                <a:ext uri="{FF2B5EF4-FFF2-40B4-BE49-F238E27FC236}">
                  <a16:creationId xmlns:a16="http://schemas.microsoft.com/office/drawing/2014/main" id="{6B33666C-ECD7-93BA-A1E7-2413F4343BF3}"/>
                </a:ext>
              </a:extLst>
            </p:cNvPr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>
              <a:extLst>
                <a:ext uri="{FF2B5EF4-FFF2-40B4-BE49-F238E27FC236}">
                  <a16:creationId xmlns:a16="http://schemas.microsoft.com/office/drawing/2014/main" id="{70D8FFC1-CC07-2215-3124-06FACCAC4EF1}"/>
                </a:ext>
              </a:extLst>
            </p:cNvPr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>
              <a:extLst>
                <a:ext uri="{FF2B5EF4-FFF2-40B4-BE49-F238E27FC236}">
                  <a16:creationId xmlns:a16="http://schemas.microsoft.com/office/drawing/2014/main" id="{FEF3CDF3-1423-B7F6-471A-23FD106C4B0B}"/>
                </a:ext>
              </a:extLst>
            </p:cNvPr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>
              <a:extLst>
                <a:ext uri="{FF2B5EF4-FFF2-40B4-BE49-F238E27FC236}">
                  <a16:creationId xmlns:a16="http://schemas.microsoft.com/office/drawing/2014/main" id="{0AFC140A-433E-44EF-171E-1AD946384E11}"/>
                </a:ext>
              </a:extLst>
            </p:cNvPr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>
              <a:extLst>
                <a:ext uri="{FF2B5EF4-FFF2-40B4-BE49-F238E27FC236}">
                  <a16:creationId xmlns:a16="http://schemas.microsoft.com/office/drawing/2014/main" id="{50081DAC-54F4-EE45-EAF7-9BE4D5DED229}"/>
                </a:ext>
              </a:extLst>
            </p:cNvPr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>
              <a:extLst>
                <a:ext uri="{FF2B5EF4-FFF2-40B4-BE49-F238E27FC236}">
                  <a16:creationId xmlns:a16="http://schemas.microsoft.com/office/drawing/2014/main" id="{2CF254B9-8570-F735-A4D2-50B3B2C72A8F}"/>
                </a:ext>
              </a:extLst>
            </p:cNvPr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>
              <a:extLst>
                <a:ext uri="{FF2B5EF4-FFF2-40B4-BE49-F238E27FC236}">
                  <a16:creationId xmlns:a16="http://schemas.microsoft.com/office/drawing/2014/main" id="{91EDB688-C532-352A-B669-3B85E6591C3F}"/>
                </a:ext>
              </a:extLst>
            </p:cNvPr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>
              <a:extLst>
                <a:ext uri="{FF2B5EF4-FFF2-40B4-BE49-F238E27FC236}">
                  <a16:creationId xmlns:a16="http://schemas.microsoft.com/office/drawing/2014/main" id="{79E773A4-BE87-8585-0492-139E0F5CE9E3}"/>
                </a:ext>
              </a:extLst>
            </p:cNvPr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>
              <a:extLst>
                <a:ext uri="{FF2B5EF4-FFF2-40B4-BE49-F238E27FC236}">
                  <a16:creationId xmlns:a16="http://schemas.microsoft.com/office/drawing/2014/main" id="{FDCC8681-DC8B-4820-E816-A8B5EDAD770A}"/>
                </a:ext>
              </a:extLst>
            </p:cNvPr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>
              <a:extLst>
                <a:ext uri="{FF2B5EF4-FFF2-40B4-BE49-F238E27FC236}">
                  <a16:creationId xmlns:a16="http://schemas.microsoft.com/office/drawing/2014/main" id="{B7358E5B-1C6A-4A17-4B4C-099EDF78E5CE}"/>
                </a:ext>
              </a:extLst>
            </p:cNvPr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>
              <a:extLst>
                <a:ext uri="{FF2B5EF4-FFF2-40B4-BE49-F238E27FC236}">
                  <a16:creationId xmlns:a16="http://schemas.microsoft.com/office/drawing/2014/main" id="{D589F3EF-56B8-0130-ACC8-A490501FB005}"/>
                </a:ext>
              </a:extLst>
            </p:cNvPr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>
              <a:extLst>
                <a:ext uri="{FF2B5EF4-FFF2-40B4-BE49-F238E27FC236}">
                  <a16:creationId xmlns:a16="http://schemas.microsoft.com/office/drawing/2014/main" id="{EE975AE6-8E6C-9C62-F6E8-8298D5ED0615}"/>
                </a:ext>
              </a:extLst>
            </p:cNvPr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>
              <a:extLst>
                <a:ext uri="{FF2B5EF4-FFF2-40B4-BE49-F238E27FC236}">
                  <a16:creationId xmlns:a16="http://schemas.microsoft.com/office/drawing/2014/main" id="{A48672B7-C377-FC7F-E5FB-41361AEBC523}"/>
                </a:ext>
              </a:extLst>
            </p:cNvPr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>
              <a:extLst>
                <a:ext uri="{FF2B5EF4-FFF2-40B4-BE49-F238E27FC236}">
                  <a16:creationId xmlns:a16="http://schemas.microsoft.com/office/drawing/2014/main" id="{C6E4A36C-9B54-D19A-B9B7-56F4D68EE141}"/>
                </a:ext>
              </a:extLst>
            </p:cNvPr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>
              <a:extLst>
                <a:ext uri="{FF2B5EF4-FFF2-40B4-BE49-F238E27FC236}">
                  <a16:creationId xmlns:a16="http://schemas.microsoft.com/office/drawing/2014/main" id="{D94B357F-57F5-ECE8-5EEB-24FB60E333D0}"/>
                </a:ext>
              </a:extLst>
            </p:cNvPr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>
              <a:extLst>
                <a:ext uri="{FF2B5EF4-FFF2-40B4-BE49-F238E27FC236}">
                  <a16:creationId xmlns:a16="http://schemas.microsoft.com/office/drawing/2014/main" id="{73A0EED5-DB10-2529-CBA2-7862C46A2518}"/>
                </a:ext>
              </a:extLst>
            </p:cNvPr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>
              <a:extLst>
                <a:ext uri="{FF2B5EF4-FFF2-40B4-BE49-F238E27FC236}">
                  <a16:creationId xmlns:a16="http://schemas.microsoft.com/office/drawing/2014/main" id="{0A3AD915-6214-5721-B975-7A6BAF030AAD}"/>
                </a:ext>
              </a:extLst>
            </p:cNvPr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>
              <a:extLst>
                <a:ext uri="{FF2B5EF4-FFF2-40B4-BE49-F238E27FC236}">
                  <a16:creationId xmlns:a16="http://schemas.microsoft.com/office/drawing/2014/main" id="{5D4E8089-427D-CC97-647F-4A34683CF3FA}"/>
                </a:ext>
              </a:extLst>
            </p:cNvPr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>
              <a:extLst>
                <a:ext uri="{FF2B5EF4-FFF2-40B4-BE49-F238E27FC236}">
                  <a16:creationId xmlns:a16="http://schemas.microsoft.com/office/drawing/2014/main" id="{2808AEF6-EB92-3C3F-EFC1-0389FA6883F2}"/>
                </a:ext>
              </a:extLst>
            </p:cNvPr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>
              <a:extLst>
                <a:ext uri="{FF2B5EF4-FFF2-40B4-BE49-F238E27FC236}">
                  <a16:creationId xmlns:a16="http://schemas.microsoft.com/office/drawing/2014/main" id="{BC715892-0C9E-E7B9-0CCA-5933A83C906B}"/>
                </a:ext>
              </a:extLst>
            </p:cNvPr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>
              <a:extLst>
                <a:ext uri="{FF2B5EF4-FFF2-40B4-BE49-F238E27FC236}">
                  <a16:creationId xmlns:a16="http://schemas.microsoft.com/office/drawing/2014/main" id="{78C41CD4-806A-447C-C2FD-FAD8362D040C}"/>
                </a:ext>
              </a:extLst>
            </p:cNvPr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>
              <a:extLst>
                <a:ext uri="{FF2B5EF4-FFF2-40B4-BE49-F238E27FC236}">
                  <a16:creationId xmlns:a16="http://schemas.microsoft.com/office/drawing/2014/main" id="{5174A169-355A-71CC-EE19-FCC85194E9CE}"/>
                </a:ext>
              </a:extLst>
            </p:cNvPr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>
              <a:extLst>
                <a:ext uri="{FF2B5EF4-FFF2-40B4-BE49-F238E27FC236}">
                  <a16:creationId xmlns:a16="http://schemas.microsoft.com/office/drawing/2014/main" id="{24446E86-2AEA-47EB-561A-0FEB3B772986}"/>
                </a:ext>
              </a:extLst>
            </p:cNvPr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>
              <a:extLst>
                <a:ext uri="{FF2B5EF4-FFF2-40B4-BE49-F238E27FC236}">
                  <a16:creationId xmlns:a16="http://schemas.microsoft.com/office/drawing/2014/main" id="{D1653439-62A4-5CC3-9891-8D49D1E8A56F}"/>
                </a:ext>
              </a:extLst>
            </p:cNvPr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>
              <a:extLst>
                <a:ext uri="{FF2B5EF4-FFF2-40B4-BE49-F238E27FC236}">
                  <a16:creationId xmlns:a16="http://schemas.microsoft.com/office/drawing/2014/main" id="{9F0279FE-A736-48B4-1036-D70D1D94F57D}"/>
                </a:ext>
              </a:extLst>
            </p:cNvPr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>
              <a:extLst>
                <a:ext uri="{FF2B5EF4-FFF2-40B4-BE49-F238E27FC236}">
                  <a16:creationId xmlns:a16="http://schemas.microsoft.com/office/drawing/2014/main" id="{B918A5DF-F64E-77F7-A0C5-55E00FEA5197}"/>
                </a:ext>
              </a:extLst>
            </p:cNvPr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>
              <a:extLst>
                <a:ext uri="{FF2B5EF4-FFF2-40B4-BE49-F238E27FC236}">
                  <a16:creationId xmlns:a16="http://schemas.microsoft.com/office/drawing/2014/main" id="{ACF8C291-6406-CE5C-575B-BC8657722825}"/>
                </a:ext>
              </a:extLst>
            </p:cNvPr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>
              <a:extLst>
                <a:ext uri="{FF2B5EF4-FFF2-40B4-BE49-F238E27FC236}">
                  <a16:creationId xmlns:a16="http://schemas.microsoft.com/office/drawing/2014/main" id="{1B28D891-3C16-E54C-231D-89304B63A614}"/>
                </a:ext>
              </a:extLst>
            </p:cNvPr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>
              <a:extLst>
                <a:ext uri="{FF2B5EF4-FFF2-40B4-BE49-F238E27FC236}">
                  <a16:creationId xmlns:a16="http://schemas.microsoft.com/office/drawing/2014/main" id="{2FADF0CC-3B4E-405C-1CCB-9C3E22981689}"/>
                </a:ext>
              </a:extLst>
            </p:cNvPr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>
              <a:extLst>
                <a:ext uri="{FF2B5EF4-FFF2-40B4-BE49-F238E27FC236}">
                  <a16:creationId xmlns:a16="http://schemas.microsoft.com/office/drawing/2014/main" id="{86CF28F9-3D83-C978-0954-D92A67B979E6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>
              <a:extLst>
                <a:ext uri="{FF2B5EF4-FFF2-40B4-BE49-F238E27FC236}">
                  <a16:creationId xmlns:a16="http://schemas.microsoft.com/office/drawing/2014/main" id="{34C67F8F-59FF-E3EC-C431-8A15B4620F58}"/>
                </a:ext>
              </a:extLst>
            </p:cNvPr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>
              <a:extLst>
                <a:ext uri="{FF2B5EF4-FFF2-40B4-BE49-F238E27FC236}">
                  <a16:creationId xmlns:a16="http://schemas.microsoft.com/office/drawing/2014/main" id="{217583FE-6487-FFDA-CA28-A44A9F89F444}"/>
                </a:ext>
              </a:extLst>
            </p:cNvPr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>
              <a:extLst>
                <a:ext uri="{FF2B5EF4-FFF2-40B4-BE49-F238E27FC236}">
                  <a16:creationId xmlns:a16="http://schemas.microsoft.com/office/drawing/2014/main" id="{C574ABFB-5C46-27AF-86C1-002BA05CDB02}"/>
                </a:ext>
              </a:extLst>
            </p:cNvPr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>
              <a:extLst>
                <a:ext uri="{FF2B5EF4-FFF2-40B4-BE49-F238E27FC236}">
                  <a16:creationId xmlns:a16="http://schemas.microsoft.com/office/drawing/2014/main" id="{4F8601DA-3149-1BBD-75A3-64B0316F3040}"/>
                </a:ext>
              </a:extLst>
            </p:cNvPr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>
              <a:extLst>
                <a:ext uri="{FF2B5EF4-FFF2-40B4-BE49-F238E27FC236}">
                  <a16:creationId xmlns:a16="http://schemas.microsoft.com/office/drawing/2014/main" id="{896658BB-2ABD-08EA-B9AC-3EFC332F0151}"/>
                </a:ext>
              </a:extLst>
            </p:cNvPr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>
              <a:extLst>
                <a:ext uri="{FF2B5EF4-FFF2-40B4-BE49-F238E27FC236}">
                  <a16:creationId xmlns:a16="http://schemas.microsoft.com/office/drawing/2014/main" id="{0A5DF01C-515C-D965-8467-E2A6744D05B4}"/>
                </a:ext>
              </a:extLst>
            </p:cNvPr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>
              <a:extLst>
                <a:ext uri="{FF2B5EF4-FFF2-40B4-BE49-F238E27FC236}">
                  <a16:creationId xmlns:a16="http://schemas.microsoft.com/office/drawing/2014/main" id="{0A43C8F7-ED3C-F316-1108-CA0E8BAF9259}"/>
                </a:ext>
              </a:extLst>
            </p:cNvPr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>
              <a:extLst>
                <a:ext uri="{FF2B5EF4-FFF2-40B4-BE49-F238E27FC236}">
                  <a16:creationId xmlns:a16="http://schemas.microsoft.com/office/drawing/2014/main" id="{AF4D5E4D-8216-F18E-DE0C-296D579F8D8A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>
              <a:extLst>
                <a:ext uri="{FF2B5EF4-FFF2-40B4-BE49-F238E27FC236}">
                  <a16:creationId xmlns:a16="http://schemas.microsoft.com/office/drawing/2014/main" id="{5FCF316C-6219-4AC9-E86F-576008197BE5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>
              <a:extLst>
                <a:ext uri="{FF2B5EF4-FFF2-40B4-BE49-F238E27FC236}">
                  <a16:creationId xmlns:a16="http://schemas.microsoft.com/office/drawing/2014/main" id="{9D7E0782-037B-81D9-4833-256E04479BD8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>
              <a:extLst>
                <a:ext uri="{FF2B5EF4-FFF2-40B4-BE49-F238E27FC236}">
                  <a16:creationId xmlns:a16="http://schemas.microsoft.com/office/drawing/2014/main" id="{95E6BACC-F188-2830-D412-473A5C56CB3E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>
              <a:extLst>
                <a:ext uri="{FF2B5EF4-FFF2-40B4-BE49-F238E27FC236}">
                  <a16:creationId xmlns:a16="http://schemas.microsoft.com/office/drawing/2014/main" id="{038E61F8-8E32-2E35-5676-7F6FF4ADA1DC}"/>
                </a:ext>
              </a:extLst>
            </p:cNvPr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>
              <a:extLst>
                <a:ext uri="{FF2B5EF4-FFF2-40B4-BE49-F238E27FC236}">
                  <a16:creationId xmlns:a16="http://schemas.microsoft.com/office/drawing/2014/main" id="{A66E0840-7453-B8CB-4924-334090EBACB8}"/>
                </a:ext>
              </a:extLst>
            </p:cNvPr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>
              <a:extLst>
                <a:ext uri="{FF2B5EF4-FFF2-40B4-BE49-F238E27FC236}">
                  <a16:creationId xmlns:a16="http://schemas.microsoft.com/office/drawing/2014/main" id="{440F846E-50B0-5432-A4AD-26ABB3481F97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>
              <a:extLst>
                <a:ext uri="{FF2B5EF4-FFF2-40B4-BE49-F238E27FC236}">
                  <a16:creationId xmlns:a16="http://schemas.microsoft.com/office/drawing/2014/main" id="{F7726CE6-8450-AFE8-B363-0B6C994384DA}"/>
                </a:ext>
              </a:extLst>
            </p:cNvPr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>
              <a:extLst>
                <a:ext uri="{FF2B5EF4-FFF2-40B4-BE49-F238E27FC236}">
                  <a16:creationId xmlns:a16="http://schemas.microsoft.com/office/drawing/2014/main" id="{FCAA6FFB-AAB9-2E6C-C4A3-E5CF26438AC2}"/>
                </a:ext>
              </a:extLst>
            </p:cNvPr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>
              <a:extLst>
                <a:ext uri="{FF2B5EF4-FFF2-40B4-BE49-F238E27FC236}">
                  <a16:creationId xmlns:a16="http://schemas.microsoft.com/office/drawing/2014/main" id="{AC9AD176-4B8E-DC89-3BD5-7DFF58856DA6}"/>
                </a:ext>
              </a:extLst>
            </p:cNvPr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>
              <a:extLst>
                <a:ext uri="{FF2B5EF4-FFF2-40B4-BE49-F238E27FC236}">
                  <a16:creationId xmlns:a16="http://schemas.microsoft.com/office/drawing/2014/main" id="{E3F877D8-E970-0E62-79BB-9930629E6B15}"/>
                </a:ext>
              </a:extLst>
            </p:cNvPr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>
              <a:extLst>
                <a:ext uri="{FF2B5EF4-FFF2-40B4-BE49-F238E27FC236}">
                  <a16:creationId xmlns:a16="http://schemas.microsoft.com/office/drawing/2014/main" id="{7EAB65A1-E454-1F17-8B97-72DBAF918C85}"/>
                </a:ext>
              </a:extLst>
            </p:cNvPr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>
              <a:extLst>
                <a:ext uri="{FF2B5EF4-FFF2-40B4-BE49-F238E27FC236}">
                  <a16:creationId xmlns:a16="http://schemas.microsoft.com/office/drawing/2014/main" id="{EF1CA160-F994-6929-9B18-AF3A84BE7D0B}"/>
                </a:ext>
              </a:extLst>
            </p:cNvPr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>
              <a:extLst>
                <a:ext uri="{FF2B5EF4-FFF2-40B4-BE49-F238E27FC236}">
                  <a16:creationId xmlns:a16="http://schemas.microsoft.com/office/drawing/2014/main" id="{852C7FA7-AC2B-743F-AFCE-2DE7B84E5C25}"/>
                </a:ext>
              </a:extLst>
            </p:cNvPr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>
              <a:extLst>
                <a:ext uri="{FF2B5EF4-FFF2-40B4-BE49-F238E27FC236}">
                  <a16:creationId xmlns:a16="http://schemas.microsoft.com/office/drawing/2014/main" id="{6FAECAD6-B50A-2B0C-C690-EEEFB166AE10}"/>
                </a:ext>
              </a:extLst>
            </p:cNvPr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>
              <a:extLst>
                <a:ext uri="{FF2B5EF4-FFF2-40B4-BE49-F238E27FC236}">
                  <a16:creationId xmlns:a16="http://schemas.microsoft.com/office/drawing/2014/main" id="{D9ABC41C-60BB-5234-284D-EC136749DA06}"/>
                </a:ext>
              </a:extLst>
            </p:cNvPr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>
              <a:extLst>
                <a:ext uri="{FF2B5EF4-FFF2-40B4-BE49-F238E27FC236}">
                  <a16:creationId xmlns:a16="http://schemas.microsoft.com/office/drawing/2014/main" id="{92003846-153D-9ED2-154C-E7F583EC963A}"/>
                </a:ext>
              </a:extLst>
            </p:cNvPr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>
              <a:extLst>
                <a:ext uri="{FF2B5EF4-FFF2-40B4-BE49-F238E27FC236}">
                  <a16:creationId xmlns:a16="http://schemas.microsoft.com/office/drawing/2014/main" id="{B440ACE8-7F17-672A-2768-747D48C57A2F}"/>
                </a:ext>
              </a:extLst>
            </p:cNvPr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>
              <a:extLst>
                <a:ext uri="{FF2B5EF4-FFF2-40B4-BE49-F238E27FC236}">
                  <a16:creationId xmlns:a16="http://schemas.microsoft.com/office/drawing/2014/main" id="{C08E3CEB-65BF-BB04-078D-4B9DF9B9A9E0}"/>
                </a:ext>
              </a:extLst>
            </p:cNvPr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>
              <a:extLst>
                <a:ext uri="{FF2B5EF4-FFF2-40B4-BE49-F238E27FC236}">
                  <a16:creationId xmlns:a16="http://schemas.microsoft.com/office/drawing/2014/main" id="{2E4FD3B6-FC1F-4EE6-8442-AE9814FFA18C}"/>
                </a:ext>
              </a:extLst>
            </p:cNvPr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>
              <a:extLst>
                <a:ext uri="{FF2B5EF4-FFF2-40B4-BE49-F238E27FC236}">
                  <a16:creationId xmlns:a16="http://schemas.microsoft.com/office/drawing/2014/main" id="{A4622880-25FB-160F-C5BC-A0C175578449}"/>
                </a:ext>
              </a:extLst>
            </p:cNvPr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>
              <a:extLst>
                <a:ext uri="{FF2B5EF4-FFF2-40B4-BE49-F238E27FC236}">
                  <a16:creationId xmlns:a16="http://schemas.microsoft.com/office/drawing/2014/main" id="{24C89A7C-A625-8F70-E380-12DD71CA28D6}"/>
                </a:ext>
              </a:extLst>
            </p:cNvPr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>
              <a:extLst>
                <a:ext uri="{FF2B5EF4-FFF2-40B4-BE49-F238E27FC236}">
                  <a16:creationId xmlns:a16="http://schemas.microsoft.com/office/drawing/2014/main" id="{7D6DA5A8-8E6E-1C06-73B8-AB2DF688EAF1}"/>
                </a:ext>
              </a:extLst>
            </p:cNvPr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>
              <a:extLst>
                <a:ext uri="{FF2B5EF4-FFF2-40B4-BE49-F238E27FC236}">
                  <a16:creationId xmlns:a16="http://schemas.microsoft.com/office/drawing/2014/main" id="{6D6B288C-C967-51B7-A478-3D7657571A15}"/>
                </a:ext>
              </a:extLst>
            </p:cNvPr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>
              <a:extLst>
                <a:ext uri="{FF2B5EF4-FFF2-40B4-BE49-F238E27FC236}">
                  <a16:creationId xmlns:a16="http://schemas.microsoft.com/office/drawing/2014/main" id="{A580E9F6-9E16-DCEE-2339-AB0870D76A70}"/>
                </a:ext>
              </a:extLst>
            </p:cNvPr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>
              <a:extLst>
                <a:ext uri="{FF2B5EF4-FFF2-40B4-BE49-F238E27FC236}">
                  <a16:creationId xmlns:a16="http://schemas.microsoft.com/office/drawing/2014/main" id="{7A5B04C8-414F-5582-D708-32C8CAD0391B}"/>
                </a:ext>
              </a:extLst>
            </p:cNvPr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>
              <a:extLst>
                <a:ext uri="{FF2B5EF4-FFF2-40B4-BE49-F238E27FC236}">
                  <a16:creationId xmlns:a16="http://schemas.microsoft.com/office/drawing/2014/main" id="{9F8FB991-91BE-B21E-75D0-BC70A43E26EE}"/>
                </a:ext>
              </a:extLst>
            </p:cNvPr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>
              <a:extLst>
                <a:ext uri="{FF2B5EF4-FFF2-40B4-BE49-F238E27FC236}">
                  <a16:creationId xmlns:a16="http://schemas.microsoft.com/office/drawing/2014/main" id="{CAC5F5D6-C699-DEB5-2775-9DE65AE7EDA0}"/>
                </a:ext>
              </a:extLst>
            </p:cNvPr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>
              <a:extLst>
                <a:ext uri="{FF2B5EF4-FFF2-40B4-BE49-F238E27FC236}">
                  <a16:creationId xmlns:a16="http://schemas.microsoft.com/office/drawing/2014/main" id="{C55ED81A-3D00-07E0-49CB-BB166D38E813}"/>
                </a:ext>
              </a:extLst>
            </p:cNvPr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>
              <a:extLst>
                <a:ext uri="{FF2B5EF4-FFF2-40B4-BE49-F238E27FC236}">
                  <a16:creationId xmlns:a16="http://schemas.microsoft.com/office/drawing/2014/main" id="{AAF67687-1958-324C-2651-376931BE7562}"/>
                </a:ext>
              </a:extLst>
            </p:cNvPr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>
              <a:extLst>
                <a:ext uri="{FF2B5EF4-FFF2-40B4-BE49-F238E27FC236}">
                  <a16:creationId xmlns:a16="http://schemas.microsoft.com/office/drawing/2014/main" id="{B6FD7C24-34D3-182E-7F89-5C6BDCC36B27}"/>
                </a:ext>
              </a:extLst>
            </p:cNvPr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>
              <a:extLst>
                <a:ext uri="{FF2B5EF4-FFF2-40B4-BE49-F238E27FC236}">
                  <a16:creationId xmlns:a16="http://schemas.microsoft.com/office/drawing/2014/main" id="{F72B5B3A-C089-FAA7-E554-B6C140373D40}"/>
                </a:ext>
              </a:extLst>
            </p:cNvPr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>
              <a:extLst>
                <a:ext uri="{FF2B5EF4-FFF2-40B4-BE49-F238E27FC236}">
                  <a16:creationId xmlns:a16="http://schemas.microsoft.com/office/drawing/2014/main" id="{ED5F7362-75AA-A57E-49FC-4D91046F9F42}"/>
                </a:ext>
              </a:extLst>
            </p:cNvPr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>
              <a:extLst>
                <a:ext uri="{FF2B5EF4-FFF2-40B4-BE49-F238E27FC236}">
                  <a16:creationId xmlns:a16="http://schemas.microsoft.com/office/drawing/2014/main" id="{BB007896-09AB-39AB-8539-827D874E6FEF}"/>
                </a:ext>
              </a:extLst>
            </p:cNvPr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>
              <a:extLst>
                <a:ext uri="{FF2B5EF4-FFF2-40B4-BE49-F238E27FC236}">
                  <a16:creationId xmlns:a16="http://schemas.microsoft.com/office/drawing/2014/main" id="{94773796-F142-060A-8563-88AD96F71D56}"/>
                </a:ext>
              </a:extLst>
            </p:cNvPr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>
              <a:extLst>
                <a:ext uri="{FF2B5EF4-FFF2-40B4-BE49-F238E27FC236}">
                  <a16:creationId xmlns:a16="http://schemas.microsoft.com/office/drawing/2014/main" id="{3D715462-871E-7726-46CC-ACA9E456BDA0}"/>
                </a:ext>
              </a:extLst>
            </p:cNvPr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>
              <a:extLst>
                <a:ext uri="{FF2B5EF4-FFF2-40B4-BE49-F238E27FC236}">
                  <a16:creationId xmlns:a16="http://schemas.microsoft.com/office/drawing/2014/main" id="{7D24D4CF-6151-C020-D558-C6222AD98CF5}"/>
                </a:ext>
              </a:extLst>
            </p:cNvPr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>
              <a:extLst>
                <a:ext uri="{FF2B5EF4-FFF2-40B4-BE49-F238E27FC236}">
                  <a16:creationId xmlns:a16="http://schemas.microsoft.com/office/drawing/2014/main" id="{8D33840F-E0DB-11B8-A052-579A6A9D6249}"/>
                </a:ext>
              </a:extLst>
            </p:cNvPr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>
              <a:extLst>
                <a:ext uri="{FF2B5EF4-FFF2-40B4-BE49-F238E27FC236}">
                  <a16:creationId xmlns:a16="http://schemas.microsoft.com/office/drawing/2014/main" id="{BBE74496-85EF-6C7A-0C3B-992D3648ECD2}"/>
                </a:ext>
              </a:extLst>
            </p:cNvPr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>
              <a:extLst>
                <a:ext uri="{FF2B5EF4-FFF2-40B4-BE49-F238E27FC236}">
                  <a16:creationId xmlns:a16="http://schemas.microsoft.com/office/drawing/2014/main" id="{F1117096-3009-A9F0-29C4-39D86BB41CF7}"/>
                </a:ext>
              </a:extLst>
            </p:cNvPr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>
              <a:extLst>
                <a:ext uri="{FF2B5EF4-FFF2-40B4-BE49-F238E27FC236}">
                  <a16:creationId xmlns:a16="http://schemas.microsoft.com/office/drawing/2014/main" id="{8CC1E722-44B4-F22E-6118-1AB5DF1C6371}"/>
                </a:ext>
              </a:extLst>
            </p:cNvPr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>
              <a:extLst>
                <a:ext uri="{FF2B5EF4-FFF2-40B4-BE49-F238E27FC236}">
                  <a16:creationId xmlns:a16="http://schemas.microsoft.com/office/drawing/2014/main" id="{2AF12433-A613-4E99-BA57-74C3732A0B09}"/>
                </a:ext>
              </a:extLst>
            </p:cNvPr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>
              <a:extLst>
                <a:ext uri="{FF2B5EF4-FFF2-40B4-BE49-F238E27FC236}">
                  <a16:creationId xmlns:a16="http://schemas.microsoft.com/office/drawing/2014/main" id="{BA376B2D-289B-39D6-64D3-DAA0F03901A5}"/>
                </a:ext>
              </a:extLst>
            </p:cNvPr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>
              <a:extLst>
                <a:ext uri="{FF2B5EF4-FFF2-40B4-BE49-F238E27FC236}">
                  <a16:creationId xmlns:a16="http://schemas.microsoft.com/office/drawing/2014/main" id="{ED1044D2-8342-8349-FC75-CCADD56EA3AA}"/>
                </a:ext>
              </a:extLst>
            </p:cNvPr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>
              <a:extLst>
                <a:ext uri="{FF2B5EF4-FFF2-40B4-BE49-F238E27FC236}">
                  <a16:creationId xmlns:a16="http://schemas.microsoft.com/office/drawing/2014/main" id="{F8F6105B-1BC9-ADBF-95AD-86EAA1CD1F98}"/>
                </a:ext>
              </a:extLst>
            </p:cNvPr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>
              <a:extLst>
                <a:ext uri="{FF2B5EF4-FFF2-40B4-BE49-F238E27FC236}">
                  <a16:creationId xmlns:a16="http://schemas.microsoft.com/office/drawing/2014/main" id="{B3E8FD56-BE0D-1BE0-969B-B3DCCE92A600}"/>
                </a:ext>
              </a:extLst>
            </p:cNvPr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>
              <a:extLst>
                <a:ext uri="{FF2B5EF4-FFF2-40B4-BE49-F238E27FC236}">
                  <a16:creationId xmlns:a16="http://schemas.microsoft.com/office/drawing/2014/main" id="{41B9B13E-87CB-B277-834A-0E2470FBB48E}"/>
                </a:ext>
              </a:extLst>
            </p:cNvPr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>
              <a:extLst>
                <a:ext uri="{FF2B5EF4-FFF2-40B4-BE49-F238E27FC236}">
                  <a16:creationId xmlns:a16="http://schemas.microsoft.com/office/drawing/2014/main" id="{CF9D7B33-C2C7-0B06-B767-5457236A067C}"/>
                </a:ext>
              </a:extLst>
            </p:cNvPr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>
              <a:extLst>
                <a:ext uri="{FF2B5EF4-FFF2-40B4-BE49-F238E27FC236}">
                  <a16:creationId xmlns:a16="http://schemas.microsoft.com/office/drawing/2014/main" id="{2663816E-D664-FC09-9512-D310F7C4013E}"/>
                </a:ext>
              </a:extLst>
            </p:cNvPr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>
              <a:extLst>
                <a:ext uri="{FF2B5EF4-FFF2-40B4-BE49-F238E27FC236}">
                  <a16:creationId xmlns:a16="http://schemas.microsoft.com/office/drawing/2014/main" id="{DA4B300D-D8A5-82D4-289D-984FD6203BFF}"/>
                </a:ext>
              </a:extLst>
            </p:cNvPr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>
              <a:extLst>
                <a:ext uri="{FF2B5EF4-FFF2-40B4-BE49-F238E27FC236}">
                  <a16:creationId xmlns:a16="http://schemas.microsoft.com/office/drawing/2014/main" id="{290905C6-55D0-B7EC-FD7E-E9F0125F4ED7}"/>
                </a:ext>
              </a:extLst>
            </p:cNvPr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>
              <a:extLst>
                <a:ext uri="{FF2B5EF4-FFF2-40B4-BE49-F238E27FC236}">
                  <a16:creationId xmlns:a16="http://schemas.microsoft.com/office/drawing/2014/main" id="{6940E19C-332C-A5AE-0C1F-5F8735F151F7}"/>
                </a:ext>
              </a:extLst>
            </p:cNvPr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>
              <a:extLst>
                <a:ext uri="{FF2B5EF4-FFF2-40B4-BE49-F238E27FC236}">
                  <a16:creationId xmlns:a16="http://schemas.microsoft.com/office/drawing/2014/main" id="{B2FA71E8-1820-9FFC-EF37-7E98B71F171F}"/>
                </a:ext>
              </a:extLst>
            </p:cNvPr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>
              <a:extLst>
                <a:ext uri="{FF2B5EF4-FFF2-40B4-BE49-F238E27FC236}">
                  <a16:creationId xmlns:a16="http://schemas.microsoft.com/office/drawing/2014/main" id="{C9DC8850-63C3-AEDA-D83F-691B7C31FD24}"/>
                </a:ext>
              </a:extLst>
            </p:cNvPr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>
              <a:extLst>
                <a:ext uri="{FF2B5EF4-FFF2-40B4-BE49-F238E27FC236}">
                  <a16:creationId xmlns:a16="http://schemas.microsoft.com/office/drawing/2014/main" id="{07237BCF-45BF-5409-656E-18D6E35529CD}"/>
                </a:ext>
              </a:extLst>
            </p:cNvPr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>
              <a:extLst>
                <a:ext uri="{FF2B5EF4-FFF2-40B4-BE49-F238E27FC236}">
                  <a16:creationId xmlns:a16="http://schemas.microsoft.com/office/drawing/2014/main" id="{F6DBD94F-DC34-1D31-0952-19DE8DB9DA5E}"/>
                </a:ext>
              </a:extLst>
            </p:cNvPr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>
              <a:extLst>
                <a:ext uri="{FF2B5EF4-FFF2-40B4-BE49-F238E27FC236}">
                  <a16:creationId xmlns:a16="http://schemas.microsoft.com/office/drawing/2014/main" id="{D7B1BF8D-2FC5-BFB5-11D3-4942AE2679C0}"/>
                </a:ext>
              </a:extLst>
            </p:cNvPr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>
              <a:extLst>
                <a:ext uri="{FF2B5EF4-FFF2-40B4-BE49-F238E27FC236}">
                  <a16:creationId xmlns:a16="http://schemas.microsoft.com/office/drawing/2014/main" id="{42DB6E6D-2AC3-C404-3B0C-68B888A7FCBB}"/>
                </a:ext>
              </a:extLst>
            </p:cNvPr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>
              <a:extLst>
                <a:ext uri="{FF2B5EF4-FFF2-40B4-BE49-F238E27FC236}">
                  <a16:creationId xmlns:a16="http://schemas.microsoft.com/office/drawing/2014/main" id="{A6D2C72A-E419-B82E-3CF7-A032AAC51A89}"/>
                </a:ext>
              </a:extLst>
            </p:cNvPr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>
              <a:extLst>
                <a:ext uri="{FF2B5EF4-FFF2-40B4-BE49-F238E27FC236}">
                  <a16:creationId xmlns:a16="http://schemas.microsoft.com/office/drawing/2014/main" id="{19599495-3D04-A978-9947-DF6A8D74652E}"/>
                </a:ext>
              </a:extLst>
            </p:cNvPr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>
              <a:extLst>
                <a:ext uri="{FF2B5EF4-FFF2-40B4-BE49-F238E27FC236}">
                  <a16:creationId xmlns:a16="http://schemas.microsoft.com/office/drawing/2014/main" id="{13DF5B7C-6DC9-8089-55A1-CDCE1A5E369D}"/>
                </a:ext>
              </a:extLst>
            </p:cNvPr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>
              <a:extLst>
                <a:ext uri="{FF2B5EF4-FFF2-40B4-BE49-F238E27FC236}">
                  <a16:creationId xmlns:a16="http://schemas.microsoft.com/office/drawing/2014/main" id="{D9A00C4D-C108-4F92-75A0-8922C2C23BBF}"/>
                </a:ext>
              </a:extLst>
            </p:cNvPr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>
              <a:extLst>
                <a:ext uri="{FF2B5EF4-FFF2-40B4-BE49-F238E27FC236}">
                  <a16:creationId xmlns:a16="http://schemas.microsoft.com/office/drawing/2014/main" id="{29CD1BE6-5101-18ED-4FD4-40BF77296B34}"/>
                </a:ext>
              </a:extLst>
            </p:cNvPr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>
              <a:extLst>
                <a:ext uri="{FF2B5EF4-FFF2-40B4-BE49-F238E27FC236}">
                  <a16:creationId xmlns:a16="http://schemas.microsoft.com/office/drawing/2014/main" id="{BC39E7D4-A238-9F4A-58FB-04B1A76A3F67}"/>
                </a:ext>
              </a:extLst>
            </p:cNvPr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>
              <a:extLst>
                <a:ext uri="{FF2B5EF4-FFF2-40B4-BE49-F238E27FC236}">
                  <a16:creationId xmlns:a16="http://schemas.microsoft.com/office/drawing/2014/main" id="{D0E594D8-7482-21F8-2606-EFEF49D28BA3}"/>
                </a:ext>
              </a:extLst>
            </p:cNvPr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>
              <a:extLst>
                <a:ext uri="{FF2B5EF4-FFF2-40B4-BE49-F238E27FC236}">
                  <a16:creationId xmlns:a16="http://schemas.microsoft.com/office/drawing/2014/main" id="{A5EFED92-A4DC-AF8E-C198-E441EA65E89C}"/>
                </a:ext>
              </a:extLst>
            </p:cNvPr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>
              <a:extLst>
                <a:ext uri="{FF2B5EF4-FFF2-40B4-BE49-F238E27FC236}">
                  <a16:creationId xmlns:a16="http://schemas.microsoft.com/office/drawing/2014/main" id="{45C83007-5742-0428-2EAB-A0A65FC3840F}"/>
                </a:ext>
              </a:extLst>
            </p:cNvPr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>
              <a:extLst>
                <a:ext uri="{FF2B5EF4-FFF2-40B4-BE49-F238E27FC236}">
                  <a16:creationId xmlns:a16="http://schemas.microsoft.com/office/drawing/2014/main" id="{D84533AD-FEAF-6946-1D10-A7E948D94332}"/>
                </a:ext>
              </a:extLst>
            </p:cNvPr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>
              <a:extLst>
                <a:ext uri="{FF2B5EF4-FFF2-40B4-BE49-F238E27FC236}">
                  <a16:creationId xmlns:a16="http://schemas.microsoft.com/office/drawing/2014/main" id="{55D22A2D-33FC-A62C-52F1-8955FF895441}"/>
                </a:ext>
              </a:extLst>
            </p:cNvPr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>
              <a:extLst>
                <a:ext uri="{FF2B5EF4-FFF2-40B4-BE49-F238E27FC236}">
                  <a16:creationId xmlns:a16="http://schemas.microsoft.com/office/drawing/2014/main" id="{2CE3541E-31DF-107B-7CC3-A8FDD863CA91}"/>
                </a:ext>
              </a:extLst>
            </p:cNvPr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>
              <a:extLst>
                <a:ext uri="{FF2B5EF4-FFF2-40B4-BE49-F238E27FC236}">
                  <a16:creationId xmlns:a16="http://schemas.microsoft.com/office/drawing/2014/main" id="{C4A7885A-4217-9D84-F3D9-C4064BBB2219}"/>
                </a:ext>
              </a:extLst>
            </p:cNvPr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>
              <a:extLst>
                <a:ext uri="{FF2B5EF4-FFF2-40B4-BE49-F238E27FC236}">
                  <a16:creationId xmlns:a16="http://schemas.microsoft.com/office/drawing/2014/main" id="{BC1CB358-512B-0CD7-0EFE-463EB36A7EEB}"/>
                </a:ext>
              </a:extLst>
            </p:cNvPr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>
              <a:extLst>
                <a:ext uri="{FF2B5EF4-FFF2-40B4-BE49-F238E27FC236}">
                  <a16:creationId xmlns:a16="http://schemas.microsoft.com/office/drawing/2014/main" id="{B5F54E3A-69ED-838B-4A47-E36FDF8A5BD9}"/>
                </a:ext>
              </a:extLst>
            </p:cNvPr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>
              <a:extLst>
                <a:ext uri="{FF2B5EF4-FFF2-40B4-BE49-F238E27FC236}">
                  <a16:creationId xmlns:a16="http://schemas.microsoft.com/office/drawing/2014/main" id="{31BBE19D-BFCE-E322-FDAD-1583AFA2445C}"/>
                </a:ext>
              </a:extLst>
            </p:cNvPr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>
              <a:extLst>
                <a:ext uri="{FF2B5EF4-FFF2-40B4-BE49-F238E27FC236}">
                  <a16:creationId xmlns:a16="http://schemas.microsoft.com/office/drawing/2014/main" id="{21263DA9-166B-FFF6-04DF-7C70BA87C7F2}"/>
                </a:ext>
              </a:extLst>
            </p:cNvPr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>
              <a:extLst>
                <a:ext uri="{FF2B5EF4-FFF2-40B4-BE49-F238E27FC236}">
                  <a16:creationId xmlns:a16="http://schemas.microsoft.com/office/drawing/2014/main" id="{522B76C9-3722-AAE8-A9A0-F916CAE9B696}"/>
                </a:ext>
              </a:extLst>
            </p:cNvPr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>
              <a:extLst>
                <a:ext uri="{FF2B5EF4-FFF2-40B4-BE49-F238E27FC236}">
                  <a16:creationId xmlns:a16="http://schemas.microsoft.com/office/drawing/2014/main" id="{7A4B8718-58B5-B362-1EBD-C9E1361FD5D8}"/>
                </a:ext>
              </a:extLst>
            </p:cNvPr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>
              <a:extLst>
                <a:ext uri="{FF2B5EF4-FFF2-40B4-BE49-F238E27FC236}">
                  <a16:creationId xmlns:a16="http://schemas.microsoft.com/office/drawing/2014/main" id="{7D2AE0F4-EDF7-9F8D-CE2B-094AFCEA071F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>
              <a:extLst>
                <a:ext uri="{FF2B5EF4-FFF2-40B4-BE49-F238E27FC236}">
                  <a16:creationId xmlns:a16="http://schemas.microsoft.com/office/drawing/2014/main" id="{D5F2C670-B5CF-52E9-7A1F-9DC1E8DD8169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>
              <a:extLst>
                <a:ext uri="{FF2B5EF4-FFF2-40B4-BE49-F238E27FC236}">
                  <a16:creationId xmlns:a16="http://schemas.microsoft.com/office/drawing/2014/main" id="{002E2521-A6CE-992A-9275-98F4D9316D2B}"/>
                </a:ext>
              </a:extLst>
            </p:cNvPr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>
              <a:extLst>
                <a:ext uri="{FF2B5EF4-FFF2-40B4-BE49-F238E27FC236}">
                  <a16:creationId xmlns:a16="http://schemas.microsoft.com/office/drawing/2014/main" id="{ECA4AA52-2556-89BC-C745-708796C32142}"/>
                </a:ext>
              </a:extLst>
            </p:cNvPr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>
              <a:extLst>
                <a:ext uri="{FF2B5EF4-FFF2-40B4-BE49-F238E27FC236}">
                  <a16:creationId xmlns:a16="http://schemas.microsoft.com/office/drawing/2014/main" id="{6C36E281-3840-5127-5738-18AFEA0FCAB7}"/>
                </a:ext>
              </a:extLst>
            </p:cNvPr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>
              <a:extLst>
                <a:ext uri="{FF2B5EF4-FFF2-40B4-BE49-F238E27FC236}">
                  <a16:creationId xmlns:a16="http://schemas.microsoft.com/office/drawing/2014/main" id="{5CEEFC0B-22B0-D00C-BEEE-9AEBDD7C9FF5}"/>
                </a:ext>
              </a:extLst>
            </p:cNvPr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>
              <a:extLst>
                <a:ext uri="{FF2B5EF4-FFF2-40B4-BE49-F238E27FC236}">
                  <a16:creationId xmlns:a16="http://schemas.microsoft.com/office/drawing/2014/main" id="{712CB344-0242-8E16-1D4F-6CBC87239DAF}"/>
                </a:ext>
              </a:extLst>
            </p:cNvPr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>
              <a:extLst>
                <a:ext uri="{FF2B5EF4-FFF2-40B4-BE49-F238E27FC236}">
                  <a16:creationId xmlns:a16="http://schemas.microsoft.com/office/drawing/2014/main" id="{33AC8F5D-DC34-9BE5-7EBE-6BCE52B7771F}"/>
                </a:ext>
              </a:extLst>
            </p:cNvPr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>
              <a:extLst>
                <a:ext uri="{FF2B5EF4-FFF2-40B4-BE49-F238E27FC236}">
                  <a16:creationId xmlns:a16="http://schemas.microsoft.com/office/drawing/2014/main" id="{F6B76546-0A64-F622-523C-4FF7BD020B3E}"/>
                </a:ext>
              </a:extLst>
            </p:cNvPr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>
              <a:extLst>
                <a:ext uri="{FF2B5EF4-FFF2-40B4-BE49-F238E27FC236}">
                  <a16:creationId xmlns:a16="http://schemas.microsoft.com/office/drawing/2014/main" id="{84AF9409-2670-D0CA-1A7E-4417801C78AD}"/>
                </a:ext>
              </a:extLst>
            </p:cNvPr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>
              <a:extLst>
                <a:ext uri="{FF2B5EF4-FFF2-40B4-BE49-F238E27FC236}">
                  <a16:creationId xmlns:a16="http://schemas.microsoft.com/office/drawing/2014/main" id="{5E7C6319-C3C2-C325-B252-AD863D2A48FA}"/>
                </a:ext>
              </a:extLst>
            </p:cNvPr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>
              <a:extLst>
                <a:ext uri="{FF2B5EF4-FFF2-40B4-BE49-F238E27FC236}">
                  <a16:creationId xmlns:a16="http://schemas.microsoft.com/office/drawing/2014/main" id="{38B75C15-C509-945A-158B-339820E105B4}"/>
                </a:ext>
              </a:extLst>
            </p:cNvPr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>
              <a:extLst>
                <a:ext uri="{FF2B5EF4-FFF2-40B4-BE49-F238E27FC236}">
                  <a16:creationId xmlns:a16="http://schemas.microsoft.com/office/drawing/2014/main" id="{260703FC-E774-6A36-423B-A81EEEFEFB2F}"/>
                </a:ext>
              </a:extLst>
            </p:cNvPr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>
              <a:extLst>
                <a:ext uri="{FF2B5EF4-FFF2-40B4-BE49-F238E27FC236}">
                  <a16:creationId xmlns:a16="http://schemas.microsoft.com/office/drawing/2014/main" id="{737BFD1B-DE78-D1B0-22D1-F5A03D870D5E}"/>
                </a:ext>
              </a:extLst>
            </p:cNvPr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>
              <a:extLst>
                <a:ext uri="{FF2B5EF4-FFF2-40B4-BE49-F238E27FC236}">
                  <a16:creationId xmlns:a16="http://schemas.microsoft.com/office/drawing/2014/main" id="{33DAB495-B5CE-CBBA-FB7A-CF0B41B0A134}"/>
                </a:ext>
              </a:extLst>
            </p:cNvPr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>
              <a:extLst>
                <a:ext uri="{FF2B5EF4-FFF2-40B4-BE49-F238E27FC236}">
                  <a16:creationId xmlns:a16="http://schemas.microsoft.com/office/drawing/2014/main" id="{399DE8FD-615D-557D-CF84-BAB754ADD4D0}"/>
                </a:ext>
              </a:extLst>
            </p:cNvPr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>
              <a:extLst>
                <a:ext uri="{FF2B5EF4-FFF2-40B4-BE49-F238E27FC236}">
                  <a16:creationId xmlns:a16="http://schemas.microsoft.com/office/drawing/2014/main" id="{A9346E3D-D9F5-2CEE-C556-7E3E91A67E42}"/>
                </a:ext>
              </a:extLst>
            </p:cNvPr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>
              <a:extLst>
                <a:ext uri="{FF2B5EF4-FFF2-40B4-BE49-F238E27FC236}">
                  <a16:creationId xmlns:a16="http://schemas.microsoft.com/office/drawing/2014/main" id="{BE6026CD-0420-2BF2-04C2-4993106F74A9}"/>
                </a:ext>
              </a:extLst>
            </p:cNvPr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>
              <a:extLst>
                <a:ext uri="{FF2B5EF4-FFF2-40B4-BE49-F238E27FC236}">
                  <a16:creationId xmlns:a16="http://schemas.microsoft.com/office/drawing/2014/main" id="{04BE016E-6B35-F735-0938-3AF492BC0E38}"/>
                </a:ext>
              </a:extLst>
            </p:cNvPr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>
              <a:extLst>
                <a:ext uri="{FF2B5EF4-FFF2-40B4-BE49-F238E27FC236}">
                  <a16:creationId xmlns:a16="http://schemas.microsoft.com/office/drawing/2014/main" id="{012B0CB4-F72F-6868-9CDC-4980AC77ED82}"/>
                </a:ext>
              </a:extLst>
            </p:cNvPr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>
              <a:extLst>
                <a:ext uri="{FF2B5EF4-FFF2-40B4-BE49-F238E27FC236}">
                  <a16:creationId xmlns:a16="http://schemas.microsoft.com/office/drawing/2014/main" id="{90A4D530-B1A0-5891-A191-DDFB8D114156}"/>
                </a:ext>
              </a:extLst>
            </p:cNvPr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>
              <a:extLst>
                <a:ext uri="{FF2B5EF4-FFF2-40B4-BE49-F238E27FC236}">
                  <a16:creationId xmlns:a16="http://schemas.microsoft.com/office/drawing/2014/main" id="{DA103A73-9884-C695-4083-D1CEB8CC6C73}"/>
                </a:ext>
              </a:extLst>
            </p:cNvPr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>
              <a:extLst>
                <a:ext uri="{FF2B5EF4-FFF2-40B4-BE49-F238E27FC236}">
                  <a16:creationId xmlns:a16="http://schemas.microsoft.com/office/drawing/2014/main" id="{C88F9CD7-8C17-8D52-3B77-7E5859D3C191}"/>
                </a:ext>
              </a:extLst>
            </p:cNvPr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>
              <a:extLst>
                <a:ext uri="{FF2B5EF4-FFF2-40B4-BE49-F238E27FC236}">
                  <a16:creationId xmlns:a16="http://schemas.microsoft.com/office/drawing/2014/main" id="{2C1B41EE-E334-422C-CA09-05376A5A394F}"/>
                </a:ext>
              </a:extLst>
            </p:cNvPr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>
              <a:extLst>
                <a:ext uri="{FF2B5EF4-FFF2-40B4-BE49-F238E27FC236}">
                  <a16:creationId xmlns:a16="http://schemas.microsoft.com/office/drawing/2014/main" id="{486CBB15-5F8F-5A1E-9314-95F6D8D494E0}"/>
                </a:ext>
              </a:extLst>
            </p:cNvPr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>
              <a:extLst>
                <a:ext uri="{FF2B5EF4-FFF2-40B4-BE49-F238E27FC236}">
                  <a16:creationId xmlns:a16="http://schemas.microsoft.com/office/drawing/2014/main" id="{EEDC7044-8C6B-4712-658A-B4D34081FE1A}"/>
                </a:ext>
              </a:extLst>
            </p:cNvPr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>
              <a:extLst>
                <a:ext uri="{FF2B5EF4-FFF2-40B4-BE49-F238E27FC236}">
                  <a16:creationId xmlns:a16="http://schemas.microsoft.com/office/drawing/2014/main" id="{D2E79A66-9D1E-4969-52FB-3D5BF311E730}"/>
                </a:ext>
              </a:extLst>
            </p:cNvPr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>
              <a:extLst>
                <a:ext uri="{FF2B5EF4-FFF2-40B4-BE49-F238E27FC236}">
                  <a16:creationId xmlns:a16="http://schemas.microsoft.com/office/drawing/2014/main" id="{C54EE16A-F84A-0AE4-5702-2437B1EBCA1D}"/>
                </a:ext>
              </a:extLst>
            </p:cNvPr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>
              <a:extLst>
                <a:ext uri="{FF2B5EF4-FFF2-40B4-BE49-F238E27FC236}">
                  <a16:creationId xmlns:a16="http://schemas.microsoft.com/office/drawing/2014/main" id="{B32EF4A4-6C1F-C134-76E6-A6535FF58E2F}"/>
                </a:ext>
              </a:extLst>
            </p:cNvPr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>
              <a:extLst>
                <a:ext uri="{FF2B5EF4-FFF2-40B4-BE49-F238E27FC236}">
                  <a16:creationId xmlns:a16="http://schemas.microsoft.com/office/drawing/2014/main" id="{5E6F3B92-6E92-173D-4C42-8F94405F9308}"/>
                </a:ext>
              </a:extLst>
            </p:cNvPr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>
              <a:extLst>
                <a:ext uri="{FF2B5EF4-FFF2-40B4-BE49-F238E27FC236}">
                  <a16:creationId xmlns:a16="http://schemas.microsoft.com/office/drawing/2014/main" id="{E53AD79C-BD0A-7B0A-A341-8DFE448BB3E0}"/>
                </a:ext>
              </a:extLst>
            </p:cNvPr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>
              <a:extLst>
                <a:ext uri="{FF2B5EF4-FFF2-40B4-BE49-F238E27FC236}">
                  <a16:creationId xmlns:a16="http://schemas.microsoft.com/office/drawing/2014/main" id="{4681BE84-5555-7EFC-CCDD-0DB75007DC31}"/>
                </a:ext>
              </a:extLst>
            </p:cNvPr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>
              <a:extLst>
                <a:ext uri="{FF2B5EF4-FFF2-40B4-BE49-F238E27FC236}">
                  <a16:creationId xmlns:a16="http://schemas.microsoft.com/office/drawing/2014/main" id="{76B8170B-215A-1427-FBCD-2E8AF30AC5A7}"/>
                </a:ext>
              </a:extLst>
            </p:cNvPr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>
              <a:extLst>
                <a:ext uri="{FF2B5EF4-FFF2-40B4-BE49-F238E27FC236}">
                  <a16:creationId xmlns:a16="http://schemas.microsoft.com/office/drawing/2014/main" id="{81C60E98-C7E2-3D58-99C4-5A09F67D74F8}"/>
                </a:ext>
              </a:extLst>
            </p:cNvPr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>
              <a:extLst>
                <a:ext uri="{FF2B5EF4-FFF2-40B4-BE49-F238E27FC236}">
                  <a16:creationId xmlns:a16="http://schemas.microsoft.com/office/drawing/2014/main" id="{01F2A2C5-B3D0-701C-8143-A971C7D977EB}"/>
                </a:ext>
              </a:extLst>
            </p:cNvPr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>
              <a:extLst>
                <a:ext uri="{FF2B5EF4-FFF2-40B4-BE49-F238E27FC236}">
                  <a16:creationId xmlns:a16="http://schemas.microsoft.com/office/drawing/2014/main" id="{4227C262-38E6-0004-2691-A9B2514D57C0}"/>
                </a:ext>
              </a:extLst>
            </p:cNvPr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>
              <a:extLst>
                <a:ext uri="{FF2B5EF4-FFF2-40B4-BE49-F238E27FC236}">
                  <a16:creationId xmlns:a16="http://schemas.microsoft.com/office/drawing/2014/main" id="{883723EF-AB4A-62AD-95BE-D62F667EE3A4}"/>
                </a:ext>
              </a:extLst>
            </p:cNvPr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>
              <a:extLst>
                <a:ext uri="{FF2B5EF4-FFF2-40B4-BE49-F238E27FC236}">
                  <a16:creationId xmlns:a16="http://schemas.microsoft.com/office/drawing/2014/main" id="{74BB30A4-8C89-2BC9-6ECF-095EA7E8F532}"/>
                </a:ext>
              </a:extLst>
            </p:cNvPr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>
              <a:extLst>
                <a:ext uri="{FF2B5EF4-FFF2-40B4-BE49-F238E27FC236}">
                  <a16:creationId xmlns:a16="http://schemas.microsoft.com/office/drawing/2014/main" id="{B5BBF72A-8FFC-7097-05C8-14F038F1AC21}"/>
                </a:ext>
              </a:extLst>
            </p:cNvPr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>
              <a:extLst>
                <a:ext uri="{FF2B5EF4-FFF2-40B4-BE49-F238E27FC236}">
                  <a16:creationId xmlns:a16="http://schemas.microsoft.com/office/drawing/2014/main" id="{E965F1C2-6A31-F762-556D-C71ED119E8BF}"/>
                </a:ext>
              </a:extLst>
            </p:cNvPr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>
              <a:extLst>
                <a:ext uri="{FF2B5EF4-FFF2-40B4-BE49-F238E27FC236}">
                  <a16:creationId xmlns:a16="http://schemas.microsoft.com/office/drawing/2014/main" id="{34E62FFE-9025-0BD4-3864-C458DB91C78C}"/>
                </a:ext>
              </a:extLst>
            </p:cNvPr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>
              <a:extLst>
                <a:ext uri="{FF2B5EF4-FFF2-40B4-BE49-F238E27FC236}">
                  <a16:creationId xmlns:a16="http://schemas.microsoft.com/office/drawing/2014/main" id="{46FF1B6B-33E0-DC51-52F6-25A83FA942ED}"/>
                </a:ext>
              </a:extLst>
            </p:cNvPr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>
              <a:extLst>
                <a:ext uri="{FF2B5EF4-FFF2-40B4-BE49-F238E27FC236}">
                  <a16:creationId xmlns:a16="http://schemas.microsoft.com/office/drawing/2014/main" id="{BE2ECD9A-2A58-ECFA-BB46-55049F31A3F4}"/>
                </a:ext>
              </a:extLst>
            </p:cNvPr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>
              <a:extLst>
                <a:ext uri="{FF2B5EF4-FFF2-40B4-BE49-F238E27FC236}">
                  <a16:creationId xmlns:a16="http://schemas.microsoft.com/office/drawing/2014/main" id="{E90DD813-BFA4-D282-3631-EF831C98B0D1}"/>
                </a:ext>
              </a:extLst>
            </p:cNvPr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>
              <a:extLst>
                <a:ext uri="{FF2B5EF4-FFF2-40B4-BE49-F238E27FC236}">
                  <a16:creationId xmlns:a16="http://schemas.microsoft.com/office/drawing/2014/main" id="{E13EF64D-DFEB-F908-C4C0-D7F1DE31D43B}"/>
                </a:ext>
              </a:extLst>
            </p:cNvPr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>
              <a:extLst>
                <a:ext uri="{FF2B5EF4-FFF2-40B4-BE49-F238E27FC236}">
                  <a16:creationId xmlns:a16="http://schemas.microsoft.com/office/drawing/2014/main" id="{4C09FD35-8756-FDEC-8312-F17630045090}"/>
                </a:ext>
              </a:extLst>
            </p:cNvPr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>
              <a:extLst>
                <a:ext uri="{FF2B5EF4-FFF2-40B4-BE49-F238E27FC236}">
                  <a16:creationId xmlns:a16="http://schemas.microsoft.com/office/drawing/2014/main" id="{0115A34D-4C1C-4F13-833B-E12934E79DCC}"/>
                </a:ext>
              </a:extLst>
            </p:cNvPr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>
              <a:extLst>
                <a:ext uri="{FF2B5EF4-FFF2-40B4-BE49-F238E27FC236}">
                  <a16:creationId xmlns:a16="http://schemas.microsoft.com/office/drawing/2014/main" id="{C46D52FD-708F-DFBE-1C6D-2F46F21E1D5A}"/>
                </a:ext>
              </a:extLst>
            </p:cNvPr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>
              <a:extLst>
                <a:ext uri="{FF2B5EF4-FFF2-40B4-BE49-F238E27FC236}">
                  <a16:creationId xmlns:a16="http://schemas.microsoft.com/office/drawing/2014/main" id="{AAABD5CC-4513-9B8C-22CD-EB9401A60BFF}"/>
                </a:ext>
              </a:extLst>
            </p:cNvPr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>
              <a:extLst>
                <a:ext uri="{FF2B5EF4-FFF2-40B4-BE49-F238E27FC236}">
                  <a16:creationId xmlns:a16="http://schemas.microsoft.com/office/drawing/2014/main" id="{32FCF919-7B26-C4E9-8265-4BD8CFF2AE25}"/>
                </a:ext>
              </a:extLst>
            </p:cNvPr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>
              <a:extLst>
                <a:ext uri="{FF2B5EF4-FFF2-40B4-BE49-F238E27FC236}">
                  <a16:creationId xmlns:a16="http://schemas.microsoft.com/office/drawing/2014/main" id="{66D49DAB-20FE-A2BA-D7EE-6B68536242A6}"/>
                </a:ext>
              </a:extLst>
            </p:cNvPr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>
              <a:extLst>
                <a:ext uri="{FF2B5EF4-FFF2-40B4-BE49-F238E27FC236}">
                  <a16:creationId xmlns:a16="http://schemas.microsoft.com/office/drawing/2014/main" id="{EA0E722C-484D-B7B2-9C7E-275D6612516B}"/>
                </a:ext>
              </a:extLst>
            </p:cNvPr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>
              <a:extLst>
                <a:ext uri="{FF2B5EF4-FFF2-40B4-BE49-F238E27FC236}">
                  <a16:creationId xmlns:a16="http://schemas.microsoft.com/office/drawing/2014/main" id="{0EF9513F-BB80-05BB-8103-CA5D22CB321F}"/>
                </a:ext>
              </a:extLst>
            </p:cNvPr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>
              <a:extLst>
                <a:ext uri="{FF2B5EF4-FFF2-40B4-BE49-F238E27FC236}">
                  <a16:creationId xmlns:a16="http://schemas.microsoft.com/office/drawing/2014/main" id="{4CC1FB6E-CE10-C8FC-87EB-B87EA2F85FDE}"/>
                </a:ext>
              </a:extLst>
            </p:cNvPr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>
              <a:extLst>
                <a:ext uri="{FF2B5EF4-FFF2-40B4-BE49-F238E27FC236}">
                  <a16:creationId xmlns:a16="http://schemas.microsoft.com/office/drawing/2014/main" id="{71F17F4E-D30B-2B7C-18AA-6B7DF9769A31}"/>
                </a:ext>
              </a:extLst>
            </p:cNvPr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>
              <a:extLst>
                <a:ext uri="{FF2B5EF4-FFF2-40B4-BE49-F238E27FC236}">
                  <a16:creationId xmlns:a16="http://schemas.microsoft.com/office/drawing/2014/main" id="{3C1A4434-1625-E299-F38E-BA54059E1E0C}"/>
                </a:ext>
              </a:extLst>
            </p:cNvPr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>
              <a:extLst>
                <a:ext uri="{FF2B5EF4-FFF2-40B4-BE49-F238E27FC236}">
                  <a16:creationId xmlns:a16="http://schemas.microsoft.com/office/drawing/2014/main" id="{E82068A4-2D56-A5CA-DB57-260E19BC25C9}"/>
                </a:ext>
              </a:extLst>
            </p:cNvPr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>
              <a:extLst>
                <a:ext uri="{FF2B5EF4-FFF2-40B4-BE49-F238E27FC236}">
                  <a16:creationId xmlns:a16="http://schemas.microsoft.com/office/drawing/2014/main" id="{BB187D69-4255-D501-A04C-02A20CA3C66F}"/>
                </a:ext>
              </a:extLst>
            </p:cNvPr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>
              <a:extLst>
                <a:ext uri="{FF2B5EF4-FFF2-40B4-BE49-F238E27FC236}">
                  <a16:creationId xmlns:a16="http://schemas.microsoft.com/office/drawing/2014/main" id="{2929E937-E676-C15D-9CAB-7C18D66C029A}"/>
                </a:ext>
              </a:extLst>
            </p:cNvPr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1377;p28">
            <a:extLst>
              <a:ext uri="{FF2B5EF4-FFF2-40B4-BE49-F238E27FC236}">
                <a16:creationId xmlns:a16="http://schemas.microsoft.com/office/drawing/2014/main" id="{32EE7BF4-220B-2E2A-F0F0-777572FF13BA}"/>
              </a:ext>
            </a:extLst>
          </p:cNvPr>
          <p:cNvSpPr/>
          <p:nvPr/>
        </p:nvSpPr>
        <p:spPr>
          <a:xfrm>
            <a:off x="2869052" y="2383953"/>
            <a:ext cx="172213" cy="6889"/>
          </a:xfrm>
          <a:custGeom>
            <a:avLst/>
            <a:gdLst/>
            <a:ahLst/>
            <a:cxnLst/>
            <a:rect l="l" t="t" r="r" b="b"/>
            <a:pathLst>
              <a:path w="3025" h="121" extrusionOk="0">
                <a:moveTo>
                  <a:pt x="56" y="0"/>
                </a:moveTo>
                <a:cubicBezTo>
                  <a:pt x="29" y="0"/>
                  <a:pt x="1" y="28"/>
                  <a:pt x="1" y="56"/>
                </a:cubicBezTo>
                <a:cubicBezTo>
                  <a:pt x="1" y="93"/>
                  <a:pt x="29" y="121"/>
                  <a:pt x="56" y="121"/>
                </a:cubicBezTo>
                <a:lnTo>
                  <a:pt x="2960" y="121"/>
                </a:lnTo>
                <a:cubicBezTo>
                  <a:pt x="2997" y="121"/>
                  <a:pt x="3025" y="93"/>
                  <a:pt x="3025" y="56"/>
                </a:cubicBezTo>
                <a:cubicBezTo>
                  <a:pt x="3025" y="28"/>
                  <a:pt x="2997" y="0"/>
                  <a:pt x="29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377;p28">
            <a:extLst>
              <a:ext uri="{FF2B5EF4-FFF2-40B4-BE49-F238E27FC236}">
                <a16:creationId xmlns:a16="http://schemas.microsoft.com/office/drawing/2014/main" id="{7C602C7B-9DF1-09FE-3628-AA89C80498FD}"/>
              </a:ext>
            </a:extLst>
          </p:cNvPr>
          <p:cNvSpPr/>
          <p:nvPr/>
        </p:nvSpPr>
        <p:spPr>
          <a:xfrm>
            <a:off x="3021452" y="2536353"/>
            <a:ext cx="172213" cy="6889"/>
          </a:xfrm>
          <a:custGeom>
            <a:avLst/>
            <a:gdLst/>
            <a:ahLst/>
            <a:cxnLst/>
            <a:rect l="l" t="t" r="r" b="b"/>
            <a:pathLst>
              <a:path w="3025" h="121" extrusionOk="0">
                <a:moveTo>
                  <a:pt x="56" y="0"/>
                </a:moveTo>
                <a:cubicBezTo>
                  <a:pt x="29" y="0"/>
                  <a:pt x="1" y="28"/>
                  <a:pt x="1" y="56"/>
                </a:cubicBezTo>
                <a:cubicBezTo>
                  <a:pt x="1" y="93"/>
                  <a:pt x="29" y="121"/>
                  <a:pt x="56" y="121"/>
                </a:cubicBezTo>
                <a:lnTo>
                  <a:pt x="2960" y="121"/>
                </a:lnTo>
                <a:cubicBezTo>
                  <a:pt x="2997" y="121"/>
                  <a:pt x="3025" y="93"/>
                  <a:pt x="3025" y="56"/>
                </a:cubicBezTo>
                <a:cubicBezTo>
                  <a:pt x="3025" y="28"/>
                  <a:pt x="2997" y="0"/>
                  <a:pt x="29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377;p28">
            <a:extLst>
              <a:ext uri="{FF2B5EF4-FFF2-40B4-BE49-F238E27FC236}">
                <a16:creationId xmlns:a16="http://schemas.microsoft.com/office/drawing/2014/main" id="{2A3731AA-8C22-D10B-1079-4A9B5B0956AA}"/>
              </a:ext>
            </a:extLst>
          </p:cNvPr>
          <p:cNvSpPr/>
          <p:nvPr/>
        </p:nvSpPr>
        <p:spPr>
          <a:xfrm>
            <a:off x="3173852" y="2688753"/>
            <a:ext cx="172213" cy="6889"/>
          </a:xfrm>
          <a:custGeom>
            <a:avLst/>
            <a:gdLst/>
            <a:ahLst/>
            <a:cxnLst/>
            <a:rect l="l" t="t" r="r" b="b"/>
            <a:pathLst>
              <a:path w="3025" h="121" extrusionOk="0">
                <a:moveTo>
                  <a:pt x="56" y="0"/>
                </a:moveTo>
                <a:cubicBezTo>
                  <a:pt x="29" y="0"/>
                  <a:pt x="1" y="28"/>
                  <a:pt x="1" y="56"/>
                </a:cubicBezTo>
                <a:cubicBezTo>
                  <a:pt x="1" y="93"/>
                  <a:pt x="29" y="121"/>
                  <a:pt x="56" y="121"/>
                </a:cubicBezTo>
                <a:lnTo>
                  <a:pt x="2960" y="121"/>
                </a:lnTo>
                <a:cubicBezTo>
                  <a:pt x="2997" y="121"/>
                  <a:pt x="3025" y="93"/>
                  <a:pt x="3025" y="56"/>
                </a:cubicBezTo>
                <a:cubicBezTo>
                  <a:pt x="3025" y="28"/>
                  <a:pt x="2997" y="0"/>
                  <a:pt x="29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5" name="TextBox 1494">
            <a:extLst>
              <a:ext uri="{FF2B5EF4-FFF2-40B4-BE49-F238E27FC236}">
                <a16:creationId xmlns:a16="http://schemas.microsoft.com/office/drawing/2014/main" id="{3B3EEB77-66C8-76B5-1B51-36126DF8ADC5}"/>
              </a:ext>
            </a:extLst>
          </p:cNvPr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43988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B6CB5F10-3ED0-E3D9-93E4-155F1C8C9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29">
            <a:extLst>
              <a:ext uri="{FF2B5EF4-FFF2-40B4-BE49-F238E27FC236}">
                <a16:creationId xmlns:a16="http://schemas.microsoft.com/office/drawing/2014/main" id="{AC9E9DB6-FC1E-5458-484E-4B0EBCDFBF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100" y="611103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ar-EG" sz="3200" dirty="0"/>
              <a:t> </a:t>
            </a:r>
            <a:r>
              <a:rPr lang="en-US" sz="3200" dirty="0"/>
              <a:t>Challenges &amp; What We Learned</a:t>
            </a:r>
            <a:endParaRPr lang="en-US" dirty="0"/>
          </a:p>
        </p:txBody>
      </p:sp>
      <p:sp>
        <p:nvSpPr>
          <p:cNvPr id="1503" name="Google Shape;1503;p29">
            <a:extLst>
              <a:ext uri="{FF2B5EF4-FFF2-40B4-BE49-F238E27FC236}">
                <a16:creationId xmlns:a16="http://schemas.microsoft.com/office/drawing/2014/main" id="{E6B0B89B-A293-ACE1-3427-FC536F9AE84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0426" y="1108759"/>
            <a:ext cx="83271" cy="1719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/>
              <a:t>  </a:t>
            </a:r>
          </a:p>
          <a:p>
            <a:endParaRPr lang="en-US" sz="800" b="0">
              <a:latin typeface="Open Sans"/>
            </a:endParaRPr>
          </a:p>
          <a:p>
            <a:r>
              <a:rPr lang="en-US" sz="1600" b="0">
                <a:latin typeface="Open Sans"/>
              </a:rPr>
              <a:t>       </a:t>
            </a:r>
          </a:p>
        </p:txBody>
      </p:sp>
      <p:sp>
        <p:nvSpPr>
          <p:cNvPr id="1515" name="TextBox 1514"/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BBCB4623-AD7B-4325-305A-E5B00AA39AAE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941280" y="1234335"/>
            <a:ext cx="444063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Locating dynamic elements during automation</a:t>
            </a:r>
            <a:endParaRPr kumimoji="0" lang="ar-EG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j-cs"/>
              </a:rPr>
              <a:t>Handling failing/unstable scripts</a:t>
            </a:r>
            <a:endParaRPr kumimoji="0" lang="ar-EG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ar-EG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j-cs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600" dirty="0">
                <a:cs typeface="+mj-cs"/>
              </a:rPr>
              <a:t>Writing proper assertions in TestNG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29BB38-10BA-4092-4008-3F71E84DA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43" y="2604135"/>
            <a:ext cx="4072422" cy="18313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C30FC1-7E4F-5208-E1C3-00BBA642A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3703" y="2604134"/>
            <a:ext cx="3386380" cy="183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734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E9345997-8C08-83DC-F516-1EA104558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29">
            <a:extLst>
              <a:ext uri="{FF2B5EF4-FFF2-40B4-BE49-F238E27FC236}">
                <a16:creationId xmlns:a16="http://schemas.microsoft.com/office/drawing/2014/main" id="{B51EB91A-B400-B0D9-9ACA-03A5886B56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100" y="611103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ar-EG" sz="3200" dirty="0"/>
              <a:t> </a:t>
            </a:r>
            <a:r>
              <a:rPr lang="en-US" sz="3200" dirty="0"/>
              <a:t>Challenges &amp; What We Learned</a:t>
            </a:r>
            <a:endParaRPr lang="en-US" dirty="0"/>
          </a:p>
        </p:txBody>
      </p:sp>
      <p:sp>
        <p:nvSpPr>
          <p:cNvPr id="1503" name="Google Shape;1503;p29">
            <a:extLst>
              <a:ext uri="{FF2B5EF4-FFF2-40B4-BE49-F238E27FC236}">
                <a16:creationId xmlns:a16="http://schemas.microsoft.com/office/drawing/2014/main" id="{1FE50DA6-6191-2206-EA21-17967B21A76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0426" y="1108759"/>
            <a:ext cx="83271" cy="1719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/>
              <a:t>  </a:t>
            </a:r>
          </a:p>
          <a:p>
            <a:endParaRPr lang="en-US" sz="800" b="0">
              <a:latin typeface="Open Sans"/>
            </a:endParaRPr>
          </a:p>
          <a:p>
            <a:r>
              <a:rPr lang="en-US" sz="1600" b="0">
                <a:latin typeface="Open Sans"/>
              </a:rPr>
              <a:t>       </a:t>
            </a:r>
          </a:p>
        </p:txBody>
      </p:sp>
      <p:sp>
        <p:nvSpPr>
          <p:cNvPr id="1515" name="TextBox 1514">
            <a:extLst>
              <a:ext uri="{FF2B5EF4-FFF2-40B4-BE49-F238E27FC236}">
                <a16:creationId xmlns:a16="http://schemas.microsoft.com/office/drawing/2014/main" id="{A604F2B2-0205-5A41-5F21-C500376EBAC8}"/>
              </a:ext>
            </a:extLst>
          </p:cNvPr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DFD907BA-8A5A-18D8-9587-339B387EC6BB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925781" y="1471932"/>
            <a:ext cx="4222631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API errors like 405, 404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problem-solving and debugging skills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time management and communication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1600" dirty="0"/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16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+mj-cs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E7520D1-32D7-5C83-6598-6E23CBAC8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781" y="3041593"/>
            <a:ext cx="472918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how to divide tasks and coordinate as a team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FD3FBE-8EC2-96EC-7663-9EE237B62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961" y="1471932"/>
            <a:ext cx="2923351" cy="255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653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>
          <a:extLst>
            <a:ext uri="{FF2B5EF4-FFF2-40B4-BE49-F238E27FC236}">
              <a16:creationId xmlns:a16="http://schemas.microsoft.com/office/drawing/2014/main" id="{2A808DD2-FCD6-6B13-BC46-84A202F30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28">
            <a:extLst>
              <a:ext uri="{FF2B5EF4-FFF2-40B4-BE49-F238E27FC236}">
                <a16:creationId xmlns:a16="http://schemas.microsoft.com/office/drawing/2014/main" id="{886A6948-7D55-60AF-CA0A-44ECCE05D06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69226" y="1021357"/>
            <a:ext cx="5362221" cy="18626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en-US" sz="2800" dirty="0"/>
              <a:t>Team Work Distribution</a:t>
            </a:r>
          </a:p>
        </p:txBody>
      </p:sp>
      <p:grpSp>
        <p:nvGrpSpPr>
          <p:cNvPr id="1291" name="Google Shape;1291;p28">
            <a:extLst>
              <a:ext uri="{FF2B5EF4-FFF2-40B4-BE49-F238E27FC236}">
                <a16:creationId xmlns:a16="http://schemas.microsoft.com/office/drawing/2014/main" id="{E712D5B5-439E-FECE-087E-AF9C7088C970}"/>
              </a:ext>
            </a:extLst>
          </p:cNvPr>
          <p:cNvGrpSpPr/>
          <p:nvPr/>
        </p:nvGrpSpPr>
        <p:grpSpPr>
          <a:xfrm>
            <a:off x="720960" y="1144151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>
              <a:extLst>
                <a:ext uri="{FF2B5EF4-FFF2-40B4-BE49-F238E27FC236}">
                  <a16:creationId xmlns:a16="http://schemas.microsoft.com/office/drawing/2014/main" id="{78024F5D-5634-8AF3-5040-1C5588F8E99E}"/>
                </a:ext>
              </a:extLst>
            </p:cNvPr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>
              <a:extLst>
                <a:ext uri="{FF2B5EF4-FFF2-40B4-BE49-F238E27FC236}">
                  <a16:creationId xmlns:a16="http://schemas.microsoft.com/office/drawing/2014/main" id="{F6197934-3847-CAA2-106C-B9A99A33C487}"/>
                </a:ext>
              </a:extLst>
            </p:cNvPr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>
              <a:extLst>
                <a:ext uri="{FF2B5EF4-FFF2-40B4-BE49-F238E27FC236}">
                  <a16:creationId xmlns:a16="http://schemas.microsoft.com/office/drawing/2014/main" id="{A84FE309-7FEA-C9D8-7025-058D8CFBF67C}"/>
                </a:ext>
              </a:extLst>
            </p:cNvPr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>
              <a:extLst>
                <a:ext uri="{FF2B5EF4-FFF2-40B4-BE49-F238E27FC236}">
                  <a16:creationId xmlns:a16="http://schemas.microsoft.com/office/drawing/2014/main" id="{0512FA46-4693-5DFD-CE68-A027A7353CFA}"/>
                </a:ext>
              </a:extLst>
            </p:cNvPr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>
              <a:extLst>
                <a:ext uri="{FF2B5EF4-FFF2-40B4-BE49-F238E27FC236}">
                  <a16:creationId xmlns:a16="http://schemas.microsoft.com/office/drawing/2014/main" id="{52DC8573-588E-2CB8-55E1-24A7054815A4}"/>
                </a:ext>
              </a:extLst>
            </p:cNvPr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>
              <a:extLst>
                <a:ext uri="{FF2B5EF4-FFF2-40B4-BE49-F238E27FC236}">
                  <a16:creationId xmlns:a16="http://schemas.microsoft.com/office/drawing/2014/main" id="{9D36C9E1-27BE-31B2-0550-C4290D1E830F}"/>
                </a:ext>
              </a:extLst>
            </p:cNvPr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>
              <a:extLst>
                <a:ext uri="{FF2B5EF4-FFF2-40B4-BE49-F238E27FC236}">
                  <a16:creationId xmlns:a16="http://schemas.microsoft.com/office/drawing/2014/main" id="{D4682E7D-347E-1C89-3967-E16651B2D2DD}"/>
                </a:ext>
              </a:extLst>
            </p:cNvPr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>
              <a:extLst>
                <a:ext uri="{FF2B5EF4-FFF2-40B4-BE49-F238E27FC236}">
                  <a16:creationId xmlns:a16="http://schemas.microsoft.com/office/drawing/2014/main" id="{D760D0CB-2E36-B3C0-E14D-70052D087AB8}"/>
                </a:ext>
              </a:extLst>
            </p:cNvPr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>
              <a:extLst>
                <a:ext uri="{FF2B5EF4-FFF2-40B4-BE49-F238E27FC236}">
                  <a16:creationId xmlns:a16="http://schemas.microsoft.com/office/drawing/2014/main" id="{9CFA1AB8-8BDB-1A6C-658A-AC47B8677025}"/>
                </a:ext>
              </a:extLst>
            </p:cNvPr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>
              <a:extLst>
                <a:ext uri="{FF2B5EF4-FFF2-40B4-BE49-F238E27FC236}">
                  <a16:creationId xmlns:a16="http://schemas.microsoft.com/office/drawing/2014/main" id="{06614372-544C-9B79-5232-1624A35EC106}"/>
                </a:ext>
              </a:extLst>
            </p:cNvPr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>
              <a:extLst>
                <a:ext uri="{FF2B5EF4-FFF2-40B4-BE49-F238E27FC236}">
                  <a16:creationId xmlns:a16="http://schemas.microsoft.com/office/drawing/2014/main" id="{568109EC-5308-3BE3-D889-A0A2AB67F8A0}"/>
                </a:ext>
              </a:extLst>
            </p:cNvPr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>
              <a:extLst>
                <a:ext uri="{FF2B5EF4-FFF2-40B4-BE49-F238E27FC236}">
                  <a16:creationId xmlns:a16="http://schemas.microsoft.com/office/drawing/2014/main" id="{4BC5EC0E-0D07-F53B-5806-3544C444C78F}"/>
                </a:ext>
              </a:extLst>
            </p:cNvPr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>
              <a:extLst>
                <a:ext uri="{FF2B5EF4-FFF2-40B4-BE49-F238E27FC236}">
                  <a16:creationId xmlns:a16="http://schemas.microsoft.com/office/drawing/2014/main" id="{3A2BA094-4B48-E0FB-413A-7CB6BA7ABD91}"/>
                </a:ext>
              </a:extLst>
            </p:cNvPr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>
              <a:extLst>
                <a:ext uri="{FF2B5EF4-FFF2-40B4-BE49-F238E27FC236}">
                  <a16:creationId xmlns:a16="http://schemas.microsoft.com/office/drawing/2014/main" id="{B7C8DF08-0773-743B-7E6B-E6D225731C22}"/>
                </a:ext>
              </a:extLst>
            </p:cNvPr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>
              <a:extLst>
                <a:ext uri="{FF2B5EF4-FFF2-40B4-BE49-F238E27FC236}">
                  <a16:creationId xmlns:a16="http://schemas.microsoft.com/office/drawing/2014/main" id="{6F197477-A7D9-2006-B088-D282AA8F9E21}"/>
                </a:ext>
              </a:extLst>
            </p:cNvPr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>
              <a:extLst>
                <a:ext uri="{FF2B5EF4-FFF2-40B4-BE49-F238E27FC236}">
                  <a16:creationId xmlns:a16="http://schemas.microsoft.com/office/drawing/2014/main" id="{8A48E560-27FC-6F3B-1705-22663830D4CE}"/>
                </a:ext>
              </a:extLst>
            </p:cNvPr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>
              <a:extLst>
                <a:ext uri="{FF2B5EF4-FFF2-40B4-BE49-F238E27FC236}">
                  <a16:creationId xmlns:a16="http://schemas.microsoft.com/office/drawing/2014/main" id="{FF85E513-D994-A75A-59FF-4A406A0B6D11}"/>
                </a:ext>
              </a:extLst>
            </p:cNvPr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>
              <a:extLst>
                <a:ext uri="{FF2B5EF4-FFF2-40B4-BE49-F238E27FC236}">
                  <a16:creationId xmlns:a16="http://schemas.microsoft.com/office/drawing/2014/main" id="{A8542185-30F8-1494-A190-32228F7334BC}"/>
                </a:ext>
              </a:extLst>
            </p:cNvPr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>
              <a:extLst>
                <a:ext uri="{FF2B5EF4-FFF2-40B4-BE49-F238E27FC236}">
                  <a16:creationId xmlns:a16="http://schemas.microsoft.com/office/drawing/2014/main" id="{1C094B0D-6D91-3438-A0AE-BA4BF3781F82}"/>
                </a:ext>
              </a:extLst>
            </p:cNvPr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>
              <a:extLst>
                <a:ext uri="{FF2B5EF4-FFF2-40B4-BE49-F238E27FC236}">
                  <a16:creationId xmlns:a16="http://schemas.microsoft.com/office/drawing/2014/main" id="{AA63CA28-3258-6B21-9B8C-6EEDA4756959}"/>
                </a:ext>
              </a:extLst>
            </p:cNvPr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>
              <a:extLst>
                <a:ext uri="{FF2B5EF4-FFF2-40B4-BE49-F238E27FC236}">
                  <a16:creationId xmlns:a16="http://schemas.microsoft.com/office/drawing/2014/main" id="{1145FFD9-7FF5-A6D5-D222-96EA3517C667}"/>
                </a:ext>
              </a:extLst>
            </p:cNvPr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>
              <a:extLst>
                <a:ext uri="{FF2B5EF4-FFF2-40B4-BE49-F238E27FC236}">
                  <a16:creationId xmlns:a16="http://schemas.microsoft.com/office/drawing/2014/main" id="{AEEB596D-0033-D547-42F2-F9E5C2374A7D}"/>
                </a:ext>
              </a:extLst>
            </p:cNvPr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>
              <a:extLst>
                <a:ext uri="{FF2B5EF4-FFF2-40B4-BE49-F238E27FC236}">
                  <a16:creationId xmlns:a16="http://schemas.microsoft.com/office/drawing/2014/main" id="{AC771B61-BE81-6B82-C2FD-ADCFB6CF8EBD}"/>
                </a:ext>
              </a:extLst>
            </p:cNvPr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>
              <a:extLst>
                <a:ext uri="{FF2B5EF4-FFF2-40B4-BE49-F238E27FC236}">
                  <a16:creationId xmlns:a16="http://schemas.microsoft.com/office/drawing/2014/main" id="{B29D978E-7D9C-0F9C-1C42-C8B7520175F6}"/>
                </a:ext>
              </a:extLst>
            </p:cNvPr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>
              <a:extLst>
                <a:ext uri="{FF2B5EF4-FFF2-40B4-BE49-F238E27FC236}">
                  <a16:creationId xmlns:a16="http://schemas.microsoft.com/office/drawing/2014/main" id="{0A07340C-A2BF-787C-DED3-2436D005B911}"/>
                </a:ext>
              </a:extLst>
            </p:cNvPr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>
              <a:extLst>
                <a:ext uri="{FF2B5EF4-FFF2-40B4-BE49-F238E27FC236}">
                  <a16:creationId xmlns:a16="http://schemas.microsoft.com/office/drawing/2014/main" id="{6E114C5F-5D81-DEDA-2B35-CC8DF7BA7C0B}"/>
                </a:ext>
              </a:extLst>
            </p:cNvPr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>
              <a:extLst>
                <a:ext uri="{FF2B5EF4-FFF2-40B4-BE49-F238E27FC236}">
                  <a16:creationId xmlns:a16="http://schemas.microsoft.com/office/drawing/2014/main" id="{DA8A74C5-42A4-944B-D405-DD8AFB0AE4EC}"/>
                </a:ext>
              </a:extLst>
            </p:cNvPr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>
              <a:extLst>
                <a:ext uri="{FF2B5EF4-FFF2-40B4-BE49-F238E27FC236}">
                  <a16:creationId xmlns:a16="http://schemas.microsoft.com/office/drawing/2014/main" id="{A36DC664-1B2D-E154-3C6F-58D3C9BEA2C3}"/>
                </a:ext>
              </a:extLst>
            </p:cNvPr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>
              <a:extLst>
                <a:ext uri="{FF2B5EF4-FFF2-40B4-BE49-F238E27FC236}">
                  <a16:creationId xmlns:a16="http://schemas.microsoft.com/office/drawing/2014/main" id="{BC1BEEC6-0160-02B3-2AF8-FEF8493C8AC9}"/>
                </a:ext>
              </a:extLst>
            </p:cNvPr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>
              <a:extLst>
                <a:ext uri="{FF2B5EF4-FFF2-40B4-BE49-F238E27FC236}">
                  <a16:creationId xmlns:a16="http://schemas.microsoft.com/office/drawing/2014/main" id="{A8675E9F-C371-02F0-53C3-3F7E8620500D}"/>
                </a:ext>
              </a:extLst>
            </p:cNvPr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>
              <a:extLst>
                <a:ext uri="{FF2B5EF4-FFF2-40B4-BE49-F238E27FC236}">
                  <a16:creationId xmlns:a16="http://schemas.microsoft.com/office/drawing/2014/main" id="{429C6142-DAA9-D059-CAC7-DFB49B97CC21}"/>
                </a:ext>
              </a:extLst>
            </p:cNvPr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>
              <a:extLst>
                <a:ext uri="{FF2B5EF4-FFF2-40B4-BE49-F238E27FC236}">
                  <a16:creationId xmlns:a16="http://schemas.microsoft.com/office/drawing/2014/main" id="{10418A14-4A40-6EA5-40F1-258102256C1B}"/>
                </a:ext>
              </a:extLst>
            </p:cNvPr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>
              <a:extLst>
                <a:ext uri="{FF2B5EF4-FFF2-40B4-BE49-F238E27FC236}">
                  <a16:creationId xmlns:a16="http://schemas.microsoft.com/office/drawing/2014/main" id="{9604903F-F213-1D07-1002-92340EA51C8C}"/>
                </a:ext>
              </a:extLst>
            </p:cNvPr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>
              <a:extLst>
                <a:ext uri="{FF2B5EF4-FFF2-40B4-BE49-F238E27FC236}">
                  <a16:creationId xmlns:a16="http://schemas.microsoft.com/office/drawing/2014/main" id="{6F7D6C33-59C9-71E4-D519-6E763916C9F3}"/>
                </a:ext>
              </a:extLst>
            </p:cNvPr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>
              <a:extLst>
                <a:ext uri="{FF2B5EF4-FFF2-40B4-BE49-F238E27FC236}">
                  <a16:creationId xmlns:a16="http://schemas.microsoft.com/office/drawing/2014/main" id="{64C04197-EE3A-8D2C-FD76-D715CC341196}"/>
                </a:ext>
              </a:extLst>
            </p:cNvPr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>
              <a:extLst>
                <a:ext uri="{FF2B5EF4-FFF2-40B4-BE49-F238E27FC236}">
                  <a16:creationId xmlns:a16="http://schemas.microsoft.com/office/drawing/2014/main" id="{6028CF95-DFF7-FA58-2957-5C85E00967E7}"/>
                </a:ext>
              </a:extLst>
            </p:cNvPr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>
              <a:extLst>
                <a:ext uri="{FF2B5EF4-FFF2-40B4-BE49-F238E27FC236}">
                  <a16:creationId xmlns:a16="http://schemas.microsoft.com/office/drawing/2014/main" id="{DE57B321-8D16-716B-0769-88F23808C25B}"/>
                </a:ext>
              </a:extLst>
            </p:cNvPr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>
              <a:extLst>
                <a:ext uri="{FF2B5EF4-FFF2-40B4-BE49-F238E27FC236}">
                  <a16:creationId xmlns:a16="http://schemas.microsoft.com/office/drawing/2014/main" id="{E19D0F32-F742-8793-ED49-5ADE796139C7}"/>
                </a:ext>
              </a:extLst>
            </p:cNvPr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>
              <a:extLst>
                <a:ext uri="{FF2B5EF4-FFF2-40B4-BE49-F238E27FC236}">
                  <a16:creationId xmlns:a16="http://schemas.microsoft.com/office/drawing/2014/main" id="{8182772D-E679-03B6-5A2D-50D562BE3639}"/>
                </a:ext>
              </a:extLst>
            </p:cNvPr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>
              <a:extLst>
                <a:ext uri="{FF2B5EF4-FFF2-40B4-BE49-F238E27FC236}">
                  <a16:creationId xmlns:a16="http://schemas.microsoft.com/office/drawing/2014/main" id="{184D4771-B6A0-F4C9-9366-E6EA2974821B}"/>
                </a:ext>
              </a:extLst>
            </p:cNvPr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>
              <a:extLst>
                <a:ext uri="{FF2B5EF4-FFF2-40B4-BE49-F238E27FC236}">
                  <a16:creationId xmlns:a16="http://schemas.microsoft.com/office/drawing/2014/main" id="{92609E46-AE42-D15B-C23D-42D7B386DE77}"/>
                </a:ext>
              </a:extLst>
            </p:cNvPr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>
              <a:extLst>
                <a:ext uri="{FF2B5EF4-FFF2-40B4-BE49-F238E27FC236}">
                  <a16:creationId xmlns:a16="http://schemas.microsoft.com/office/drawing/2014/main" id="{A15A779F-A04D-4979-6D9A-8D03280CBB2A}"/>
                </a:ext>
              </a:extLst>
            </p:cNvPr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>
              <a:extLst>
                <a:ext uri="{FF2B5EF4-FFF2-40B4-BE49-F238E27FC236}">
                  <a16:creationId xmlns:a16="http://schemas.microsoft.com/office/drawing/2014/main" id="{BDB0A52F-EDD0-7AFF-270C-8A90305B8E95}"/>
                </a:ext>
              </a:extLst>
            </p:cNvPr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>
              <a:extLst>
                <a:ext uri="{FF2B5EF4-FFF2-40B4-BE49-F238E27FC236}">
                  <a16:creationId xmlns:a16="http://schemas.microsoft.com/office/drawing/2014/main" id="{C2E668E4-A322-6FB4-4ADD-C63CB87BBE7E}"/>
                </a:ext>
              </a:extLst>
            </p:cNvPr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>
              <a:extLst>
                <a:ext uri="{FF2B5EF4-FFF2-40B4-BE49-F238E27FC236}">
                  <a16:creationId xmlns:a16="http://schemas.microsoft.com/office/drawing/2014/main" id="{80B3A4AF-17C3-485C-6985-2E893FF7B969}"/>
                </a:ext>
              </a:extLst>
            </p:cNvPr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>
              <a:extLst>
                <a:ext uri="{FF2B5EF4-FFF2-40B4-BE49-F238E27FC236}">
                  <a16:creationId xmlns:a16="http://schemas.microsoft.com/office/drawing/2014/main" id="{98E8E28A-4263-7903-1B65-4E489717CC2F}"/>
                </a:ext>
              </a:extLst>
            </p:cNvPr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>
              <a:extLst>
                <a:ext uri="{FF2B5EF4-FFF2-40B4-BE49-F238E27FC236}">
                  <a16:creationId xmlns:a16="http://schemas.microsoft.com/office/drawing/2014/main" id="{CE932C8B-4063-8DBC-70DB-D1E5488361FF}"/>
                </a:ext>
              </a:extLst>
            </p:cNvPr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>
              <a:extLst>
                <a:ext uri="{FF2B5EF4-FFF2-40B4-BE49-F238E27FC236}">
                  <a16:creationId xmlns:a16="http://schemas.microsoft.com/office/drawing/2014/main" id="{93A6A086-F00A-CA5F-4AEE-A4C319FE22AB}"/>
                </a:ext>
              </a:extLst>
            </p:cNvPr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>
              <a:extLst>
                <a:ext uri="{FF2B5EF4-FFF2-40B4-BE49-F238E27FC236}">
                  <a16:creationId xmlns:a16="http://schemas.microsoft.com/office/drawing/2014/main" id="{41757C55-76CD-A69B-69BC-3CFA86BF1E69}"/>
                </a:ext>
              </a:extLst>
            </p:cNvPr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>
              <a:extLst>
                <a:ext uri="{FF2B5EF4-FFF2-40B4-BE49-F238E27FC236}">
                  <a16:creationId xmlns:a16="http://schemas.microsoft.com/office/drawing/2014/main" id="{44D89334-9A10-06F3-B655-E1FFCBBCECA1}"/>
                </a:ext>
              </a:extLst>
            </p:cNvPr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>
              <a:extLst>
                <a:ext uri="{FF2B5EF4-FFF2-40B4-BE49-F238E27FC236}">
                  <a16:creationId xmlns:a16="http://schemas.microsoft.com/office/drawing/2014/main" id="{DC3FF641-1B0C-8D55-132E-2945AD00E1A0}"/>
                </a:ext>
              </a:extLst>
            </p:cNvPr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>
              <a:extLst>
                <a:ext uri="{FF2B5EF4-FFF2-40B4-BE49-F238E27FC236}">
                  <a16:creationId xmlns:a16="http://schemas.microsoft.com/office/drawing/2014/main" id="{03B4AC16-3E65-6136-BFC0-D4CA755AF140}"/>
                </a:ext>
              </a:extLst>
            </p:cNvPr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>
              <a:extLst>
                <a:ext uri="{FF2B5EF4-FFF2-40B4-BE49-F238E27FC236}">
                  <a16:creationId xmlns:a16="http://schemas.microsoft.com/office/drawing/2014/main" id="{A656E3B9-1811-7670-3D84-964E8310932A}"/>
                </a:ext>
              </a:extLst>
            </p:cNvPr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>
              <a:extLst>
                <a:ext uri="{FF2B5EF4-FFF2-40B4-BE49-F238E27FC236}">
                  <a16:creationId xmlns:a16="http://schemas.microsoft.com/office/drawing/2014/main" id="{99ECAB73-5FA7-720B-C560-5A64E6A0933C}"/>
                </a:ext>
              </a:extLst>
            </p:cNvPr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>
              <a:extLst>
                <a:ext uri="{FF2B5EF4-FFF2-40B4-BE49-F238E27FC236}">
                  <a16:creationId xmlns:a16="http://schemas.microsoft.com/office/drawing/2014/main" id="{AF25BD27-548A-0E67-B614-CF4CA8AF9B09}"/>
                </a:ext>
              </a:extLst>
            </p:cNvPr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>
              <a:extLst>
                <a:ext uri="{FF2B5EF4-FFF2-40B4-BE49-F238E27FC236}">
                  <a16:creationId xmlns:a16="http://schemas.microsoft.com/office/drawing/2014/main" id="{9E220630-2222-44CC-8CFB-6152ED01A71D}"/>
                </a:ext>
              </a:extLst>
            </p:cNvPr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>
              <a:extLst>
                <a:ext uri="{FF2B5EF4-FFF2-40B4-BE49-F238E27FC236}">
                  <a16:creationId xmlns:a16="http://schemas.microsoft.com/office/drawing/2014/main" id="{07721DAB-F14A-727D-6939-30DEE9CC97C9}"/>
                </a:ext>
              </a:extLst>
            </p:cNvPr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>
              <a:extLst>
                <a:ext uri="{FF2B5EF4-FFF2-40B4-BE49-F238E27FC236}">
                  <a16:creationId xmlns:a16="http://schemas.microsoft.com/office/drawing/2014/main" id="{D1C8EEB9-BA21-DED4-58B3-BAEC26336A2C}"/>
                </a:ext>
              </a:extLst>
            </p:cNvPr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>
              <a:extLst>
                <a:ext uri="{FF2B5EF4-FFF2-40B4-BE49-F238E27FC236}">
                  <a16:creationId xmlns:a16="http://schemas.microsoft.com/office/drawing/2014/main" id="{995C721A-2541-78C1-872D-C85564505FAC}"/>
                </a:ext>
              </a:extLst>
            </p:cNvPr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>
              <a:extLst>
                <a:ext uri="{FF2B5EF4-FFF2-40B4-BE49-F238E27FC236}">
                  <a16:creationId xmlns:a16="http://schemas.microsoft.com/office/drawing/2014/main" id="{4C4EE3FA-06B7-41CB-20F8-2E5338C3E957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>
              <a:extLst>
                <a:ext uri="{FF2B5EF4-FFF2-40B4-BE49-F238E27FC236}">
                  <a16:creationId xmlns:a16="http://schemas.microsoft.com/office/drawing/2014/main" id="{EF27EA50-BD4C-9569-E0F6-A96883514999}"/>
                </a:ext>
              </a:extLst>
            </p:cNvPr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>
              <a:extLst>
                <a:ext uri="{FF2B5EF4-FFF2-40B4-BE49-F238E27FC236}">
                  <a16:creationId xmlns:a16="http://schemas.microsoft.com/office/drawing/2014/main" id="{FD265E75-C037-D8EA-21BD-015EFF81920E}"/>
                </a:ext>
              </a:extLst>
            </p:cNvPr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>
              <a:extLst>
                <a:ext uri="{FF2B5EF4-FFF2-40B4-BE49-F238E27FC236}">
                  <a16:creationId xmlns:a16="http://schemas.microsoft.com/office/drawing/2014/main" id="{4EDBC733-5D14-B4C7-C15E-BCE1B658E35B}"/>
                </a:ext>
              </a:extLst>
            </p:cNvPr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>
              <a:extLst>
                <a:ext uri="{FF2B5EF4-FFF2-40B4-BE49-F238E27FC236}">
                  <a16:creationId xmlns:a16="http://schemas.microsoft.com/office/drawing/2014/main" id="{3E03DE41-AAB0-6272-3A1C-E0F472516D04}"/>
                </a:ext>
              </a:extLst>
            </p:cNvPr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>
              <a:extLst>
                <a:ext uri="{FF2B5EF4-FFF2-40B4-BE49-F238E27FC236}">
                  <a16:creationId xmlns:a16="http://schemas.microsoft.com/office/drawing/2014/main" id="{2E356EFC-863D-5F20-B1BD-2903836AEFB3}"/>
                </a:ext>
              </a:extLst>
            </p:cNvPr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>
              <a:extLst>
                <a:ext uri="{FF2B5EF4-FFF2-40B4-BE49-F238E27FC236}">
                  <a16:creationId xmlns:a16="http://schemas.microsoft.com/office/drawing/2014/main" id="{86E139D9-C77B-A881-33CE-00E677C4607E}"/>
                </a:ext>
              </a:extLst>
            </p:cNvPr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>
              <a:extLst>
                <a:ext uri="{FF2B5EF4-FFF2-40B4-BE49-F238E27FC236}">
                  <a16:creationId xmlns:a16="http://schemas.microsoft.com/office/drawing/2014/main" id="{CADB13E5-55E4-9598-0937-11FA0D537707}"/>
                </a:ext>
              </a:extLst>
            </p:cNvPr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>
              <a:extLst>
                <a:ext uri="{FF2B5EF4-FFF2-40B4-BE49-F238E27FC236}">
                  <a16:creationId xmlns:a16="http://schemas.microsoft.com/office/drawing/2014/main" id="{9D30F28F-AFE2-96EB-610B-6BAECC7F3404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>
              <a:extLst>
                <a:ext uri="{FF2B5EF4-FFF2-40B4-BE49-F238E27FC236}">
                  <a16:creationId xmlns:a16="http://schemas.microsoft.com/office/drawing/2014/main" id="{1F339DDE-E9B3-9C21-DCB0-A0CB967EFC78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>
              <a:extLst>
                <a:ext uri="{FF2B5EF4-FFF2-40B4-BE49-F238E27FC236}">
                  <a16:creationId xmlns:a16="http://schemas.microsoft.com/office/drawing/2014/main" id="{B161F3E3-BE61-F6BB-F0C0-C65AD6EA3925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>
              <a:extLst>
                <a:ext uri="{FF2B5EF4-FFF2-40B4-BE49-F238E27FC236}">
                  <a16:creationId xmlns:a16="http://schemas.microsoft.com/office/drawing/2014/main" id="{6B386589-D3DA-D3FB-60CF-10508EBB393E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>
              <a:extLst>
                <a:ext uri="{FF2B5EF4-FFF2-40B4-BE49-F238E27FC236}">
                  <a16:creationId xmlns:a16="http://schemas.microsoft.com/office/drawing/2014/main" id="{C00EE874-2EB6-5EFF-80EA-FB80F2444A83}"/>
                </a:ext>
              </a:extLst>
            </p:cNvPr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>
              <a:extLst>
                <a:ext uri="{FF2B5EF4-FFF2-40B4-BE49-F238E27FC236}">
                  <a16:creationId xmlns:a16="http://schemas.microsoft.com/office/drawing/2014/main" id="{C15F1A19-9B6E-77A1-76AE-9A124FA684C4}"/>
                </a:ext>
              </a:extLst>
            </p:cNvPr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>
              <a:extLst>
                <a:ext uri="{FF2B5EF4-FFF2-40B4-BE49-F238E27FC236}">
                  <a16:creationId xmlns:a16="http://schemas.microsoft.com/office/drawing/2014/main" id="{D29E705B-2C1A-1781-E464-F0940810A84F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>
              <a:extLst>
                <a:ext uri="{FF2B5EF4-FFF2-40B4-BE49-F238E27FC236}">
                  <a16:creationId xmlns:a16="http://schemas.microsoft.com/office/drawing/2014/main" id="{CA3672D1-AD22-6751-F834-12396B33E906}"/>
                </a:ext>
              </a:extLst>
            </p:cNvPr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>
              <a:extLst>
                <a:ext uri="{FF2B5EF4-FFF2-40B4-BE49-F238E27FC236}">
                  <a16:creationId xmlns:a16="http://schemas.microsoft.com/office/drawing/2014/main" id="{976A8346-EB1C-4A7C-7928-9C808F6A9E5F}"/>
                </a:ext>
              </a:extLst>
            </p:cNvPr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>
              <a:extLst>
                <a:ext uri="{FF2B5EF4-FFF2-40B4-BE49-F238E27FC236}">
                  <a16:creationId xmlns:a16="http://schemas.microsoft.com/office/drawing/2014/main" id="{72CA8BDD-4347-8F3D-BA34-DB9E379C6929}"/>
                </a:ext>
              </a:extLst>
            </p:cNvPr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>
              <a:extLst>
                <a:ext uri="{FF2B5EF4-FFF2-40B4-BE49-F238E27FC236}">
                  <a16:creationId xmlns:a16="http://schemas.microsoft.com/office/drawing/2014/main" id="{6FF75C78-50A7-BB48-FAD0-1260CB42F7E2}"/>
                </a:ext>
              </a:extLst>
            </p:cNvPr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>
              <a:extLst>
                <a:ext uri="{FF2B5EF4-FFF2-40B4-BE49-F238E27FC236}">
                  <a16:creationId xmlns:a16="http://schemas.microsoft.com/office/drawing/2014/main" id="{A5389F03-BDF0-BF80-4545-2E4C665ABE06}"/>
                </a:ext>
              </a:extLst>
            </p:cNvPr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>
              <a:extLst>
                <a:ext uri="{FF2B5EF4-FFF2-40B4-BE49-F238E27FC236}">
                  <a16:creationId xmlns:a16="http://schemas.microsoft.com/office/drawing/2014/main" id="{57B5CDC6-445F-284D-9AB9-7D973F902D98}"/>
                </a:ext>
              </a:extLst>
            </p:cNvPr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>
              <a:extLst>
                <a:ext uri="{FF2B5EF4-FFF2-40B4-BE49-F238E27FC236}">
                  <a16:creationId xmlns:a16="http://schemas.microsoft.com/office/drawing/2014/main" id="{533B1AD9-94C1-4B1D-A636-7CFC5774209F}"/>
                </a:ext>
              </a:extLst>
            </p:cNvPr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>
              <a:extLst>
                <a:ext uri="{FF2B5EF4-FFF2-40B4-BE49-F238E27FC236}">
                  <a16:creationId xmlns:a16="http://schemas.microsoft.com/office/drawing/2014/main" id="{6A70ED14-F7ED-ED4A-EBF2-AEDD56A45A1C}"/>
                </a:ext>
              </a:extLst>
            </p:cNvPr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>
              <a:extLst>
                <a:ext uri="{FF2B5EF4-FFF2-40B4-BE49-F238E27FC236}">
                  <a16:creationId xmlns:a16="http://schemas.microsoft.com/office/drawing/2014/main" id="{703EB828-7475-5C62-5A99-6788E1A94FCA}"/>
                </a:ext>
              </a:extLst>
            </p:cNvPr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>
              <a:extLst>
                <a:ext uri="{FF2B5EF4-FFF2-40B4-BE49-F238E27FC236}">
                  <a16:creationId xmlns:a16="http://schemas.microsoft.com/office/drawing/2014/main" id="{36D11207-D4F0-531E-31BE-85E14E3BDD97}"/>
                </a:ext>
              </a:extLst>
            </p:cNvPr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>
              <a:extLst>
                <a:ext uri="{FF2B5EF4-FFF2-40B4-BE49-F238E27FC236}">
                  <a16:creationId xmlns:a16="http://schemas.microsoft.com/office/drawing/2014/main" id="{FD9A9F2A-2195-F65A-58D3-BC255A54CD36}"/>
                </a:ext>
              </a:extLst>
            </p:cNvPr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>
              <a:extLst>
                <a:ext uri="{FF2B5EF4-FFF2-40B4-BE49-F238E27FC236}">
                  <a16:creationId xmlns:a16="http://schemas.microsoft.com/office/drawing/2014/main" id="{AFC9CD4D-B488-7947-10DF-AE89A78069C6}"/>
                </a:ext>
              </a:extLst>
            </p:cNvPr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>
              <a:extLst>
                <a:ext uri="{FF2B5EF4-FFF2-40B4-BE49-F238E27FC236}">
                  <a16:creationId xmlns:a16="http://schemas.microsoft.com/office/drawing/2014/main" id="{1156E1BA-9B29-A161-5BC7-B9E1E0ABC842}"/>
                </a:ext>
              </a:extLst>
            </p:cNvPr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>
              <a:extLst>
                <a:ext uri="{FF2B5EF4-FFF2-40B4-BE49-F238E27FC236}">
                  <a16:creationId xmlns:a16="http://schemas.microsoft.com/office/drawing/2014/main" id="{CEDCA2DD-C599-B946-70B6-84D617A504E9}"/>
                </a:ext>
              </a:extLst>
            </p:cNvPr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>
              <a:extLst>
                <a:ext uri="{FF2B5EF4-FFF2-40B4-BE49-F238E27FC236}">
                  <a16:creationId xmlns:a16="http://schemas.microsoft.com/office/drawing/2014/main" id="{4569BCA0-EFD6-1820-CD07-DA4FCCE4D49E}"/>
                </a:ext>
              </a:extLst>
            </p:cNvPr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>
              <a:extLst>
                <a:ext uri="{FF2B5EF4-FFF2-40B4-BE49-F238E27FC236}">
                  <a16:creationId xmlns:a16="http://schemas.microsoft.com/office/drawing/2014/main" id="{DDBC9FBA-3ACC-9B6F-6066-FBD9D3ADD159}"/>
                </a:ext>
              </a:extLst>
            </p:cNvPr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>
              <a:extLst>
                <a:ext uri="{FF2B5EF4-FFF2-40B4-BE49-F238E27FC236}">
                  <a16:creationId xmlns:a16="http://schemas.microsoft.com/office/drawing/2014/main" id="{3EEFA2C8-26D9-65B2-7CA2-A19B1EA89415}"/>
                </a:ext>
              </a:extLst>
            </p:cNvPr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>
              <a:extLst>
                <a:ext uri="{FF2B5EF4-FFF2-40B4-BE49-F238E27FC236}">
                  <a16:creationId xmlns:a16="http://schemas.microsoft.com/office/drawing/2014/main" id="{4A183EDE-4E9F-A595-C96D-81DD03AC7F58}"/>
                </a:ext>
              </a:extLst>
            </p:cNvPr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>
              <a:extLst>
                <a:ext uri="{FF2B5EF4-FFF2-40B4-BE49-F238E27FC236}">
                  <a16:creationId xmlns:a16="http://schemas.microsoft.com/office/drawing/2014/main" id="{711BF3F5-6D3C-6761-D2CA-CA0491B26504}"/>
                </a:ext>
              </a:extLst>
            </p:cNvPr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>
              <a:extLst>
                <a:ext uri="{FF2B5EF4-FFF2-40B4-BE49-F238E27FC236}">
                  <a16:creationId xmlns:a16="http://schemas.microsoft.com/office/drawing/2014/main" id="{858B3B6C-616C-9A47-A8D4-0F16EDB36282}"/>
                </a:ext>
              </a:extLst>
            </p:cNvPr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>
              <a:extLst>
                <a:ext uri="{FF2B5EF4-FFF2-40B4-BE49-F238E27FC236}">
                  <a16:creationId xmlns:a16="http://schemas.microsoft.com/office/drawing/2014/main" id="{25EB12EF-40FC-245E-CFB0-2F8F98365A2C}"/>
                </a:ext>
              </a:extLst>
            </p:cNvPr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>
              <a:extLst>
                <a:ext uri="{FF2B5EF4-FFF2-40B4-BE49-F238E27FC236}">
                  <a16:creationId xmlns:a16="http://schemas.microsoft.com/office/drawing/2014/main" id="{BCDE219B-690A-2EEF-F79F-136857681BF5}"/>
                </a:ext>
              </a:extLst>
            </p:cNvPr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>
              <a:extLst>
                <a:ext uri="{FF2B5EF4-FFF2-40B4-BE49-F238E27FC236}">
                  <a16:creationId xmlns:a16="http://schemas.microsoft.com/office/drawing/2014/main" id="{881B257E-1532-37D1-D111-3F2334B4C29E}"/>
                </a:ext>
              </a:extLst>
            </p:cNvPr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>
              <a:extLst>
                <a:ext uri="{FF2B5EF4-FFF2-40B4-BE49-F238E27FC236}">
                  <a16:creationId xmlns:a16="http://schemas.microsoft.com/office/drawing/2014/main" id="{E36E1768-ACE4-246E-C003-89D9794A4478}"/>
                </a:ext>
              </a:extLst>
            </p:cNvPr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>
              <a:extLst>
                <a:ext uri="{FF2B5EF4-FFF2-40B4-BE49-F238E27FC236}">
                  <a16:creationId xmlns:a16="http://schemas.microsoft.com/office/drawing/2014/main" id="{32A57B4E-3C8F-7801-9760-80A94D8FABE4}"/>
                </a:ext>
              </a:extLst>
            </p:cNvPr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>
              <a:extLst>
                <a:ext uri="{FF2B5EF4-FFF2-40B4-BE49-F238E27FC236}">
                  <a16:creationId xmlns:a16="http://schemas.microsoft.com/office/drawing/2014/main" id="{DA34D974-B055-FE35-255D-215904BDEC9C}"/>
                </a:ext>
              </a:extLst>
            </p:cNvPr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>
              <a:extLst>
                <a:ext uri="{FF2B5EF4-FFF2-40B4-BE49-F238E27FC236}">
                  <a16:creationId xmlns:a16="http://schemas.microsoft.com/office/drawing/2014/main" id="{65110F94-9742-F76A-249B-3E057D420DB5}"/>
                </a:ext>
              </a:extLst>
            </p:cNvPr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>
              <a:extLst>
                <a:ext uri="{FF2B5EF4-FFF2-40B4-BE49-F238E27FC236}">
                  <a16:creationId xmlns:a16="http://schemas.microsoft.com/office/drawing/2014/main" id="{BC5969FD-A61E-2223-A44F-0085199FDBEE}"/>
                </a:ext>
              </a:extLst>
            </p:cNvPr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>
              <a:extLst>
                <a:ext uri="{FF2B5EF4-FFF2-40B4-BE49-F238E27FC236}">
                  <a16:creationId xmlns:a16="http://schemas.microsoft.com/office/drawing/2014/main" id="{DB92C2A6-A84D-E4C6-2BB3-01DD586633C7}"/>
                </a:ext>
              </a:extLst>
            </p:cNvPr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>
              <a:extLst>
                <a:ext uri="{FF2B5EF4-FFF2-40B4-BE49-F238E27FC236}">
                  <a16:creationId xmlns:a16="http://schemas.microsoft.com/office/drawing/2014/main" id="{1409B9F7-2486-7736-77B8-3BB17CC49460}"/>
                </a:ext>
              </a:extLst>
            </p:cNvPr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>
              <a:extLst>
                <a:ext uri="{FF2B5EF4-FFF2-40B4-BE49-F238E27FC236}">
                  <a16:creationId xmlns:a16="http://schemas.microsoft.com/office/drawing/2014/main" id="{AFC78BBC-536C-E26B-5A4B-160833C3DFDB}"/>
                </a:ext>
              </a:extLst>
            </p:cNvPr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>
              <a:extLst>
                <a:ext uri="{FF2B5EF4-FFF2-40B4-BE49-F238E27FC236}">
                  <a16:creationId xmlns:a16="http://schemas.microsoft.com/office/drawing/2014/main" id="{612D5FB0-C6CB-4E2F-AA5C-84DD8C22D2E0}"/>
                </a:ext>
              </a:extLst>
            </p:cNvPr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>
              <a:extLst>
                <a:ext uri="{FF2B5EF4-FFF2-40B4-BE49-F238E27FC236}">
                  <a16:creationId xmlns:a16="http://schemas.microsoft.com/office/drawing/2014/main" id="{A8392610-0427-485F-FFD1-E4DEC839C0BA}"/>
                </a:ext>
              </a:extLst>
            </p:cNvPr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>
              <a:extLst>
                <a:ext uri="{FF2B5EF4-FFF2-40B4-BE49-F238E27FC236}">
                  <a16:creationId xmlns:a16="http://schemas.microsoft.com/office/drawing/2014/main" id="{841A2A8C-ED09-684F-0099-0510AD335ED2}"/>
                </a:ext>
              </a:extLst>
            </p:cNvPr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>
              <a:extLst>
                <a:ext uri="{FF2B5EF4-FFF2-40B4-BE49-F238E27FC236}">
                  <a16:creationId xmlns:a16="http://schemas.microsoft.com/office/drawing/2014/main" id="{6F743E85-EA9D-6AAF-23C1-520CB0C56FB0}"/>
                </a:ext>
              </a:extLst>
            </p:cNvPr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>
              <a:extLst>
                <a:ext uri="{FF2B5EF4-FFF2-40B4-BE49-F238E27FC236}">
                  <a16:creationId xmlns:a16="http://schemas.microsoft.com/office/drawing/2014/main" id="{E6460156-DA0B-7C8B-AB30-DDC078BBE955}"/>
                </a:ext>
              </a:extLst>
            </p:cNvPr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>
              <a:extLst>
                <a:ext uri="{FF2B5EF4-FFF2-40B4-BE49-F238E27FC236}">
                  <a16:creationId xmlns:a16="http://schemas.microsoft.com/office/drawing/2014/main" id="{C293281E-CA15-150C-71C9-347E63A524A5}"/>
                </a:ext>
              </a:extLst>
            </p:cNvPr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>
              <a:extLst>
                <a:ext uri="{FF2B5EF4-FFF2-40B4-BE49-F238E27FC236}">
                  <a16:creationId xmlns:a16="http://schemas.microsoft.com/office/drawing/2014/main" id="{92CACB14-F97E-60A6-BC65-C00DC84AD3CA}"/>
                </a:ext>
              </a:extLst>
            </p:cNvPr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>
              <a:extLst>
                <a:ext uri="{FF2B5EF4-FFF2-40B4-BE49-F238E27FC236}">
                  <a16:creationId xmlns:a16="http://schemas.microsoft.com/office/drawing/2014/main" id="{8A8EE2D5-0073-8384-D764-6EB43249A96A}"/>
                </a:ext>
              </a:extLst>
            </p:cNvPr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>
              <a:extLst>
                <a:ext uri="{FF2B5EF4-FFF2-40B4-BE49-F238E27FC236}">
                  <a16:creationId xmlns:a16="http://schemas.microsoft.com/office/drawing/2014/main" id="{7C7A7746-D93F-9F98-7561-9C32138A7F3E}"/>
                </a:ext>
              </a:extLst>
            </p:cNvPr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>
              <a:extLst>
                <a:ext uri="{FF2B5EF4-FFF2-40B4-BE49-F238E27FC236}">
                  <a16:creationId xmlns:a16="http://schemas.microsoft.com/office/drawing/2014/main" id="{06AAC7A8-C76A-9350-82D6-EE83F7C4A974}"/>
                </a:ext>
              </a:extLst>
            </p:cNvPr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>
              <a:extLst>
                <a:ext uri="{FF2B5EF4-FFF2-40B4-BE49-F238E27FC236}">
                  <a16:creationId xmlns:a16="http://schemas.microsoft.com/office/drawing/2014/main" id="{16A60164-D955-767F-330D-0E7F752C8D0D}"/>
                </a:ext>
              </a:extLst>
            </p:cNvPr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>
              <a:extLst>
                <a:ext uri="{FF2B5EF4-FFF2-40B4-BE49-F238E27FC236}">
                  <a16:creationId xmlns:a16="http://schemas.microsoft.com/office/drawing/2014/main" id="{50A7E8D7-1D2A-414C-E312-72318CE0B41D}"/>
                </a:ext>
              </a:extLst>
            </p:cNvPr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>
              <a:extLst>
                <a:ext uri="{FF2B5EF4-FFF2-40B4-BE49-F238E27FC236}">
                  <a16:creationId xmlns:a16="http://schemas.microsoft.com/office/drawing/2014/main" id="{B214A035-4BF6-D59B-69CF-5F64033250B8}"/>
                </a:ext>
              </a:extLst>
            </p:cNvPr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>
              <a:extLst>
                <a:ext uri="{FF2B5EF4-FFF2-40B4-BE49-F238E27FC236}">
                  <a16:creationId xmlns:a16="http://schemas.microsoft.com/office/drawing/2014/main" id="{224D287E-18D7-AF2A-456F-B6E4AFC45742}"/>
                </a:ext>
              </a:extLst>
            </p:cNvPr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>
              <a:extLst>
                <a:ext uri="{FF2B5EF4-FFF2-40B4-BE49-F238E27FC236}">
                  <a16:creationId xmlns:a16="http://schemas.microsoft.com/office/drawing/2014/main" id="{420CEE76-EED3-0FF6-B161-61A61F9C1A8E}"/>
                </a:ext>
              </a:extLst>
            </p:cNvPr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>
              <a:extLst>
                <a:ext uri="{FF2B5EF4-FFF2-40B4-BE49-F238E27FC236}">
                  <a16:creationId xmlns:a16="http://schemas.microsoft.com/office/drawing/2014/main" id="{4A5D7EBE-E3F3-A796-6E18-4EF3E7680C4B}"/>
                </a:ext>
              </a:extLst>
            </p:cNvPr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>
              <a:extLst>
                <a:ext uri="{FF2B5EF4-FFF2-40B4-BE49-F238E27FC236}">
                  <a16:creationId xmlns:a16="http://schemas.microsoft.com/office/drawing/2014/main" id="{84E92793-4BC9-0DAB-A11B-A0CB1F20E028}"/>
                </a:ext>
              </a:extLst>
            </p:cNvPr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>
              <a:extLst>
                <a:ext uri="{FF2B5EF4-FFF2-40B4-BE49-F238E27FC236}">
                  <a16:creationId xmlns:a16="http://schemas.microsoft.com/office/drawing/2014/main" id="{48D104F8-3E7F-071D-F33E-4F9708C184BC}"/>
                </a:ext>
              </a:extLst>
            </p:cNvPr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>
              <a:extLst>
                <a:ext uri="{FF2B5EF4-FFF2-40B4-BE49-F238E27FC236}">
                  <a16:creationId xmlns:a16="http://schemas.microsoft.com/office/drawing/2014/main" id="{8512F766-CBBD-576B-CD52-4375EBE93C57}"/>
                </a:ext>
              </a:extLst>
            </p:cNvPr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>
              <a:extLst>
                <a:ext uri="{FF2B5EF4-FFF2-40B4-BE49-F238E27FC236}">
                  <a16:creationId xmlns:a16="http://schemas.microsoft.com/office/drawing/2014/main" id="{2E88437E-5F9D-08CA-65D0-A7BF4A9075BF}"/>
                </a:ext>
              </a:extLst>
            </p:cNvPr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>
              <a:extLst>
                <a:ext uri="{FF2B5EF4-FFF2-40B4-BE49-F238E27FC236}">
                  <a16:creationId xmlns:a16="http://schemas.microsoft.com/office/drawing/2014/main" id="{C85B6C73-7A31-379F-1228-C66D205F372C}"/>
                </a:ext>
              </a:extLst>
            </p:cNvPr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>
              <a:extLst>
                <a:ext uri="{FF2B5EF4-FFF2-40B4-BE49-F238E27FC236}">
                  <a16:creationId xmlns:a16="http://schemas.microsoft.com/office/drawing/2014/main" id="{BD1BD032-BAE9-2EC1-DD2D-F4A51E1927C7}"/>
                </a:ext>
              </a:extLst>
            </p:cNvPr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>
              <a:extLst>
                <a:ext uri="{FF2B5EF4-FFF2-40B4-BE49-F238E27FC236}">
                  <a16:creationId xmlns:a16="http://schemas.microsoft.com/office/drawing/2014/main" id="{4B1B20D7-D7BB-EBE3-6999-99A5A14BE16A}"/>
                </a:ext>
              </a:extLst>
            </p:cNvPr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>
              <a:extLst>
                <a:ext uri="{FF2B5EF4-FFF2-40B4-BE49-F238E27FC236}">
                  <a16:creationId xmlns:a16="http://schemas.microsoft.com/office/drawing/2014/main" id="{D9C4F38B-EEB7-F2D6-915B-A8714EF06E80}"/>
                </a:ext>
              </a:extLst>
            </p:cNvPr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>
              <a:extLst>
                <a:ext uri="{FF2B5EF4-FFF2-40B4-BE49-F238E27FC236}">
                  <a16:creationId xmlns:a16="http://schemas.microsoft.com/office/drawing/2014/main" id="{A0BB5051-EBBF-E656-3851-CF94D8F8B05B}"/>
                </a:ext>
              </a:extLst>
            </p:cNvPr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>
              <a:extLst>
                <a:ext uri="{FF2B5EF4-FFF2-40B4-BE49-F238E27FC236}">
                  <a16:creationId xmlns:a16="http://schemas.microsoft.com/office/drawing/2014/main" id="{1609D81B-2AAC-DDF3-9CBF-B754F7990805}"/>
                </a:ext>
              </a:extLst>
            </p:cNvPr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>
              <a:extLst>
                <a:ext uri="{FF2B5EF4-FFF2-40B4-BE49-F238E27FC236}">
                  <a16:creationId xmlns:a16="http://schemas.microsoft.com/office/drawing/2014/main" id="{396B997D-0224-975C-90D6-CC65AED00869}"/>
                </a:ext>
              </a:extLst>
            </p:cNvPr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>
              <a:extLst>
                <a:ext uri="{FF2B5EF4-FFF2-40B4-BE49-F238E27FC236}">
                  <a16:creationId xmlns:a16="http://schemas.microsoft.com/office/drawing/2014/main" id="{D328C00F-24D2-0BDB-7C56-18003837EE26}"/>
                </a:ext>
              </a:extLst>
            </p:cNvPr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>
              <a:extLst>
                <a:ext uri="{FF2B5EF4-FFF2-40B4-BE49-F238E27FC236}">
                  <a16:creationId xmlns:a16="http://schemas.microsoft.com/office/drawing/2014/main" id="{90C2E9A0-8862-728B-C40C-B28819922F46}"/>
                </a:ext>
              </a:extLst>
            </p:cNvPr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>
              <a:extLst>
                <a:ext uri="{FF2B5EF4-FFF2-40B4-BE49-F238E27FC236}">
                  <a16:creationId xmlns:a16="http://schemas.microsoft.com/office/drawing/2014/main" id="{16C17EDC-7345-FBB2-BF09-16B4DF8F6616}"/>
                </a:ext>
              </a:extLst>
            </p:cNvPr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>
              <a:extLst>
                <a:ext uri="{FF2B5EF4-FFF2-40B4-BE49-F238E27FC236}">
                  <a16:creationId xmlns:a16="http://schemas.microsoft.com/office/drawing/2014/main" id="{AE45F923-5C94-2118-E0E1-53CF7A692A7D}"/>
                </a:ext>
              </a:extLst>
            </p:cNvPr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>
              <a:extLst>
                <a:ext uri="{FF2B5EF4-FFF2-40B4-BE49-F238E27FC236}">
                  <a16:creationId xmlns:a16="http://schemas.microsoft.com/office/drawing/2014/main" id="{82C0EF1C-0698-8700-72EA-1C2E1C8F28AE}"/>
                </a:ext>
              </a:extLst>
            </p:cNvPr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>
              <a:extLst>
                <a:ext uri="{FF2B5EF4-FFF2-40B4-BE49-F238E27FC236}">
                  <a16:creationId xmlns:a16="http://schemas.microsoft.com/office/drawing/2014/main" id="{DB52FF8B-3B88-E14F-F42D-962AEED093EE}"/>
                </a:ext>
              </a:extLst>
            </p:cNvPr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>
              <a:extLst>
                <a:ext uri="{FF2B5EF4-FFF2-40B4-BE49-F238E27FC236}">
                  <a16:creationId xmlns:a16="http://schemas.microsoft.com/office/drawing/2014/main" id="{9CFD3834-B02A-5606-3E14-9B483F8E7B00}"/>
                </a:ext>
              </a:extLst>
            </p:cNvPr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>
              <a:extLst>
                <a:ext uri="{FF2B5EF4-FFF2-40B4-BE49-F238E27FC236}">
                  <a16:creationId xmlns:a16="http://schemas.microsoft.com/office/drawing/2014/main" id="{740D2D21-BBB7-A640-AEA3-47192254715E}"/>
                </a:ext>
              </a:extLst>
            </p:cNvPr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>
              <a:extLst>
                <a:ext uri="{FF2B5EF4-FFF2-40B4-BE49-F238E27FC236}">
                  <a16:creationId xmlns:a16="http://schemas.microsoft.com/office/drawing/2014/main" id="{F3B53C3A-AF48-08BF-B0B7-B0A9732116A4}"/>
                </a:ext>
              </a:extLst>
            </p:cNvPr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>
              <a:extLst>
                <a:ext uri="{FF2B5EF4-FFF2-40B4-BE49-F238E27FC236}">
                  <a16:creationId xmlns:a16="http://schemas.microsoft.com/office/drawing/2014/main" id="{C9B28321-3827-4869-FE73-9C54A03DF1AA}"/>
                </a:ext>
              </a:extLst>
            </p:cNvPr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>
              <a:extLst>
                <a:ext uri="{FF2B5EF4-FFF2-40B4-BE49-F238E27FC236}">
                  <a16:creationId xmlns:a16="http://schemas.microsoft.com/office/drawing/2014/main" id="{4DE0C788-DA02-60B9-AD40-16DD21E2CFC7}"/>
                </a:ext>
              </a:extLst>
            </p:cNvPr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>
              <a:extLst>
                <a:ext uri="{FF2B5EF4-FFF2-40B4-BE49-F238E27FC236}">
                  <a16:creationId xmlns:a16="http://schemas.microsoft.com/office/drawing/2014/main" id="{34EF3EA1-D354-FB08-F15F-4AF7C93075B9}"/>
                </a:ext>
              </a:extLst>
            </p:cNvPr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>
              <a:extLst>
                <a:ext uri="{FF2B5EF4-FFF2-40B4-BE49-F238E27FC236}">
                  <a16:creationId xmlns:a16="http://schemas.microsoft.com/office/drawing/2014/main" id="{02D84598-5A35-56C4-DEBD-0D86D75F41DD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>
              <a:extLst>
                <a:ext uri="{FF2B5EF4-FFF2-40B4-BE49-F238E27FC236}">
                  <a16:creationId xmlns:a16="http://schemas.microsoft.com/office/drawing/2014/main" id="{1EFD301D-8DDE-86F8-6CC7-D981D826B6F5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>
              <a:extLst>
                <a:ext uri="{FF2B5EF4-FFF2-40B4-BE49-F238E27FC236}">
                  <a16:creationId xmlns:a16="http://schemas.microsoft.com/office/drawing/2014/main" id="{DBE73637-C685-8BD6-A946-9DA0640C345D}"/>
                </a:ext>
              </a:extLst>
            </p:cNvPr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>
              <a:extLst>
                <a:ext uri="{FF2B5EF4-FFF2-40B4-BE49-F238E27FC236}">
                  <a16:creationId xmlns:a16="http://schemas.microsoft.com/office/drawing/2014/main" id="{6F93F732-9CA9-A8B2-1FB5-74A94AE1ACD8}"/>
                </a:ext>
              </a:extLst>
            </p:cNvPr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>
              <a:extLst>
                <a:ext uri="{FF2B5EF4-FFF2-40B4-BE49-F238E27FC236}">
                  <a16:creationId xmlns:a16="http://schemas.microsoft.com/office/drawing/2014/main" id="{52FB454B-EAF4-350D-BCE4-7B7A88D4AA2F}"/>
                </a:ext>
              </a:extLst>
            </p:cNvPr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>
              <a:extLst>
                <a:ext uri="{FF2B5EF4-FFF2-40B4-BE49-F238E27FC236}">
                  <a16:creationId xmlns:a16="http://schemas.microsoft.com/office/drawing/2014/main" id="{B710D755-C62D-89B5-A455-09C874E9075F}"/>
                </a:ext>
              </a:extLst>
            </p:cNvPr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>
              <a:extLst>
                <a:ext uri="{FF2B5EF4-FFF2-40B4-BE49-F238E27FC236}">
                  <a16:creationId xmlns:a16="http://schemas.microsoft.com/office/drawing/2014/main" id="{F94E1F10-5917-8E79-6564-90DCEAFE4032}"/>
                </a:ext>
              </a:extLst>
            </p:cNvPr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>
              <a:extLst>
                <a:ext uri="{FF2B5EF4-FFF2-40B4-BE49-F238E27FC236}">
                  <a16:creationId xmlns:a16="http://schemas.microsoft.com/office/drawing/2014/main" id="{F2EFE0C0-6883-364B-B0A6-DE625B5126EE}"/>
                </a:ext>
              </a:extLst>
            </p:cNvPr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>
              <a:extLst>
                <a:ext uri="{FF2B5EF4-FFF2-40B4-BE49-F238E27FC236}">
                  <a16:creationId xmlns:a16="http://schemas.microsoft.com/office/drawing/2014/main" id="{F38B8EF5-64A8-406D-4DAC-173958316958}"/>
                </a:ext>
              </a:extLst>
            </p:cNvPr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>
              <a:extLst>
                <a:ext uri="{FF2B5EF4-FFF2-40B4-BE49-F238E27FC236}">
                  <a16:creationId xmlns:a16="http://schemas.microsoft.com/office/drawing/2014/main" id="{0575ABF2-C729-79B4-A139-87CA4B39D15B}"/>
                </a:ext>
              </a:extLst>
            </p:cNvPr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>
              <a:extLst>
                <a:ext uri="{FF2B5EF4-FFF2-40B4-BE49-F238E27FC236}">
                  <a16:creationId xmlns:a16="http://schemas.microsoft.com/office/drawing/2014/main" id="{0337EC5D-04C5-35DC-A8F3-6F731A152F43}"/>
                </a:ext>
              </a:extLst>
            </p:cNvPr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>
              <a:extLst>
                <a:ext uri="{FF2B5EF4-FFF2-40B4-BE49-F238E27FC236}">
                  <a16:creationId xmlns:a16="http://schemas.microsoft.com/office/drawing/2014/main" id="{D90E9B82-4A4D-2E17-9704-4F962086ECF3}"/>
                </a:ext>
              </a:extLst>
            </p:cNvPr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>
              <a:extLst>
                <a:ext uri="{FF2B5EF4-FFF2-40B4-BE49-F238E27FC236}">
                  <a16:creationId xmlns:a16="http://schemas.microsoft.com/office/drawing/2014/main" id="{DE264B2E-56DF-0791-6AEC-8D375CF76C6E}"/>
                </a:ext>
              </a:extLst>
            </p:cNvPr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>
              <a:extLst>
                <a:ext uri="{FF2B5EF4-FFF2-40B4-BE49-F238E27FC236}">
                  <a16:creationId xmlns:a16="http://schemas.microsoft.com/office/drawing/2014/main" id="{8B094C0F-DC2D-537B-74E3-037DD82633CD}"/>
                </a:ext>
              </a:extLst>
            </p:cNvPr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>
              <a:extLst>
                <a:ext uri="{FF2B5EF4-FFF2-40B4-BE49-F238E27FC236}">
                  <a16:creationId xmlns:a16="http://schemas.microsoft.com/office/drawing/2014/main" id="{09408EE8-76FE-7B8E-3D82-76A3C92C9D1D}"/>
                </a:ext>
              </a:extLst>
            </p:cNvPr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>
              <a:extLst>
                <a:ext uri="{FF2B5EF4-FFF2-40B4-BE49-F238E27FC236}">
                  <a16:creationId xmlns:a16="http://schemas.microsoft.com/office/drawing/2014/main" id="{F51C8579-CDFC-E2CC-406C-2C7C6D10283D}"/>
                </a:ext>
              </a:extLst>
            </p:cNvPr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>
              <a:extLst>
                <a:ext uri="{FF2B5EF4-FFF2-40B4-BE49-F238E27FC236}">
                  <a16:creationId xmlns:a16="http://schemas.microsoft.com/office/drawing/2014/main" id="{9C6447B4-2AA6-F7A4-8D0A-94858B414B44}"/>
                </a:ext>
              </a:extLst>
            </p:cNvPr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>
              <a:extLst>
                <a:ext uri="{FF2B5EF4-FFF2-40B4-BE49-F238E27FC236}">
                  <a16:creationId xmlns:a16="http://schemas.microsoft.com/office/drawing/2014/main" id="{21FDB9A6-A7EA-0A9A-B782-C304DF575814}"/>
                </a:ext>
              </a:extLst>
            </p:cNvPr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>
              <a:extLst>
                <a:ext uri="{FF2B5EF4-FFF2-40B4-BE49-F238E27FC236}">
                  <a16:creationId xmlns:a16="http://schemas.microsoft.com/office/drawing/2014/main" id="{47ABE66A-A100-A59A-FDCC-07E4D2FF7D4F}"/>
                </a:ext>
              </a:extLst>
            </p:cNvPr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>
              <a:extLst>
                <a:ext uri="{FF2B5EF4-FFF2-40B4-BE49-F238E27FC236}">
                  <a16:creationId xmlns:a16="http://schemas.microsoft.com/office/drawing/2014/main" id="{21B15168-35FB-9B9D-3092-F551D75DDD17}"/>
                </a:ext>
              </a:extLst>
            </p:cNvPr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>
              <a:extLst>
                <a:ext uri="{FF2B5EF4-FFF2-40B4-BE49-F238E27FC236}">
                  <a16:creationId xmlns:a16="http://schemas.microsoft.com/office/drawing/2014/main" id="{D86D6812-F86C-5A0A-9092-3DBE68935731}"/>
                </a:ext>
              </a:extLst>
            </p:cNvPr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>
              <a:extLst>
                <a:ext uri="{FF2B5EF4-FFF2-40B4-BE49-F238E27FC236}">
                  <a16:creationId xmlns:a16="http://schemas.microsoft.com/office/drawing/2014/main" id="{53B59110-450B-9DDE-3715-EC8B2A934C95}"/>
                </a:ext>
              </a:extLst>
            </p:cNvPr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>
              <a:extLst>
                <a:ext uri="{FF2B5EF4-FFF2-40B4-BE49-F238E27FC236}">
                  <a16:creationId xmlns:a16="http://schemas.microsoft.com/office/drawing/2014/main" id="{0771E10A-A1DC-9350-C054-7ED4824CAE79}"/>
                </a:ext>
              </a:extLst>
            </p:cNvPr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>
              <a:extLst>
                <a:ext uri="{FF2B5EF4-FFF2-40B4-BE49-F238E27FC236}">
                  <a16:creationId xmlns:a16="http://schemas.microsoft.com/office/drawing/2014/main" id="{6C4E1237-0F34-791F-BAC3-B9C1D35F522E}"/>
                </a:ext>
              </a:extLst>
            </p:cNvPr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>
              <a:extLst>
                <a:ext uri="{FF2B5EF4-FFF2-40B4-BE49-F238E27FC236}">
                  <a16:creationId xmlns:a16="http://schemas.microsoft.com/office/drawing/2014/main" id="{87961F1B-A116-4001-D72E-67BBF1E117FD}"/>
                </a:ext>
              </a:extLst>
            </p:cNvPr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>
              <a:extLst>
                <a:ext uri="{FF2B5EF4-FFF2-40B4-BE49-F238E27FC236}">
                  <a16:creationId xmlns:a16="http://schemas.microsoft.com/office/drawing/2014/main" id="{3E63A4C5-B9FA-B08A-D507-59946237A42E}"/>
                </a:ext>
              </a:extLst>
            </p:cNvPr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>
              <a:extLst>
                <a:ext uri="{FF2B5EF4-FFF2-40B4-BE49-F238E27FC236}">
                  <a16:creationId xmlns:a16="http://schemas.microsoft.com/office/drawing/2014/main" id="{B2BA17BA-4191-4585-56BF-03B6EADC1C17}"/>
                </a:ext>
              </a:extLst>
            </p:cNvPr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>
              <a:extLst>
                <a:ext uri="{FF2B5EF4-FFF2-40B4-BE49-F238E27FC236}">
                  <a16:creationId xmlns:a16="http://schemas.microsoft.com/office/drawing/2014/main" id="{73406EA2-D214-E8EC-14C5-B07DFFB3C083}"/>
                </a:ext>
              </a:extLst>
            </p:cNvPr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>
              <a:extLst>
                <a:ext uri="{FF2B5EF4-FFF2-40B4-BE49-F238E27FC236}">
                  <a16:creationId xmlns:a16="http://schemas.microsoft.com/office/drawing/2014/main" id="{09DB5009-CF77-503C-FFE2-DF186152A689}"/>
                </a:ext>
              </a:extLst>
            </p:cNvPr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>
              <a:extLst>
                <a:ext uri="{FF2B5EF4-FFF2-40B4-BE49-F238E27FC236}">
                  <a16:creationId xmlns:a16="http://schemas.microsoft.com/office/drawing/2014/main" id="{47552377-BBBF-8F19-7717-4B07169A1800}"/>
                </a:ext>
              </a:extLst>
            </p:cNvPr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>
              <a:extLst>
                <a:ext uri="{FF2B5EF4-FFF2-40B4-BE49-F238E27FC236}">
                  <a16:creationId xmlns:a16="http://schemas.microsoft.com/office/drawing/2014/main" id="{D3E35441-703F-AF34-7E47-69999FCD4DB4}"/>
                </a:ext>
              </a:extLst>
            </p:cNvPr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>
              <a:extLst>
                <a:ext uri="{FF2B5EF4-FFF2-40B4-BE49-F238E27FC236}">
                  <a16:creationId xmlns:a16="http://schemas.microsoft.com/office/drawing/2014/main" id="{3DBA57FE-2E9C-5759-B943-5E386CA446D8}"/>
                </a:ext>
              </a:extLst>
            </p:cNvPr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>
              <a:extLst>
                <a:ext uri="{FF2B5EF4-FFF2-40B4-BE49-F238E27FC236}">
                  <a16:creationId xmlns:a16="http://schemas.microsoft.com/office/drawing/2014/main" id="{900F565C-AA94-CC2B-831B-A8DB8786A3A9}"/>
                </a:ext>
              </a:extLst>
            </p:cNvPr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>
              <a:extLst>
                <a:ext uri="{FF2B5EF4-FFF2-40B4-BE49-F238E27FC236}">
                  <a16:creationId xmlns:a16="http://schemas.microsoft.com/office/drawing/2014/main" id="{00B5D5AA-EF23-BFD2-8E3A-0266869CD74C}"/>
                </a:ext>
              </a:extLst>
            </p:cNvPr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>
              <a:extLst>
                <a:ext uri="{FF2B5EF4-FFF2-40B4-BE49-F238E27FC236}">
                  <a16:creationId xmlns:a16="http://schemas.microsoft.com/office/drawing/2014/main" id="{1ADFFED0-B4D8-7F74-F79F-72878F8EEED6}"/>
                </a:ext>
              </a:extLst>
            </p:cNvPr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>
              <a:extLst>
                <a:ext uri="{FF2B5EF4-FFF2-40B4-BE49-F238E27FC236}">
                  <a16:creationId xmlns:a16="http://schemas.microsoft.com/office/drawing/2014/main" id="{2F60858A-CBB8-A222-0292-870FC5A3335C}"/>
                </a:ext>
              </a:extLst>
            </p:cNvPr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>
              <a:extLst>
                <a:ext uri="{FF2B5EF4-FFF2-40B4-BE49-F238E27FC236}">
                  <a16:creationId xmlns:a16="http://schemas.microsoft.com/office/drawing/2014/main" id="{4F84175A-4664-975D-39E8-3360ACB08AB2}"/>
                </a:ext>
              </a:extLst>
            </p:cNvPr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>
              <a:extLst>
                <a:ext uri="{FF2B5EF4-FFF2-40B4-BE49-F238E27FC236}">
                  <a16:creationId xmlns:a16="http://schemas.microsoft.com/office/drawing/2014/main" id="{125D3FA1-0904-24A8-BD04-9281F1679BB7}"/>
                </a:ext>
              </a:extLst>
            </p:cNvPr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>
              <a:extLst>
                <a:ext uri="{FF2B5EF4-FFF2-40B4-BE49-F238E27FC236}">
                  <a16:creationId xmlns:a16="http://schemas.microsoft.com/office/drawing/2014/main" id="{E6509D95-3702-81AD-9482-B7ACD64F623B}"/>
                </a:ext>
              </a:extLst>
            </p:cNvPr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>
              <a:extLst>
                <a:ext uri="{FF2B5EF4-FFF2-40B4-BE49-F238E27FC236}">
                  <a16:creationId xmlns:a16="http://schemas.microsoft.com/office/drawing/2014/main" id="{67084A8E-06E7-0C00-EFAD-B5BE98F48412}"/>
                </a:ext>
              </a:extLst>
            </p:cNvPr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>
              <a:extLst>
                <a:ext uri="{FF2B5EF4-FFF2-40B4-BE49-F238E27FC236}">
                  <a16:creationId xmlns:a16="http://schemas.microsoft.com/office/drawing/2014/main" id="{83C53717-99B0-B607-6946-C20563E90009}"/>
                </a:ext>
              </a:extLst>
            </p:cNvPr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>
              <a:extLst>
                <a:ext uri="{FF2B5EF4-FFF2-40B4-BE49-F238E27FC236}">
                  <a16:creationId xmlns:a16="http://schemas.microsoft.com/office/drawing/2014/main" id="{87BD30DC-8053-C7F8-B456-52083E285D32}"/>
                </a:ext>
              </a:extLst>
            </p:cNvPr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>
              <a:extLst>
                <a:ext uri="{FF2B5EF4-FFF2-40B4-BE49-F238E27FC236}">
                  <a16:creationId xmlns:a16="http://schemas.microsoft.com/office/drawing/2014/main" id="{026F331E-6D53-2BCD-5BB4-6CC9A9B58C80}"/>
                </a:ext>
              </a:extLst>
            </p:cNvPr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>
              <a:extLst>
                <a:ext uri="{FF2B5EF4-FFF2-40B4-BE49-F238E27FC236}">
                  <a16:creationId xmlns:a16="http://schemas.microsoft.com/office/drawing/2014/main" id="{18EEED25-98C7-8372-5DE7-6120B15FDFD6}"/>
                </a:ext>
              </a:extLst>
            </p:cNvPr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>
              <a:extLst>
                <a:ext uri="{FF2B5EF4-FFF2-40B4-BE49-F238E27FC236}">
                  <a16:creationId xmlns:a16="http://schemas.microsoft.com/office/drawing/2014/main" id="{772F1D5A-21D1-1156-B1B5-5C627F096BA8}"/>
                </a:ext>
              </a:extLst>
            </p:cNvPr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>
              <a:extLst>
                <a:ext uri="{FF2B5EF4-FFF2-40B4-BE49-F238E27FC236}">
                  <a16:creationId xmlns:a16="http://schemas.microsoft.com/office/drawing/2014/main" id="{2211A5C8-9C1D-F7D4-00B4-42770879AC0C}"/>
                </a:ext>
              </a:extLst>
            </p:cNvPr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>
              <a:extLst>
                <a:ext uri="{FF2B5EF4-FFF2-40B4-BE49-F238E27FC236}">
                  <a16:creationId xmlns:a16="http://schemas.microsoft.com/office/drawing/2014/main" id="{F14CC062-6EB0-1A9F-4D79-6CD2CE201FCB}"/>
                </a:ext>
              </a:extLst>
            </p:cNvPr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>
              <a:extLst>
                <a:ext uri="{FF2B5EF4-FFF2-40B4-BE49-F238E27FC236}">
                  <a16:creationId xmlns:a16="http://schemas.microsoft.com/office/drawing/2014/main" id="{BBF881A9-5ABB-FDB2-692A-ED8696CEF35D}"/>
                </a:ext>
              </a:extLst>
            </p:cNvPr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>
              <a:extLst>
                <a:ext uri="{FF2B5EF4-FFF2-40B4-BE49-F238E27FC236}">
                  <a16:creationId xmlns:a16="http://schemas.microsoft.com/office/drawing/2014/main" id="{1EA94FF2-E850-1CF3-89E3-F8C06D6665D4}"/>
                </a:ext>
              </a:extLst>
            </p:cNvPr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>
              <a:extLst>
                <a:ext uri="{FF2B5EF4-FFF2-40B4-BE49-F238E27FC236}">
                  <a16:creationId xmlns:a16="http://schemas.microsoft.com/office/drawing/2014/main" id="{91DB3DCF-0EB7-D352-131F-9526BDB15662}"/>
                </a:ext>
              </a:extLst>
            </p:cNvPr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>
              <a:extLst>
                <a:ext uri="{FF2B5EF4-FFF2-40B4-BE49-F238E27FC236}">
                  <a16:creationId xmlns:a16="http://schemas.microsoft.com/office/drawing/2014/main" id="{3218E08A-09A2-EC43-6802-CAA367CBF365}"/>
                </a:ext>
              </a:extLst>
            </p:cNvPr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>
              <a:extLst>
                <a:ext uri="{FF2B5EF4-FFF2-40B4-BE49-F238E27FC236}">
                  <a16:creationId xmlns:a16="http://schemas.microsoft.com/office/drawing/2014/main" id="{23F50968-4C72-57F9-72AD-B04AF7E79709}"/>
                </a:ext>
              </a:extLst>
            </p:cNvPr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>
              <a:extLst>
                <a:ext uri="{FF2B5EF4-FFF2-40B4-BE49-F238E27FC236}">
                  <a16:creationId xmlns:a16="http://schemas.microsoft.com/office/drawing/2014/main" id="{89053E88-7E72-BE4E-54F2-8B8FDD493FBC}"/>
                </a:ext>
              </a:extLst>
            </p:cNvPr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>
              <a:extLst>
                <a:ext uri="{FF2B5EF4-FFF2-40B4-BE49-F238E27FC236}">
                  <a16:creationId xmlns:a16="http://schemas.microsoft.com/office/drawing/2014/main" id="{D225DE1D-AB9D-3206-BF2D-BA18F2B736A4}"/>
                </a:ext>
              </a:extLst>
            </p:cNvPr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>
              <a:extLst>
                <a:ext uri="{FF2B5EF4-FFF2-40B4-BE49-F238E27FC236}">
                  <a16:creationId xmlns:a16="http://schemas.microsoft.com/office/drawing/2014/main" id="{80EFE6A6-B1F9-ECF8-2D04-C86F0FDB79FF}"/>
                </a:ext>
              </a:extLst>
            </p:cNvPr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>
              <a:extLst>
                <a:ext uri="{FF2B5EF4-FFF2-40B4-BE49-F238E27FC236}">
                  <a16:creationId xmlns:a16="http://schemas.microsoft.com/office/drawing/2014/main" id="{8BF7658F-0F14-B19D-67AE-4FDEE8787828}"/>
                </a:ext>
              </a:extLst>
            </p:cNvPr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>
              <a:extLst>
                <a:ext uri="{FF2B5EF4-FFF2-40B4-BE49-F238E27FC236}">
                  <a16:creationId xmlns:a16="http://schemas.microsoft.com/office/drawing/2014/main" id="{46B735E3-EEAA-2C87-3F45-40F0E7ED6CD2}"/>
                </a:ext>
              </a:extLst>
            </p:cNvPr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>
              <a:extLst>
                <a:ext uri="{FF2B5EF4-FFF2-40B4-BE49-F238E27FC236}">
                  <a16:creationId xmlns:a16="http://schemas.microsoft.com/office/drawing/2014/main" id="{DCDA23AB-4F67-0DB4-D6BE-5C60B8CE54A9}"/>
                </a:ext>
              </a:extLst>
            </p:cNvPr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>
              <a:extLst>
                <a:ext uri="{FF2B5EF4-FFF2-40B4-BE49-F238E27FC236}">
                  <a16:creationId xmlns:a16="http://schemas.microsoft.com/office/drawing/2014/main" id="{F76A59B4-33AA-226F-3966-476B3F1721A9}"/>
                </a:ext>
              </a:extLst>
            </p:cNvPr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1377;p28">
            <a:extLst>
              <a:ext uri="{FF2B5EF4-FFF2-40B4-BE49-F238E27FC236}">
                <a16:creationId xmlns:a16="http://schemas.microsoft.com/office/drawing/2014/main" id="{C298DB5F-BABE-8A06-6DD2-DC8822E89A3E}"/>
              </a:ext>
            </a:extLst>
          </p:cNvPr>
          <p:cNvSpPr/>
          <p:nvPr/>
        </p:nvSpPr>
        <p:spPr>
          <a:xfrm>
            <a:off x="2869052" y="2383953"/>
            <a:ext cx="172213" cy="6889"/>
          </a:xfrm>
          <a:custGeom>
            <a:avLst/>
            <a:gdLst/>
            <a:ahLst/>
            <a:cxnLst/>
            <a:rect l="l" t="t" r="r" b="b"/>
            <a:pathLst>
              <a:path w="3025" h="121" extrusionOk="0">
                <a:moveTo>
                  <a:pt x="56" y="0"/>
                </a:moveTo>
                <a:cubicBezTo>
                  <a:pt x="29" y="0"/>
                  <a:pt x="1" y="28"/>
                  <a:pt x="1" y="56"/>
                </a:cubicBezTo>
                <a:cubicBezTo>
                  <a:pt x="1" y="93"/>
                  <a:pt x="29" y="121"/>
                  <a:pt x="56" y="121"/>
                </a:cubicBezTo>
                <a:lnTo>
                  <a:pt x="2960" y="121"/>
                </a:lnTo>
                <a:cubicBezTo>
                  <a:pt x="2997" y="121"/>
                  <a:pt x="3025" y="93"/>
                  <a:pt x="3025" y="56"/>
                </a:cubicBezTo>
                <a:cubicBezTo>
                  <a:pt x="3025" y="28"/>
                  <a:pt x="2997" y="0"/>
                  <a:pt x="29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377;p28">
            <a:extLst>
              <a:ext uri="{FF2B5EF4-FFF2-40B4-BE49-F238E27FC236}">
                <a16:creationId xmlns:a16="http://schemas.microsoft.com/office/drawing/2014/main" id="{08FF8C55-8E52-F193-7A9B-4C7615FBFD11}"/>
              </a:ext>
            </a:extLst>
          </p:cNvPr>
          <p:cNvSpPr/>
          <p:nvPr/>
        </p:nvSpPr>
        <p:spPr>
          <a:xfrm>
            <a:off x="3021452" y="2536353"/>
            <a:ext cx="172213" cy="6889"/>
          </a:xfrm>
          <a:custGeom>
            <a:avLst/>
            <a:gdLst/>
            <a:ahLst/>
            <a:cxnLst/>
            <a:rect l="l" t="t" r="r" b="b"/>
            <a:pathLst>
              <a:path w="3025" h="121" extrusionOk="0">
                <a:moveTo>
                  <a:pt x="56" y="0"/>
                </a:moveTo>
                <a:cubicBezTo>
                  <a:pt x="29" y="0"/>
                  <a:pt x="1" y="28"/>
                  <a:pt x="1" y="56"/>
                </a:cubicBezTo>
                <a:cubicBezTo>
                  <a:pt x="1" y="93"/>
                  <a:pt x="29" y="121"/>
                  <a:pt x="56" y="121"/>
                </a:cubicBezTo>
                <a:lnTo>
                  <a:pt x="2960" y="121"/>
                </a:lnTo>
                <a:cubicBezTo>
                  <a:pt x="2997" y="121"/>
                  <a:pt x="3025" y="93"/>
                  <a:pt x="3025" y="56"/>
                </a:cubicBezTo>
                <a:cubicBezTo>
                  <a:pt x="3025" y="28"/>
                  <a:pt x="2997" y="0"/>
                  <a:pt x="29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377;p28">
            <a:extLst>
              <a:ext uri="{FF2B5EF4-FFF2-40B4-BE49-F238E27FC236}">
                <a16:creationId xmlns:a16="http://schemas.microsoft.com/office/drawing/2014/main" id="{0B330FC6-24FD-80AC-27FB-753A044DAD99}"/>
              </a:ext>
            </a:extLst>
          </p:cNvPr>
          <p:cNvSpPr/>
          <p:nvPr/>
        </p:nvSpPr>
        <p:spPr>
          <a:xfrm>
            <a:off x="3173852" y="2688753"/>
            <a:ext cx="172213" cy="6889"/>
          </a:xfrm>
          <a:custGeom>
            <a:avLst/>
            <a:gdLst/>
            <a:ahLst/>
            <a:cxnLst/>
            <a:rect l="l" t="t" r="r" b="b"/>
            <a:pathLst>
              <a:path w="3025" h="121" extrusionOk="0">
                <a:moveTo>
                  <a:pt x="56" y="0"/>
                </a:moveTo>
                <a:cubicBezTo>
                  <a:pt x="29" y="0"/>
                  <a:pt x="1" y="28"/>
                  <a:pt x="1" y="56"/>
                </a:cubicBezTo>
                <a:cubicBezTo>
                  <a:pt x="1" y="93"/>
                  <a:pt x="29" y="121"/>
                  <a:pt x="56" y="121"/>
                </a:cubicBezTo>
                <a:lnTo>
                  <a:pt x="2960" y="121"/>
                </a:lnTo>
                <a:cubicBezTo>
                  <a:pt x="2997" y="121"/>
                  <a:pt x="3025" y="93"/>
                  <a:pt x="3025" y="56"/>
                </a:cubicBezTo>
                <a:cubicBezTo>
                  <a:pt x="3025" y="28"/>
                  <a:pt x="2997" y="0"/>
                  <a:pt x="29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5" name="TextBox 1494">
            <a:extLst>
              <a:ext uri="{FF2B5EF4-FFF2-40B4-BE49-F238E27FC236}">
                <a16:creationId xmlns:a16="http://schemas.microsoft.com/office/drawing/2014/main" id="{00EF956D-7ACF-AC37-B2AF-92256A7ABB86}"/>
              </a:ext>
            </a:extLst>
          </p:cNvPr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2489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>
          <a:extLst>
            <a:ext uri="{FF2B5EF4-FFF2-40B4-BE49-F238E27FC236}">
              <a16:creationId xmlns:a16="http://schemas.microsoft.com/office/drawing/2014/main" id="{65FC8E15-2DB0-3249-B1EE-CD97D6F03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30">
            <a:extLst>
              <a:ext uri="{FF2B5EF4-FFF2-40B4-BE49-F238E27FC236}">
                <a16:creationId xmlns:a16="http://schemas.microsoft.com/office/drawing/2014/main" id="{B9F9B26C-E21A-A68A-31E4-279FA3E832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347" y="511577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Team Work Distribution</a:t>
            </a:r>
            <a:endParaRPr dirty="0"/>
          </a:p>
        </p:txBody>
      </p:sp>
      <p:sp>
        <p:nvSpPr>
          <p:cNvPr id="1592" name="Google Shape;1592;p30">
            <a:extLst>
              <a:ext uri="{FF2B5EF4-FFF2-40B4-BE49-F238E27FC236}">
                <a16:creationId xmlns:a16="http://schemas.microsoft.com/office/drawing/2014/main" id="{BF6A832E-1BC0-2F80-52BF-7A93E582E90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833657" y="1074976"/>
            <a:ext cx="5460850" cy="8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sz="2000" dirty="0"/>
              <a:t>SRS &amp; Writing Manual Test Cases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98" name="Google Shape;1598;p30">
            <a:extLst>
              <a:ext uri="{FF2B5EF4-FFF2-40B4-BE49-F238E27FC236}">
                <a16:creationId xmlns:a16="http://schemas.microsoft.com/office/drawing/2014/main" id="{084E702B-D7B6-7D54-2B24-358EFC7CEDA4}"/>
              </a:ext>
            </a:extLst>
          </p:cNvPr>
          <p:cNvGrpSpPr/>
          <p:nvPr/>
        </p:nvGrpSpPr>
        <p:grpSpPr>
          <a:xfrm>
            <a:off x="7814889" y="900912"/>
            <a:ext cx="887675" cy="801288"/>
            <a:chOff x="6544194" y="2365864"/>
            <a:chExt cx="529544" cy="478038"/>
          </a:xfrm>
        </p:grpSpPr>
        <p:sp>
          <p:nvSpPr>
            <p:cNvPr id="1599" name="Google Shape;1599;p30">
              <a:extLst>
                <a:ext uri="{FF2B5EF4-FFF2-40B4-BE49-F238E27FC236}">
                  <a16:creationId xmlns:a16="http://schemas.microsoft.com/office/drawing/2014/main" id="{BB8446F4-234F-E933-7298-7CE5FF36F61F}"/>
                </a:ext>
              </a:extLst>
            </p:cNvPr>
            <p:cNvSpPr/>
            <p:nvPr/>
          </p:nvSpPr>
          <p:spPr>
            <a:xfrm>
              <a:off x="6546068" y="2488273"/>
              <a:ext cx="190780" cy="188197"/>
            </a:xfrm>
            <a:custGeom>
              <a:avLst/>
              <a:gdLst/>
              <a:ahLst/>
              <a:cxnLst/>
              <a:rect l="l" t="t" r="r" b="b"/>
              <a:pathLst>
                <a:path w="3767" h="3716" extrusionOk="0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0">
              <a:extLst>
                <a:ext uri="{FF2B5EF4-FFF2-40B4-BE49-F238E27FC236}">
                  <a16:creationId xmlns:a16="http://schemas.microsoft.com/office/drawing/2014/main" id="{79C239FE-E736-9A1E-C946-13014DA582A1}"/>
                </a:ext>
              </a:extLst>
            </p:cNvPr>
            <p:cNvSpPr/>
            <p:nvPr/>
          </p:nvSpPr>
          <p:spPr>
            <a:xfrm>
              <a:off x="6544194" y="2485487"/>
              <a:ext cx="195490" cy="193515"/>
            </a:xfrm>
            <a:custGeom>
              <a:avLst/>
              <a:gdLst/>
              <a:ahLst/>
              <a:cxnLst/>
              <a:rect l="l" t="t" r="r" b="b"/>
              <a:pathLst>
                <a:path w="3860" h="3821" extrusionOk="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0">
              <a:extLst>
                <a:ext uri="{FF2B5EF4-FFF2-40B4-BE49-F238E27FC236}">
                  <a16:creationId xmlns:a16="http://schemas.microsoft.com/office/drawing/2014/main" id="{C2B64196-6C4E-CE3E-6CA9-8BF948EE69CF}"/>
                </a:ext>
              </a:extLst>
            </p:cNvPr>
            <p:cNvSpPr/>
            <p:nvPr/>
          </p:nvSpPr>
          <p:spPr>
            <a:xfrm>
              <a:off x="6726465" y="2372093"/>
              <a:ext cx="344892" cy="340385"/>
            </a:xfrm>
            <a:custGeom>
              <a:avLst/>
              <a:gdLst/>
              <a:ahLst/>
              <a:cxnLst/>
              <a:rect l="l" t="t" r="r" b="b"/>
              <a:pathLst>
                <a:path w="6810" h="6721" extrusionOk="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0">
              <a:extLst>
                <a:ext uri="{FF2B5EF4-FFF2-40B4-BE49-F238E27FC236}">
                  <a16:creationId xmlns:a16="http://schemas.microsoft.com/office/drawing/2014/main" id="{45509623-7A6E-9110-BE8B-7036F010BFAD}"/>
                </a:ext>
              </a:extLst>
            </p:cNvPr>
            <p:cNvSpPr/>
            <p:nvPr/>
          </p:nvSpPr>
          <p:spPr>
            <a:xfrm>
              <a:off x="6723680" y="2369611"/>
              <a:ext cx="350058" cy="345551"/>
            </a:xfrm>
            <a:custGeom>
              <a:avLst/>
              <a:gdLst/>
              <a:ahLst/>
              <a:cxnLst/>
              <a:rect l="l" t="t" r="r" b="b"/>
              <a:pathLst>
                <a:path w="6912" h="6823" extrusionOk="0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0">
              <a:extLst>
                <a:ext uri="{FF2B5EF4-FFF2-40B4-BE49-F238E27FC236}">
                  <a16:creationId xmlns:a16="http://schemas.microsoft.com/office/drawing/2014/main" id="{1FFAA408-09FC-6089-1D84-1D189C07F6B6}"/>
                </a:ext>
              </a:extLst>
            </p:cNvPr>
            <p:cNvSpPr/>
            <p:nvPr/>
          </p:nvSpPr>
          <p:spPr>
            <a:xfrm>
              <a:off x="6714260" y="2368295"/>
              <a:ext cx="344437" cy="340436"/>
            </a:xfrm>
            <a:custGeom>
              <a:avLst/>
              <a:gdLst/>
              <a:ahLst/>
              <a:cxnLst/>
              <a:rect l="l" t="t" r="r" b="b"/>
              <a:pathLst>
                <a:path w="6801" h="6722" extrusionOk="0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0">
              <a:extLst>
                <a:ext uri="{FF2B5EF4-FFF2-40B4-BE49-F238E27FC236}">
                  <a16:creationId xmlns:a16="http://schemas.microsoft.com/office/drawing/2014/main" id="{9A8EF030-6F8F-71E0-B0A7-4216211F1055}"/>
                </a:ext>
              </a:extLst>
            </p:cNvPr>
            <p:cNvSpPr/>
            <p:nvPr/>
          </p:nvSpPr>
          <p:spPr>
            <a:xfrm>
              <a:off x="6711474" y="2365864"/>
              <a:ext cx="348640" cy="345551"/>
            </a:xfrm>
            <a:custGeom>
              <a:avLst/>
              <a:gdLst/>
              <a:ahLst/>
              <a:cxnLst/>
              <a:rect l="l" t="t" r="r" b="b"/>
              <a:pathLst>
                <a:path w="6884" h="6823" extrusionOk="0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0">
              <a:extLst>
                <a:ext uri="{FF2B5EF4-FFF2-40B4-BE49-F238E27FC236}">
                  <a16:creationId xmlns:a16="http://schemas.microsoft.com/office/drawing/2014/main" id="{57988210-DCBE-68EB-9ABF-4C8F1FEF306E}"/>
                </a:ext>
              </a:extLst>
            </p:cNvPr>
            <p:cNvSpPr/>
            <p:nvPr/>
          </p:nvSpPr>
          <p:spPr>
            <a:xfrm>
              <a:off x="6650396" y="2651907"/>
              <a:ext cx="191691" cy="189463"/>
            </a:xfrm>
            <a:custGeom>
              <a:avLst/>
              <a:gdLst/>
              <a:ahLst/>
              <a:cxnLst/>
              <a:rect l="l" t="t" r="r" b="b"/>
              <a:pathLst>
                <a:path w="3785" h="3741" extrusionOk="0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0">
              <a:extLst>
                <a:ext uri="{FF2B5EF4-FFF2-40B4-BE49-F238E27FC236}">
                  <a16:creationId xmlns:a16="http://schemas.microsoft.com/office/drawing/2014/main" id="{13870B3D-C86F-4CA9-B305-5B95C7F0E302}"/>
                </a:ext>
              </a:extLst>
            </p:cNvPr>
            <p:cNvSpPr/>
            <p:nvPr/>
          </p:nvSpPr>
          <p:spPr>
            <a:xfrm>
              <a:off x="6647104" y="2648969"/>
              <a:ext cx="197364" cy="194933"/>
            </a:xfrm>
            <a:custGeom>
              <a:avLst/>
              <a:gdLst/>
              <a:ahLst/>
              <a:cxnLst/>
              <a:rect l="l" t="t" r="r" b="b"/>
              <a:pathLst>
                <a:path w="3897" h="3849" extrusionOk="0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0">
              <a:extLst>
                <a:ext uri="{FF2B5EF4-FFF2-40B4-BE49-F238E27FC236}">
                  <a16:creationId xmlns:a16="http://schemas.microsoft.com/office/drawing/2014/main" id="{6F465C63-155A-6887-7D12-317F97CD5AC1}"/>
                </a:ext>
              </a:extLst>
            </p:cNvPr>
            <p:cNvSpPr/>
            <p:nvPr/>
          </p:nvSpPr>
          <p:spPr>
            <a:xfrm>
              <a:off x="6548904" y="2480423"/>
              <a:ext cx="190780" cy="188501"/>
            </a:xfrm>
            <a:custGeom>
              <a:avLst/>
              <a:gdLst/>
              <a:ahLst/>
              <a:cxnLst/>
              <a:rect l="l" t="t" r="r" b="b"/>
              <a:pathLst>
                <a:path w="3767" h="3722" extrusionOk="0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0">
              <a:extLst>
                <a:ext uri="{FF2B5EF4-FFF2-40B4-BE49-F238E27FC236}">
                  <a16:creationId xmlns:a16="http://schemas.microsoft.com/office/drawing/2014/main" id="{27C95035-BB4B-A304-307D-CC2749F8A49F}"/>
                </a:ext>
              </a:extLst>
            </p:cNvPr>
            <p:cNvSpPr/>
            <p:nvPr/>
          </p:nvSpPr>
          <p:spPr>
            <a:xfrm>
              <a:off x="6546068" y="2477941"/>
              <a:ext cx="196452" cy="193565"/>
            </a:xfrm>
            <a:custGeom>
              <a:avLst/>
              <a:gdLst/>
              <a:ahLst/>
              <a:cxnLst/>
              <a:rect l="l" t="t" r="r" b="b"/>
              <a:pathLst>
                <a:path w="3879" h="3822" extrusionOk="0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A64C032A-FB2A-E741-6859-845D6B323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4233" y="1642043"/>
            <a:ext cx="6989127" cy="2662645"/>
          </a:xfrm>
        </p:spPr>
        <p:txBody>
          <a:bodyPr/>
          <a:lstStyle/>
          <a:p>
            <a:r>
              <a:rPr lang="en-US" sz="1400" b="1" dirty="0"/>
              <a:t>Ammar: </a:t>
            </a:r>
            <a:r>
              <a:rPr lang="en-US" sz="1400" dirty="0"/>
              <a:t>Checkout &amp; Payments</a:t>
            </a:r>
          </a:p>
          <a:p>
            <a:endParaRPr lang="en-US" sz="1400" dirty="0"/>
          </a:p>
          <a:p>
            <a:r>
              <a:rPr lang="en-US" sz="1400" b="1" dirty="0"/>
              <a:t>Rana</a:t>
            </a:r>
            <a:r>
              <a:rPr lang="en-US" sz="1400" dirty="0"/>
              <a:t>: Cart</a:t>
            </a:r>
          </a:p>
          <a:p>
            <a:endParaRPr lang="en-US" sz="1400" dirty="0"/>
          </a:p>
          <a:p>
            <a:r>
              <a:rPr lang="en-US" sz="1400" b="1" dirty="0"/>
              <a:t>Amr: </a:t>
            </a:r>
            <a:r>
              <a:rPr lang="en-US" sz="1400" dirty="0"/>
              <a:t>Products &amp; Search</a:t>
            </a:r>
          </a:p>
          <a:p>
            <a:endParaRPr lang="en-US" sz="1400" dirty="0"/>
          </a:p>
          <a:p>
            <a:r>
              <a:rPr lang="en-US" sz="1400" b="1" dirty="0"/>
              <a:t>Madonna</a:t>
            </a:r>
            <a:r>
              <a:rPr lang="en-US" sz="1400" dirty="0"/>
              <a:t>: User Management</a:t>
            </a:r>
          </a:p>
          <a:p>
            <a:endParaRPr lang="en-US" sz="1400" dirty="0"/>
          </a:p>
          <a:p>
            <a:r>
              <a:rPr lang="en-US" sz="1400" b="1" dirty="0"/>
              <a:t>Shahd</a:t>
            </a:r>
            <a:r>
              <a:rPr lang="en-US" sz="1400" dirty="0"/>
              <a:t>: Orders &amp; Accounts</a:t>
            </a:r>
          </a:p>
          <a:p>
            <a:endParaRPr lang="en-US" sz="1400" dirty="0"/>
          </a:p>
          <a:p>
            <a:r>
              <a:rPr lang="en-US" sz="1400" b="1" dirty="0"/>
              <a:t>Jomana: </a:t>
            </a:r>
            <a:r>
              <a:rPr lang="en-US" sz="1400" dirty="0"/>
              <a:t>Navigation &amp; static pages &amp; Cross Browser Testing</a:t>
            </a:r>
          </a:p>
        </p:txBody>
      </p:sp>
      <p:sp>
        <p:nvSpPr>
          <p:cNvPr id="1609" name="TextBox 1608"/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87C218-329B-8CFB-9177-BAE57AFB1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424" y="2255722"/>
            <a:ext cx="4502359" cy="136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827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>
          <a:extLst>
            <a:ext uri="{FF2B5EF4-FFF2-40B4-BE49-F238E27FC236}">
              <a16:creationId xmlns:a16="http://schemas.microsoft.com/office/drawing/2014/main" id="{F1D3B412-2809-C161-0A1E-CBAB84390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30">
            <a:extLst>
              <a:ext uri="{FF2B5EF4-FFF2-40B4-BE49-F238E27FC236}">
                <a16:creationId xmlns:a16="http://schemas.microsoft.com/office/drawing/2014/main" id="{3501C8E2-F6AC-F8CA-013F-13F8CA7A24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347" y="511577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Team Work Distribution</a:t>
            </a:r>
            <a:endParaRPr dirty="0"/>
          </a:p>
        </p:txBody>
      </p:sp>
      <p:sp>
        <p:nvSpPr>
          <p:cNvPr id="1592" name="Google Shape;1592;p30">
            <a:extLst>
              <a:ext uri="{FF2B5EF4-FFF2-40B4-BE49-F238E27FC236}">
                <a16:creationId xmlns:a16="http://schemas.microsoft.com/office/drawing/2014/main" id="{D6DE2F9B-370F-D39E-BCFC-343FC1FFB93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833657" y="1074976"/>
            <a:ext cx="5460850" cy="8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sz="2000" dirty="0"/>
              <a:t>Test Cases Execution &amp; Bug Reports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98" name="Google Shape;1598;p30">
            <a:extLst>
              <a:ext uri="{FF2B5EF4-FFF2-40B4-BE49-F238E27FC236}">
                <a16:creationId xmlns:a16="http://schemas.microsoft.com/office/drawing/2014/main" id="{5C604117-6852-FF37-95D2-5E8A1D1DDC28}"/>
              </a:ext>
            </a:extLst>
          </p:cNvPr>
          <p:cNvGrpSpPr/>
          <p:nvPr/>
        </p:nvGrpSpPr>
        <p:grpSpPr>
          <a:xfrm>
            <a:off x="7814889" y="900912"/>
            <a:ext cx="887675" cy="801288"/>
            <a:chOff x="6544194" y="2365864"/>
            <a:chExt cx="529544" cy="478038"/>
          </a:xfrm>
        </p:grpSpPr>
        <p:sp>
          <p:nvSpPr>
            <p:cNvPr id="1599" name="Google Shape;1599;p30">
              <a:extLst>
                <a:ext uri="{FF2B5EF4-FFF2-40B4-BE49-F238E27FC236}">
                  <a16:creationId xmlns:a16="http://schemas.microsoft.com/office/drawing/2014/main" id="{BC74A0B0-5E16-79DE-2EC2-69A5AA3CF823}"/>
                </a:ext>
              </a:extLst>
            </p:cNvPr>
            <p:cNvSpPr/>
            <p:nvPr/>
          </p:nvSpPr>
          <p:spPr>
            <a:xfrm>
              <a:off x="6546068" y="2488273"/>
              <a:ext cx="190780" cy="188197"/>
            </a:xfrm>
            <a:custGeom>
              <a:avLst/>
              <a:gdLst/>
              <a:ahLst/>
              <a:cxnLst/>
              <a:rect l="l" t="t" r="r" b="b"/>
              <a:pathLst>
                <a:path w="3767" h="3716" extrusionOk="0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0">
              <a:extLst>
                <a:ext uri="{FF2B5EF4-FFF2-40B4-BE49-F238E27FC236}">
                  <a16:creationId xmlns:a16="http://schemas.microsoft.com/office/drawing/2014/main" id="{A870AD64-FFC7-1F6F-A78F-831A0C507FB8}"/>
                </a:ext>
              </a:extLst>
            </p:cNvPr>
            <p:cNvSpPr/>
            <p:nvPr/>
          </p:nvSpPr>
          <p:spPr>
            <a:xfrm>
              <a:off x="6544194" y="2485487"/>
              <a:ext cx="195490" cy="193515"/>
            </a:xfrm>
            <a:custGeom>
              <a:avLst/>
              <a:gdLst/>
              <a:ahLst/>
              <a:cxnLst/>
              <a:rect l="l" t="t" r="r" b="b"/>
              <a:pathLst>
                <a:path w="3860" h="3821" extrusionOk="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0">
              <a:extLst>
                <a:ext uri="{FF2B5EF4-FFF2-40B4-BE49-F238E27FC236}">
                  <a16:creationId xmlns:a16="http://schemas.microsoft.com/office/drawing/2014/main" id="{A0C0C0D0-DD0D-0323-2039-CFAEF4E2D789}"/>
                </a:ext>
              </a:extLst>
            </p:cNvPr>
            <p:cNvSpPr/>
            <p:nvPr/>
          </p:nvSpPr>
          <p:spPr>
            <a:xfrm>
              <a:off x="6726465" y="2372093"/>
              <a:ext cx="344892" cy="340385"/>
            </a:xfrm>
            <a:custGeom>
              <a:avLst/>
              <a:gdLst/>
              <a:ahLst/>
              <a:cxnLst/>
              <a:rect l="l" t="t" r="r" b="b"/>
              <a:pathLst>
                <a:path w="6810" h="6721" extrusionOk="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0">
              <a:extLst>
                <a:ext uri="{FF2B5EF4-FFF2-40B4-BE49-F238E27FC236}">
                  <a16:creationId xmlns:a16="http://schemas.microsoft.com/office/drawing/2014/main" id="{F92079A6-96A6-FBB7-51F2-23B4B4E73DB4}"/>
                </a:ext>
              </a:extLst>
            </p:cNvPr>
            <p:cNvSpPr/>
            <p:nvPr/>
          </p:nvSpPr>
          <p:spPr>
            <a:xfrm>
              <a:off x="6723680" y="2369611"/>
              <a:ext cx="350058" cy="345551"/>
            </a:xfrm>
            <a:custGeom>
              <a:avLst/>
              <a:gdLst/>
              <a:ahLst/>
              <a:cxnLst/>
              <a:rect l="l" t="t" r="r" b="b"/>
              <a:pathLst>
                <a:path w="6912" h="6823" extrusionOk="0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0">
              <a:extLst>
                <a:ext uri="{FF2B5EF4-FFF2-40B4-BE49-F238E27FC236}">
                  <a16:creationId xmlns:a16="http://schemas.microsoft.com/office/drawing/2014/main" id="{6BBAF84C-CFBF-E493-8B79-8602160759B4}"/>
                </a:ext>
              </a:extLst>
            </p:cNvPr>
            <p:cNvSpPr/>
            <p:nvPr/>
          </p:nvSpPr>
          <p:spPr>
            <a:xfrm>
              <a:off x="6714260" y="2368295"/>
              <a:ext cx="344437" cy="340436"/>
            </a:xfrm>
            <a:custGeom>
              <a:avLst/>
              <a:gdLst/>
              <a:ahLst/>
              <a:cxnLst/>
              <a:rect l="l" t="t" r="r" b="b"/>
              <a:pathLst>
                <a:path w="6801" h="6722" extrusionOk="0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0">
              <a:extLst>
                <a:ext uri="{FF2B5EF4-FFF2-40B4-BE49-F238E27FC236}">
                  <a16:creationId xmlns:a16="http://schemas.microsoft.com/office/drawing/2014/main" id="{D158A59E-4A95-2311-D871-877670CA60B7}"/>
                </a:ext>
              </a:extLst>
            </p:cNvPr>
            <p:cNvSpPr/>
            <p:nvPr/>
          </p:nvSpPr>
          <p:spPr>
            <a:xfrm>
              <a:off x="6711474" y="2365864"/>
              <a:ext cx="348640" cy="345551"/>
            </a:xfrm>
            <a:custGeom>
              <a:avLst/>
              <a:gdLst/>
              <a:ahLst/>
              <a:cxnLst/>
              <a:rect l="l" t="t" r="r" b="b"/>
              <a:pathLst>
                <a:path w="6884" h="6823" extrusionOk="0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0">
              <a:extLst>
                <a:ext uri="{FF2B5EF4-FFF2-40B4-BE49-F238E27FC236}">
                  <a16:creationId xmlns:a16="http://schemas.microsoft.com/office/drawing/2014/main" id="{E458A18F-1FA6-DC93-708E-9D2D75604DDD}"/>
                </a:ext>
              </a:extLst>
            </p:cNvPr>
            <p:cNvSpPr/>
            <p:nvPr/>
          </p:nvSpPr>
          <p:spPr>
            <a:xfrm>
              <a:off x="6650396" y="2651907"/>
              <a:ext cx="191691" cy="189463"/>
            </a:xfrm>
            <a:custGeom>
              <a:avLst/>
              <a:gdLst/>
              <a:ahLst/>
              <a:cxnLst/>
              <a:rect l="l" t="t" r="r" b="b"/>
              <a:pathLst>
                <a:path w="3785" h="3741" extrusionOk="0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0">
              <a:extLst>
                <a:ext uri="{FF2B5EF4-FFF2-40B4-BE49-F238E27FC236}">
                  <a16:creationId xmlns:a16="http://schemas.microsoft.com/office/drawing/2014/main" id="{0DB35F7B-7A9B-BE07-5B94-76DCFB2FD0A0}"/>
                </a:ext>
              </a:extLst>
            </p:cNvPr>
            <p:cNvSpPr/>
            <p:nvPr/>
          </p:nvSpPr>
          <p:spPr>
            <a:xfrm>
              <a:off x="6647104" y="2648969"/>
              <a:ext cx="197364" cy="194933"/>
            </a:xfrm>
            <a:custGeom>
              <a:avLst/>
              <a:gdLst/>
              <a:ahLst/>
              <a:cxnLst/>
              <a:rect l="l" t="t" r="r" b="b"/>
              <a:pathLst>
                <a:path w="3897" h="3849" extrusionOk="0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0">
              <a:extLst>
                <a:ext uri="{FF2B5EF4-FFF2-40B4-BE49-F238E27FC236}">
                  <a16:creationId xmlns:a16="http://schemas.microsoft.com/office/drawing/2014/main" id="{773F89DA-0395-E1F8-7195-60E0F0CADDE7}"/>
                </a:ext>
              </a:extLst>
            </p:cNvPr>
            <p:cNvSpPr/>
            <p:nvPr/>
          </p:nvSpPr>
          <p:spPr>
            <a:xfrm>
              <a:off x="6548904" y="2480423"/>
              <a:ext cx="190780" cy="188501"/>
            </a:xfrm>
            <a:custGeom>
              <a:avLst/>
              <a:gdLst/>
              <a:ahLst/>
              <a:cxnLst/>
              <a:rect l="l" t="t" r="r" b="b"/>
              <a:pathLst>
                <a:path w="3767" h="3722" extrusionOk="0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0">
              <a:extLst>
                <a:ext uri="{FF2B5EF4-FFF2-40B4-BE49-F238E27FC236}">
                  <a16:creationId xmlns:a16="http://schemas.microsoft.com/office/drawing/2014/main" id="{77C14458-41E8-9323-262A-7749BB76A104}"/>
                </a:ext>
              </a:extLst>
            </p:cNvPr>
            <p:cNvSpPr/>
            <p:nvPr/>
          </p:nvSpPr>
          <p:spPr>
            <a:xfrm>
              <a:off x="6546068" y="2477941"/>
              <a:ext cx="196452" cy="193565"/>
            </a:xfrm>
            <a:custGeom>
              <a:avLst/>
              <a:gdLst/>
              <a:ahLst/>
              <a:cxnLst/>
              <a:rect l="l" t="t" r="r" b="b"/>
              <a:pathLst>
                <a:path w="3879" h="3822" extrusionOk="0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609FC8E4-70B3-561B-F546-D415D7037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4233" y="1642043"/>
            <a:ext cx="6989127" cy="2662645"/>
          </a:xfrm>
        </p:spPr>
        <p:txBody>
          <a:bodyPr/>
          <a:lstStyle/>
          <a:p>
            <a:r>
              <a:rPr lang="en-US" sz="1400" b="1" dirty="0"/>
              <a:t>Ammar: </a:t>
            </a:r>
            <a:r>
              <a:rPr lang="en-US" sz="1400" dirty="0"/>
              <a:t>Cart</a:t>
            </a:r>
          </a:p>
          <a:p>
            <a:endParaRPr lang="en-US" sz="1400" dirty="0"/>
          </a:p>
          <a:p>
            <a:r>
              <a:rPr lang="en-US" sz="1400" b="1" dirty="0"/>
              <a:t>Rana</a:t>
            </a:r>
            <a:r>
              <a:rPr lang="en-US" sz="1400" dirty="0"/>
              <a:t>: Checkout &amp; Payments </a:t>
            </a:r>
          </a:p>
          <a:p>
            <a:endParaRPr lang="en-US" sz="1400" dirty="0"/>
          </a:p>
          <a:p>
            <a:r>
              <a:rPr lang="en-US" sz="1400" b="1" dirty="0"/>
              <a:t>Amr:</a:t>
            </a:r>
            <a:r>
              <a:rPr lang="en-US" sz="1400" dirty="0"/>
              <a:t> User Management </a:t>
            </a:r>
          </a:p>
          <a:p>
            <a:endParaRPr lang="en-US" sz="1400" dirty="0"/>
          </a:p>
          <a:p>
            <a:r>
              <a:rPr lang="en-US" sz="1400" b="1" dirty="0"/>
              <a:t>Madonna</a:t>
            </a:r>
            <a:r>
              <a:rPr lang="en-US" sz="1400" dirty="0"/>
              <a:t>: Products &amp; Search</a:t>
            </a:r>
          </a:p>
          <a:p>
            <a:endParaRPr lang="en-US" sz="1400" dirty="0"/>
          </a:p>
          <a:p>
            <a:r>
              <a:rPr lang="en-US" sz="1400" b="1" dirty="0"/>
              <a:t>Shahd</a:t>
            </a:r>
            <a:r>
              <a:rPr lang="en-US" sz="1400" dirty="0"/>
              <a:t>: Navigation &amp; static pages &amp; Cross Browser Testing </a:t>
            </a:r>
          </a:p>
          <a:p>
            <a:endParaRPr lang="en-US" sz="1400" dirty="0"/>
          </a:p>
          <a:p>
            <a:r>
              <a:rPr lang="en-US" sz="1400" b="1" dirty="0"/>
              <a:t>Jomana: </a:t>
            </a:r>
            <a:r>
              <a:rPr lang="en-US" sz="1400" dirty="0"/>
              <a:t>Orders &amp; Accounts</a:t>
            </a:r>
          </a:p>
          <a:p>
            <a:endParaRPr lang="en-US" sz="1400" dirty="0"/>
          </a:p>
        </p:txBody>
      </p:sp>
      <p:sp>
        <p:nvSpPr>
          <p:cNvPr id="1609" name="TextBox 1608">
            <a:extLst>
              <a:ext uri="{FF2B5EF4-FFF2-40B4-BE49-F238E27FC236}">
                <a16:creationId xmlns:a16="http://schemas.microsoft.com/office/drawing/2014/main" id="{60FDA565-59C9-4886-2B00-1FE2C4F1AA75}"/>
              </a:ext>
            </a:extLst>
          </p:cNvPr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53BC40-DB57-5476-5681-EE0355345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796" y="1814437"/>
            <a:ext cx="4158262" cy="155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939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>
          <a:extLst>
            <a:ext uri="{FF2B5EF4-FFF2-40B4-BE49-F238E27FC236}">
              <a16:creationId xmlns:a16="http://schemas.microsoft.com/office/drawing/2014/main" id="{F73B3187-5C0B-8CF4-80FB-FB9DE1D57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30">
            <a:extLst>
              <a:ext uri="{FF2B5EF4-FFF2-40B4-BE49-F238E27FC236}">
                <a16:creationId xmlns:a16="http://schemas.microsoft.com/office/drawing/2014/main" id="{1061B7A2-F4B5-7014-50D1-E41D9D29E6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347" y="511577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Team Work Distribution</a:t>
            </a:r>
            <a:endParaRPr dirty="0"/>
          </a:p>
        </p:txBody>
      </p:sp>
      <p:sp>
        <p:nvSpPr>
          <p:cNvPr id="1592" name="Google Shape;1592;p30">
            <a:extLst>
              <a:ext uri="{FF2B5EF4-FFF2-40B4-BE49-F238E27FC236}">
                <a16:creationId xmlns:a16="http://schemas.microsoft.com/office/drawing/2014/main" id="{333B321A-AD1E-2B18-5BCE-C827098A1944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833657" y="1074976"/>
            <a:ext cx="5460850" cy="8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sz="2000" dirty="0"/>
              <a:t>Automation Testing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98" name="Google Shape;1598;p30">
            <a:extLst>
              <a:ext uri="{FF2B5EF4-FFF2-40B4-BE49-F238E27FC236}">
                <a16:creationId xmlns:a16="http://schemas.microsoft.com/office/drawing/2014/main" id="{ECCC9E3B-9FBD-B31B-A91A-8FAA67C8FD67}"/>
              </a:ext>
            </a:extLst>
          </p:cNvPr>
          <p:cNvGrpSpPr/>
          <p:nvPr/>
        </p:nvGrpSpPr>
        <p:grpSpPr>
          <a:xfrm>
            <a:off x="7814889" y="900912"/>
            <a:ext cx="887675" cy="801288"/>
            <a:chOff x="6544194" y="2365864"/>
            <a:chExt cx="529544" cy="478038"/>
          </a:xfrm>
        </p:grpSpPr>
        <p:sp>
          <p:nvSpPr>
            <p:cNvPr id="1599" name="Google Shape;1599;p30">
              <a:extLst>
                <a:ext uri="{FF2B5EF4-FFF2-40B4-BE49-F238E27FC236}">
                  <a16:creationId xmlns:a16="http://schemas.microsoft.com/office/drawing/2014/main" id="{276837EE-3E9A-A03A-4405-2CA8387A26AD}"/>
                </a:ext>
              </a:extLst>
            </p:cNvPr>
            <p:cNvSpPr/>
            <p:nvPr/>
          </p:nvSpPr>
          <p:spPr>
            <a:xfrm>
              <a:off x="6546068" y="2488273"/>
              <a:ext cx="190780" cy="188197"/>
            </a:xfrm>
            <a:custGeom>
              <a:avLst/>
              <a:gdLst/>
              <a:ahLst/>
              <a:cxnLst/>
              <a:rect l="l" t="t" r="r" b="b"/>
              <a:pathLst>
                <a:path w="3767" h="3716" extrusionOk="0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0">
              <a:extLst>
                <a:ext uri="{FF2B5EF4-FFF2-40B4-BE49-F238E27FC236}">
                  <a16:creationId xmlns:a16="http://schemas.microsoft.com/office/drawing/2014/main" id="{B9880AE0-92B2-4793-3BD2-DEA030EC0FC4}"/>
                </a:ext>
              </a:extLst>
            </p:cNvPr>
            <p:cNvSpPr/>
            <p:nvPr/>
          </p:nvSpPr>
          <p:spPr>
            <a:xfrm>
              <a:off x="6544194" y="2485487"/>
              <a:ext cx="195490" cy="193515"/>
            </a:xfrm>
            <a:custGeom>
              <a:avLst/>
              <a:gdLst/>
              <a:ahLst/>
              <a:cxnLst/>
              <a:rect l="l" t="t" r="r" b="b"/>
              <a:pathLst>
                <a:path w="3860" h="3821" extrusionOk="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0">
              <a:extLst>
                <a:ext uri="{FF2B5EF4-FFF2-40B4-BE49-F238E27FC236}">
                  <a16:creationId xmlns:a16="http://schemas.microsoft.com/office/drawing/2014/main" id="{5C43D6B8-B406-65D3-2BEA-5A9FA3F4B030}"/>
                </a:ext>
              </a:extLst>
            </p:cNvPr>
            <p:cNvSpPr/>
            <p:nvPr/>
          </p:nvSpPr>
          <p:spPr>
            <a:xfrm>
              <a:off x="6726465" y="2372093"/>
              <a:ext cx="344892" cy="340385"/>
            </a:xfrm>
            <a:custGeom>
              <a:avLst/>
              <a:gdLst/>
              <a:ahLst/>
              <a:cxnLst/>
              <a:rect l="l" t="t" r="r" b="b"/>
              <a:pathLst>
                <a:path w="6810" h="6721" extrusionOk="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0">
              <a:extLst>
                <a:ext uri="{FF2B5EF4-FFF2-40B4-BE49-F238E27FC236}">
                  <a16:creationId xmlns:a16="http://schemas.microsoft.com/office/drawing/2014/main" id="{7EED5455-D601-C0DA-0263-CED7584216E0}"/>
                </a:ext>
              </a:extLst>
            </p:cNvPr>
            <p:cNvSpPr/>
            <p:nvPr/>
          </p:nvSpPr>
          <p:spPr>
            <a:xfrm>
              <a:off x="6723680" y="2369611"/>
              <a:ext cx="350058" cy="345551"/>
            </a:xfrm>
            <a:custGeom>
              <a:avLst/>
              <a:gdLst/>
              <a:ahLst/>
              <a:cxnLst/>
              <a:rect l="l" t="t" r="r" b="b"/>
              <a:pathLst>
                <a:path w="6912" h="6823" extrusionOk="0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0">
              <a:extLst>
                <a:ext uri="{FF2B5EF4-FFF2-40B4-BE49-F238E27FC236}">
                  <a16:creationId xmlns:a16="http://schemas.microsoft.com/office/drawing/2014/main" id="{515FA8E6-5283-0A6A-D2E3-08330205B303}"/>
                </a:ext>
              </a:extLst>
            </p:cNvPr>
            <p:cNvSpPr/>
            <p:nvPr/>
          </p:nvSpPr>
          <p:spPr>
            <a:xfrm>
              <a:off x="6714260" y="2368295"/>
              <a:ext cx="344437" cy="340436"/>
            </a:xfrm>
            <a:custGeom>
              <a:avLst/>
              <a:gdLst/>
              <a:ahLst/>
              <a:cxnLst/>
              <a:rect l="l" t="t" r="r" b="b"/>
              <a:pathLst>
                <a:path w="6801" h="6722" extrusionOk="0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0">
              <a:extLst>
                <a:ext uri="{FF2B5EF4-FFF2-40B4-BE49-F238E27FC236}">
                  <a16:creationId xmlns:a16="http://schemas.microsoft.com/office/drawing/2014/main" id="{CEDD0818-593B-2CD8-DC51-8319E4434C6A}"/>
                </a:ext>
              </a:extLst>
            </p:cNvPr>
            <p:cNvSpPr/>
            <p:nvPr/>
          </p:nvSpPr>
          <p:spPr>
            <a:xfrm>
              <a:off x="6711474" y="2365864"/>
              <a:ext cx="348640" cy="345551"/>
            </a:xfrm>
            <a:custGeom>
              <a:avLst/>
              <a:gdLst/>
              <a:ahLst/>
              <a:cxnLst/>
              <a:rect l="l" t="t" r="r" b="b"/>
              <a:pathLst>
                <a:path w="6884" h="6823" extrusionOk="0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0">
              <a:extLst>
                <a:ext uri="{FF2B5EF4-FFF2-40B4-BE49-F238E27FC236}">
                  <a16:creationId xmlns:a16="http://schemas.microsoft.com/office/drawing/2014/main" id="{95C06E90-0C3C-E9E1-4F27-3904DB9117FF}"/>
                </a:ext>
              </a:extLst>
            </p:cNvPr>
            <p:cNvSpPr/>
            <p:nvPr/>
          </p:nvSpPr>
          <p:spPr>
            <a:xfrm>
              <a:off x="6650396" y="2651907"/>
              <a:ext cx="191691" cy="189463"/>
            </a:xfrm>
            <a:custGeom>
              <a:avLst/>
              <a:gdLst/>
              <a:ahLst/>
              <a:cxnLst/>
              <a:rect l="l" t="t" r="r" b="b"/>
              <a:pathLst>
                <a:path w="3785" h="3741" extrusionOk="0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0">
              <a:extLst>
                <a:ext uri="{FF2B5EF4-FFF2-40B4-BE49-F238E27FC236}">
                  <a16:creationId xmlns:a16="http://schemas.microsoft.com/office/drawing/2014/main" id="{337D8EF9-E42B-0C12-468D-ED67BCEF6965}"/>
                </a:ext>
              </a:extLst>
            </p:cNvPr>
            <p:cNvSpPr/>
            <p:nvPr/>
          </p:nvSpPr>
          <p:spPr>
            <a:xfrm>
              <a:off x="6647104" y="2648969"/>
              <a:ext cx="197364" cy="194933"/>
            </a:xfrm>
            <a:custGeom>
              <a:avLst/>
              <a:gdLst/>
              <a:ahLst/>
              <a:cxnLst/>
              <a:rect l="l" t="t" r="r" b="b"/>
              <a:pathLst>
                <a:path w="3897" h="3849" extrusionOk="0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0">
              <a:extLst>
                <a:ext uri="{FF2B5EF4-FFF2-40B4-BE49-F238E27FC236}">
                  <a16:creationId xmlns:a16="http://schemas.microsoft.com/office/drawing/2014/main" id="{489BB860-ED86-6EFD-532B-23003FDC83CA}"/>
                </a:ext>
              </a:extLst>
            </p:cNvPr>
            <p:cNvSpPr/>
            <p:nvPr/>
          </p:nvSpPr>
          <p:spPr>
            <a:xfrm>
              <a:off x="6548904" y="2480423"/>
              <a:ext cx="190780" cy="188501"/>
            </a:xfrm>
            <a:custGeom>
              <a:avLst/>
              <a:gdLst/>
              <a:ahLst/>
              <a:cxnLst/>
              <a:rect l="l" t="t" r="r" b="b"/>
              <a:pathLst>
                <a:path w="3767" h="3722" extrusionOk="0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0">
              <a:extLst>
                <a:ext uri="{FF2B5EF4-FFF2-40B4-BE49-F238E27FC236}">
                  <a16:creationId xmlns:a16="http://schemas.microsoft.com/office/drawing/2014/main" id="{EFAEB24E-4617-5AF9-CC3D-2D09A7FB5F4A}"/>
                </a:ext>
              </a:extLst>
            </p:cNvPr>
            <p:cNvSpPr/>
            <p:nvPr/>
          </p:nvSpPr>
          <p:spPr>
            <a:xfrm>
              <a:off x="6546068" y="2477941"/>
              <a:ext cx="196452" cy="193565"/>
            </a:xfrm>
            <a:custGeom>
              <a:avLst/>
              <a:gdLst/>
              <a:ahLst/>
              <a:cxnLst/>
              <a:rect l="l" t="t" r="r" b="b"/>
              <a:pathLst>
                <a:path w="3879" h="3822" extrusionOk="0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0756FEF7-E99C-B9B0-17E5-135DD5383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4233" y="1642043"/>
            <a:ext cx="6989127" cy="2662645"/>
          </a:xfrm>
        </p:spPr>
        <p:txBody>
          <a:bodyPr/>
          <a:lstStyle/>
          <a:p>
            <a:r>
              <a:rPr lang="en-US" sz="1400" b="1" dirty="0"/>
              <a:t>Ammar: </a:t>
            </a:r>
            <a:r>
              <a:rPr lang="en-US" sz="1400" dirty="0"/>
              <a:t>TC(25,26)</a:t>
            </a:r>
          </a:p>
          <a:p>
            <a:endParaRPr lang="en-US" sz="1400" dirty="0"/>
          </a:p>
          <a:p>
            <a:r>
              <a:rPr lang="en-US" sz="1400" b="1" dirty="0"/>
              <a:t>Rana</a:t>
            </a:r>
            <a:r>
              <a:rPr lang="en-US" sz="1400" dirty="0"/>
              <a:t>: TC(4,5,7,9)</a:t>
            </a:r>
          </a:p>
          <a:p>
            <a:endParaRPr lang="en-US" sz="1400" dirty="0"/>
          </a:p>
          <a:p>
            <a:r>
              <a:rPr lang="en-US" sz="1400" b="1" dirty="0"/>
              <a:t>Amr:</a:t>
            </a:r>
            <a:r>
              <a:rPr lang="en-US" sz="1400" dirty="0"/>
              <a:t> TC(6,10,11,21)</a:t>
            </a:r>
          </a:p>
          <a:p>
            <a:endParaRPr lang="en-US" sz="1400" dirty="0"/>
          </a:p>
          <a:p>
            <a:r>
              <a:rPr lang="en-US" sz="1400" b="1" dirty="0"/>
              <a:t>Madonna</a:t>
            </a:r>
            <a:r>
              <a:rPr lang="en-US" sz="1400" dirty="0"/>
              <a:t>: TC(8,18,19,20,22)</a:t>
            </a:r>
          </a:p>
          <a:p>
            <a:endParaRPr lang="en-US" sz="1400" dirty="0"/>
          </a:p>
          <a:p>
            <a:r>
              <a:rPr lang="en-US" sz="1400" b="1" dirty="0"/>
              <a:t>Shahd</a:t>
            </a:r>
            <a:r>
              <a:rPr lang="en-US" sz="1400" dirty="0"/>
              <a:t>: TC(12,13,17,23,24)</a:t>
            </a:r>
          </a:p>
          <a:p>
            <a:endParaRPr lang="en-US" sz="1400" dirty="0"/>
          </a:p>
          <a:p>
            <a:r>
              <a:rPr lang="en-US" sz="1400" b="1" dirty="0"/>
              <a:t>Jomana: </a:t>
            </a:r>
            <a:r>
              <a:rPr lang="en-US" sz="1400" dirty="0"/>
              <a:t>TC(1,2,3,14,15,15)</a:t>
            </a:r>
          </a:p>
          <a:p>
            <a:endParaRPr lang="en-US" sz="1400" dirty="0"/>
          </a:p>
        </p:txBody>
      </p:sp>
      <p:sp>
        <p:nvSpPr>
          <p:cNvPr id="1609" name="TextBox 1608">
            <a:extLst>
              <a:ext uri="{FF2B5EF4-FFF2-40B4-BE49-F238E27FC236}">
                <a16:creationId xmlns:a16="http://schemas.microsoft.com/office/drawing/2014/main" id="{7BED565C-BDC3-97D6-A5FB-0B62E9CB5174}"/>
              </a:ext>
            </a:extLst>
          </p:cNvPr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660818-1BD4-08C7-48F4-95C94F098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535" y="1825218"/>
            <a:ext cx="4448978" cy="246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744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>
          <a:extLst>
            <a:ext uri="{FF2B5EF4-FFF2-40B4-BE49-F238E27FC236}">
              <a16:creationId xmlns:a16="http://schemas.microsoft.com/office/drawing/2014/main" id="{28CE933E-2E1E-85DB-5CEF-93B968601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30">
            <a:extLst>
              <a:ext uri="{FF2B5EF4-FFF2-40B4-BE49-F238E27FC236}">
                <a16:creationId xmlns:a16="http://schemas.microsoft.com/office/drawing/2014/main" id="{687BB747-6C47-495A-5FE7-617ECE1109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347" y="511577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Team Work Distribution</a:t>
            </a:r>
            <a:endParaRPr dirty="0"/>
          </a:p>
        </p:txBody>
      </p:sp>
      <p:sp>
        <p:nvSpPr>
          <p:cNvPr id="1592" name="Google Shape;1592;p30">
            <a:extLst>
              <a:ext uri="{FF2B5EF4-FFF2-40B4-BE49-F238E27FC236}">
                <a16:creationId xmlns:a16="http://schemas.microsoft.com/office/drawing/2014/main" id="{BA518238-C881-84EC-FF6C-BD97E49953DD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833657" y="1074976"/>
            <a:ext cx="5460850" cy="8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sz="2000" dirty="0"/>
              <a:t>Api Testing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98" name="Google Shape;1598;p30">
            <a:extLst>
              <a:ext uri="{FF2B5EF4-FFF2-40B4-BE49-F238E27FC236}">
                <a16:creationId xmlns:a16="http://schemas.microsoft.com/office/drawing/2014/main" id="{D2D59BA1-334A-3CF4-A2EC-17A327913A66}"/>
              </a:ext>
            </a:extLst>
          </p:cNvPr>
          <p:cNvGrpSpPr/>
          <p:nvPr/>
        </p:nvGrpSpPr>
        <p:grpSpPr>
          <a:xfrm>
            <a:off x="7814889" y="900912"/>
            <a:ext cx="887675" cy="801288"/>
            <a:chOff x="6544194" y="2365864"/>
            <a:chExt cx="529544" cy="478038"/>
          </a:xfrm>
        </p:grpSpPr>
        <p:sp>
          <p:nvSpPr>
            <p:cNvPr id="1599" name="Google Shape;1599;p30">
              <a:extLst>
                <a:ext uri="{FF2B5EF4-FFF2-40B4-BE49-F238E27FC236}">
                  <a16:creationId xmlns:a16="http://schemas.microsoft.com/office/drawing/2014/main" id="{022AF1A7-23B9-9F35-E60C-7CE27FEC7A25}"/>
                </a:ext>
              </a:extLst>
            </p:cNvPr>
            <p:cNvSpPr/>
            <p:nvPr/>
          </p:nvSpPr>
          <p:spPr>
            <a:xfrm>
              <a:off x="6546068" y="2488273"/>
              <a:ext cx="190780" cy="188197"/>
            </a:xfrm>
            <a:custGeom>
              <a:avLst/>
              <a:gdLst/>
              <a:ahLst/>
              <a:cxnLst/>
              <a:rect l="l" t="t" r="r" b="b"/>
              <a:pathLst>
                <a:path w="3767" h="3716" extrusionOk="0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0">
              <a:extLst>
                <a:ext uri="{FF2B5EF4-FFF2-40B4-BE49-F238E27FC236}">
                  <a16:creationId xmlns:a16="http://schemas.microsoft.com/office/drawing/2014/main" id="{622C0A6C-4379-260B-E525-9A71F248AC48}"/>
                </a:ext>
              </a:extLst>
            </p:cNvPr>
            <p:cNvSpPr/>
            <p:nvPr/>
          </p:nvSpPr>
          <p:spPr>
            <a:xfrm>
              <a:off x="6544194" y="2485487"/>
              <a:ext cx="195490" cy="193515"/>
            </a:xfrm>
            <a:custGeom>
              <a:avLst/>
              <a:gdLst/>
              <a:ahLst/>
              <a:cxnLst/>
              <a:rect l="l" t="t" r="r" b="b"/>
              <a:pathLst>
                <a:path w="3860" h="3821" extrusionOk="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0">
              <a:extLst>
                <a:ext uri="{FF2B5EF4-FFF2-40B4-BE49-F238E27FC236}">
                  <a16:creationId xmlns:a16="http://schemas.microsoft.com/office/drawing/2014/main" id="{EB828099-7AC8-7CF2-F050-AF0333D3E8C8}"/>
                </a:ext>
              </a:extLst>
            </p:cNvPr>
            <p:cNvSpPr/>
            <p:nvPr/>
          </p:nvSpPr>
          <p:spPr>
            <a:xfrm>
              <a:off x="6726465" y="2372093"/>
              <a:ext cx="344892" cy="340385"/>
            </a:xfrm>
            <a:custGeom>
              <a:avLst/>
              <a:gdLst/>
              <a:ahLst/>
              <a:cxnLst/>
              <a:rect l="l" t="t" r="r" b="b"/>
              <a:pathLst>
                <a:path w="6810" h="6721" extrusionOk="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0">
              <a:extLst>
                <a:ext uri="{FF2B5EF4-FFF2-40B4-BE49-F238E27FC236}">
                  <a16:creationId xmlns:a16="http://schemas.microsoft.com/office/drawing/2014/main" id="{D138E832-3DCB-41C1-82DE-B10885B8EF01}"/>
                </a:ext>
              </a:extLst>
            </p:cNvPr>
            <p:cNvSpPr/>
            <p:nvPr/>
          </p:nvSpPr>
          <p:spPr>
            <a:xfrm>
              <a:off x="6723680" y="2369611"/>
              <a:ext cx="350058" cy="345551"/>
            </a:xfrm>
            <a:custGeom>
              <a:avLst/>
              <a:gdLst/>
              <a:ahLst/>
              <a:cxnLst/>
              <a:rect l="l" t="t" r="r" b="b"/>
              <a:pathLst>
                <a:path w="6912" h="6823" extrusionOk="0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0">
              <a:extLst>
                <a:ext uri="{FF2B5EF4-FFF2-40B4-BE49-F238E27FC236}">
                  <a16:creationId xmlns:a16="http://schemas.microsoft.com/office/drawing/2014/main" id="{AE86B0C9-916B-FEDA-AF26-3190514FB0A5}"/>
                </a:ext>
              </a:extLst>
            </p:cNvPr>
            <p:cNvSpPr/>
            <p:nvPr/>
          </p:nvSpPr>
          <p:spPr>
            <a:xfrm>
              <a:off x="6714260" y="2368295"/>
              <a:ext cx="344437" cy="340436"/>
            </a:xfrm>
            <a:custGeom>
              <a:avLst/>
              <a:gdLst/>
              <a:ahLst/>
              <a:cxnLst/>
              <a:rect l="l" t="t" r="r" b="b"/>
              <a:pathLst>
                <a:path w="6801" h="6722" extrusionOk="0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0">
              <a:extLst>
                <a:ext uri="{FF2B5EF4-FFF2-40B4-BE49-F238E27FC236}">
                  <a16:creationId xmlns:a16="http://schemas.microsoft.com/office/drawing/2014/main" id="{0E37D6C3-F602-66C5-BB72-7AFAF02B6242}"/>
                </a:ext>
              </a:extLst>
            </p:cNvPr>
            <p:cNvSpPr/>
            <p:nvPr/>
          </p:nvSpPr>
          <p:spPr>
            <a:xfrm>
              <a:off x="6711474" y="2365864"/>
              <a:ext cx="348640" cy="345551"/>
            </a:xfrm>
            <a:custGeom>
              <a:avLst/>
              <a:gdLst/>
              <a:ahLst/>
              <a:cxnLst/>
              <a:rect l="l" t="t" r="r" b="b"/>
              <a:pathLst>
                <a:path w="6884" h="6823" extrusionOk="0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0">
              <a:extLst>
                <a:ext uri="{FF2B5EF4-FFF2-40B4-BE49-F238E27FC236}">
                  <a16:creationId xmlns:a16="http://schemas.microsoft.com/office/drawing/2014/main" id="{9885ADFA-2D2A-5D44-78EB-586791A69055}"/>
                </a:ext>
              </a:extLst>
            </p:cNvPr>
            <p:cNvSpPr/>
            <p:nvPr/>
          </p:nvSpPr>
          <p:spPr>
            <a:xfrm>
              <a:off x="6650396" y="2651907"/>
              <a:ext cx="191691" cy="189463"/>
            </a:xfrm>
            <a:custGeom>
              <a:avLst/>
              <a:gdLst/>
              <a:ahLst/>
              <a:cxnLst/>
              <a:rect l="l" t="t" r="r" b="b"/>
              <a:pathLst>
                <a:path w="3785" h="3741" extrusionOk="0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0">
              <a:extLst>
                <a:ext uri="{FF2B5EF4-FFF2-40B4-BE49-F238E27FC236}">
                  <a16:creationId xmlns:a16="http://schemas.microsoft.com/office/drawing/2014/main" id="{F7CD87FB-2DC9-033D-ACDF-4ABA4FC6E018}"/>
                </a:ext>
              </a:extLst>
            </p:cNvPr>
            <p:cNvSpPr/>
            <p:nvPr/>
          </p:nvSpPr>
          <p:spPr>
            <a:xfrm>
              <a:off x="6647104" y="2648969"/>
              <a:ext cx="197364" cy="194933"/>
            </a:xfrm>
            <a:custGeom>
              <a:avLst/>
              <a:gdLst/>
              <a:ahLst/>
              <a:cxnLst/>
              <a:rect l="l" t="t" r="r" b="b"/>
              <a:pathLst>
                <a:path w="3897" h="3849" extrusionOk="0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0">
              <a:extLst>
                <a:ext uri="{FF2B5EF4-FFF2-40B4-BE49-F238E27FC236}">
                  <a16:creationId xmlns:a16="http://schemas.microsoft.com/office/drawing/2014/main" id="{2D4461EC-9832-072C-7DF5-831A93E7C4EA}"/>
                </a:ext>
              </a:extLst>
            </p:cNvPr>
            <p:cNvSpPr/>
            <p:nvPr/>
          </p:nvSpPr>
          <p:spPr>
            <a:xfrm>
              <a:off x="6548904" y="2480423"/>
              <a:ext cx="190780" cy="188501"/>
            </a:xfrm>
            <a:custGeom>
              <a:avLst/>
              <a:gdLst/>
              <a:ahLst/>
              <a:cxnLst/>
              <a:rect l="l" t="t" r="r" b="b"/>
              <a:pathLst>
                <a:path w="3767" h="3722" extrusionOk="0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0">
              <a:extLst>
                <a:ext uri="{FF2B5EF4-FFF2-40B4-BE49-F238E27FC236}">
                  <a16:creationId xmlns:a16="http://schemas.microsoft.com/office/drawing/2014/main" id="{EF40BB37-7E7C-1A17-9B4B-AC29A09F14E1}"/>
                </a:ext>
              </a:extLst>
            </p:cNvPr>
            <p:cNvSpPr/>
            <p:nvPr/>
          </p:nvSpPr>
          <p:spPr>
            <a:xfrm>
              <a:off x="6546068" y="2477941"/>
              <a:ext cx="196452" cy="193565"/>
            </a:xfrm>
            <a:custGeom>
              <a:avLst/>
              <a:gdLst/>
              <a:ahLst/>
              <a:cxnLst/>
              <a:rect l="l" t="t" r="r" b="b"/>
              <a:pathLst>
                <a:path w="3879" h="3822" extrusionOk="0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04A34733-2DD3-B4AB-6DAF-40053CEC70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4233" y="1642043"/>
            <a:ext cx="6989127" cy="2662645"/>
          </a:xfrm>
        </p:spPr>
        <p:txBody>
          <a:bodyPr/>
          <a:lstStyle/>
          <a:p>
            <a:r>
              <a:rPr lang="en-US" sz="1400" b="1" dirty="0"/>
              <a:t>Ammar: </a:t>
            </a:r>
            <a:r>
              <a:rPr lang="en-US" sz="1400" dirty="0"/>
              <a:t>TC(2,12)</a:t>
            </a:r>
          </a:p>
          <a:p>
            <a:endParaRPr lang="en-US" sz="1400" dirty="0"/>
          </a:p>
          <a:p>
            <a:r>
              <a:rPr lang="en-US" sz="1400" b="1" dirty="0"/>
              <a:t>Rana</a:t>
            </a:r>
            <a:r>
              <a:rPr lang="en-US" sz="1400" dirty="0"/>
              <a:t>: TC(5,10)</a:t>
            </a:r>
          </a:p>
          <a:p>
            <a:endParaRPr lang="en-US" sz="1400" dirty="0"/>
          </a:p>
          <a:p>
            <a:r>
              <a:rPr lang="en-US" sz="1400" b="1" dirty="0"/>
              <a:t>Amr:</a:t>
            </a:r>
            <a:r>
              <a:rPr lang="en-US" sz="1400" dirty="0"/>
              <a:t> TC(4,7)</a:t>
            </a:r>
          </a:p>
          <a:p>
            <a:endParaRPr lang="en-US" sz="1400" dirty="0"/>
          </a:p>
          <a:p>
            <a:r>
              <a:rPr lang="en-US" sz="1400" b="1" dirty="0"/>
              <a:t>Madonna</a:t>
            </a:r>
            <a:r>
              <a:rPr lang="en-US" sz="1400" dirty="0"/>
              <a:t>: TC(1,6,11)</a:t>
            </a:r>
          </a:p>
          <a:p>
            <a:endParaRPr lang="en-US" sz="1400" dirty="0"/>
          </a:p>
          <a:p>
            <a:r>
              <a:rPr lang="en-US" sz="1400" b="1" dirty="0"/>
              <a:t>Shahd</a:t>
            </a:r>
            <a:r>
              <a:rPr lang="en-US" sz="1400" dirty="0"/>
              <a:t>: TC(9,14)</a:t>
            </a:r>
          </a:p>
          <a:p>
            <a:endParaRPr lang="en-US" sz="1400" dirty="0"/>
          </a:p>
          <a:p>
            <a:r>
              <a:rPr lang="en-US" sz="1400" b="1" dirty="0"/>
              <a:t>Jomana: </a:t>
            </a:r>
            <a:r>
              <a:rPr lang="en-US" sz="1400" dirty="0"/>
              <a:t>TC(3,8,13)</a:t>
            </a:r>
          </a:p>
          <a:p>
            <a:endParaRPr lang="en-US" sz="1400" dirty="0"/>
          </a:p>
        </p:txBody>
      </p:sp>
      <p:sp>
        <p:nvSpPr>
          <p:cNvPr id="1609" name="TextBox 1608">
            <a:extLst>
              <a:ext uri="{FF2B5EF4-FFF2-40B4-BE49-F238E27FC236}">
                <a16:creationId xmlns:a16="http://schemas.microsoft.com/office/drawing/2014/main" id="{4D68B8B3-0897-F6E7-62CE-78ED559C7A47}"/>
              </a:ext>
            </a:extLst>
          </p:cNvPr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</a:t>
            </a:r>
          </a:p>
        </p:txBody>
      </p:sp>
      <p:pic>
        <p:nvPicPr>
          <p:cNvPr id="2" name="Picture 1" descr="A cartoon of a bug&#10;&#10;AI-generated content may be incorrect.">
            <a:extLst>
              <a:ext uri="{FF2B5EF4-FFF2-40B4-BE49-F238E27FC236}">
                <a16:creationId xmlns:a16="http://schemas.microsoft.com/office/drawing/2014/main" id="{D9C9BF5C-30F7-2BA1-38BA-8D19D7501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374" y="3281506"/>
            <a:ext cx="801222" cy="7950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5D4732-9E16-F894-275E-7099FE1F1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7375" y="1347800"/>
            <a:ext cx="4116500" cy="282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027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>
          <a:extLst>
            <a:ext uri="{FF2B5EF4-FFF2-40B4-BE49-F238E27FC236}">
              <a16:creationId xmlns:a16="http://schemas.microsoft.com/office/drawing/2014/main" id="{42776B9D-D72B-A852-5834-7DE5639E8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28">
            <a:extLst>
              <a:ext uri="{FF2B5EF4-FFF2-40B4-BE49-F238E27FC236}">
                <a16:creationId xmlns:a16="http://schemas.microsoft.com/office/drawing/2014/main" id="{848899F9-5815-8D98-43DF-C32303C527B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69226" y="1021357"/>
            <a:ext cx="5362221" cy="18626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en-US" sz="2800" dirty="0"/>
              <a:t>Conclusion</a:t>
            </a:r>
          </a:p>
        </p:txBody>
      </p:sp>
      <p:grpSp>
        <p:nvGrpSpPr>
          <p:cNvPr id="1291" name="Google Shape;1291;p28">
            <a:extLst>
              <a:ext uri="{FF2B5EF4-FFF2-40B4-BE49-F238E27FC236}">
                <a16:creationId xmlns:a16="http://schemas.microsoft.com/office/drawing/2014/main" id="{25BE46C6-928D-608F-2D92-1AFAD68E2BF2}"/>
              </a:ext>
            </a:extLst>
          </p:cNvPr>
          <p:cNvGrpSpPr/>
          <p:nvPr/>
        </p:nvGrpSpPr>
        <p:grpSpPr>
          <a:xfrm>
            <a:off x="720960" y="1144151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>
              <a:extLst>
                <a:ext uri="{FF2B5EF4-FFF2-40B4-BE49-F238E27FC236}">
                  <a16:creationId xmlns:a16="http://schemas.microsoft.com/office/drawing/2014/main" id="{475C9457-6D9D-7794-D2CB-AF2544758D7D}"/>
                </a:ext>
              </a:extLst>
            </p:cNvPr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>
              <a:extLst>
                <a:ext uri="{FF2B5EF4-FFF2-40B4-BE49-F238E27FC236}">
                  <a16:creationId xmlns:a16="http://schemas.microsoft.com/office/drawing/2014/main" id="{4CF7DDEC-D06F-104E-5300-5E2AB5E48550}"/>
                </a:ext>
              </a:extLst>
            </p:cNvPr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>
              <a:extLst>
                <a:ext uri="{FF2B5EF4-FFF2-40B4-BE49-F238E27FC236}">
                  <a16:creationId xmlns:a16="http://schemas.microsoft.com/office/drawing/2014/main" id="{5FB889D4-A86A-7AE2-DBF8-AEE7BB5A66C7}"/>
                </a:ext>
              </a:extLst>
            </p:cNvPr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>
              <a:extLst>
                <a:ext uri="{FF2B5EF4-FFF2-40B4-BE49-F238E27FC236}">
                  <a16:creationId xmlns:a16="http://schemas.microsoft.com/office/drawing/2014/main" id="{1975BBCD-5E4C-F371-C51C-B31F9B222E91}"/>
                </a:ext>
              </a:extLst>
            </p:cNvPr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>
              <a:extLst>
                <a:ext uri="{FF2B5EF4-FFF2-40B4-BE49-F238E27FC236}">
                  <a16:creationId xmlns:a16="http://schemas.microsoft.com/office/drawing/2014/main" id="{D124A176-F6DB-7C2D-AFB1-87FC4DA8B006}"/>
                </a:ext>
              </a:extLst>
            </p:cNvPr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>
              <a:extLst>
                <a:ext uri="{FF2B5EF4-FFF2-40B4-BE49-F238E27FC236}">
                  <a16:creationId xmlns:a16="http://schemas.microsoft.com/office/drawing/2014/main" id="{5304A873-9C00-263D-80DC-079ED71850E4}"/>
                </a:ext>
              </a:extLst>
            </p:cNvPr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>
              <a:extLst>
                <a:ext uri="{FF2B5EF4-FFF2-40B4-BE49-F238E27FC236}">
                  <a16:creationId xmlns:a16="http://schemas.microsoft.com/office/drawing/2014/main" id="{F18270F5-42BC-6201-3593-1E0DBBE65DF1}"/>
                </a:ext>
              </a:extLst>
            </p:cNvPr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>
              <a:extLst>
                <a:ext uri="{FF2B5EF4-FFF2-40B4-BE49-F238E27FC236}">
                  <a16:creationId xmlns:a16="http://schemas.microsoft.com/office/drawing/2014/main" id="{A52AFAB6-DA4F-B7D0-EE51-D450EC6E93C1}"/>
                </a:ext>
              </a:extLst>
            </p:cNvPr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>
              <a:extLst>
                <a:ext uri="{FF2B5EF4-FFF2-40B4-BE49-F238E27FC236}">
                  <a16:creationId xmlns:a16="http://schemas.microsoft.com/office/drawing/2014/main" id="{0107F385-C95D-4ACD-CDC4-36472CE0C0F1}"/>
                </a:ext>
              </a:extLst>
            </p:cNvPr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>
              <a:extLst>
                <a:ext uri="{FF2B5EF4-FFF2-40B4-BE49-F238E27FC236}">
                  <a16:creationId xmlns:a16="http://schemas.microsoft.com/office/drawing/2014/main" id="{01A28CC4-95A3-29AA-C63E-D04C71F091E7}"/>
                </a:ext>
              </a:extLst>
            </p:cNvPr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>
              <a:extLst>
                <a:ext uri="{FF2B5EF4-FFF2-40B4-BE49-F238E27FC236}">
                  <a16:creationId xmlns:a16="http://schemas.microsoft.com/office/drawing/2014/main" id="{2A7E4143-11C5-0F47-AB02-941E3F5769BC}"/>
                </a:ext>
              </a:extLst>
            </p:cNvPr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>
              <a:extLst>
                <a:ext uri="{FF2B5EF4-FFF2-40B4-BE49-F238E27FC236}">
                  <a16:creationId xmlns:a16="http://schemas.microsoft.com/office/drawing/2014/main" id="{0C66112E-F76E-673D-2D2D-FE8AF4F625E0}"/>
                </a:ext>
              </a:extLst>
            </p:cNvPr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>
              <a:extLst>
                <a:ext uri="{FF2B5EF4-FFF2-40B4-BE49-F238E27FC236}">
                  <a16:creationId xmlns:a16="http://schemas.microsoft.com/office/drawing/2014/main" id="{37AF8957-53B4-1DB6-C4BB-A4EBC7AD6403}"/>
                </a:ext>
              </a:extLst>
            </p:cNvPr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>
              <a:extLst>
                <a:ext uri="{FF2B5EF4-FFF2-40B4-BE49-F238E27FC236}">
                  <a16:creationId xmlns:a16="http://schemas.microsoft.com/office/drawing/2014/main" id="{A4F5CD44-94C6-FB2A-08E5-D13EEB6066DF}"/>
                </a:ext>
              </a:extLst>
            </p:cNvPr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>
              <a:extLst>
                <a:ext uri="{FF2B5EF4-FFF2-40B4-BE49-F238E27FC236}">
                  <a16:creationId xmlns:a16="http://schemas.microsoft.com/office/drawing/2014/main" id="{0E77DCC5-6402-9D70-0A69-0126403AF1A1}"/>
                </a:ext>
              </a:extLst>
            </p:cNvPr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>
              <a:extLst>
                <a:ext uri="{FF2B5EF4-FFF2-40B4-BE49-F238E27FC236}">
                  <a16:creationId xmlns:a16="http://schemas.microsoft.com/office/drawing/2014/main" id="{30459632-94A4-033B-378C-1D6C0BA45FBA}"/>
                </a:ext>
              </a:extLst>
            </p:cNvPr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>
              <a:extLst>
                <a:ext uri="{FF2B5EF4-FFF2-40B4-BE49-F238E27FC236}">
                  <a16:creationId xmlns:a16="http://schemas.microsoft.com/office/drawing/2014/main" id="{C793515D-CCA0-AB70-F28F-AF7EC250C256}"/>
                </a:ext>
              </a:extLst>
            </p:cNvPr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>
              <a:extLst>
                <a:ext uri="{FF2B5EF4-FFF2-40B4-BE49-F238E27FC236}">
                  <a16:creationId xmlns:a16="http://schemas.microsoft.com/office/drawing/2014/main" id="{D6386276-B3B9-0B23-DA25-18EA12BFDE04}"/>
                </a:ext>
              </a:extLst>
            </p:cNvPr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>
              <a:extLst>
                <a:ext uri="{FF2B5EF4-FFF2-40B4-BE49-F238E27FC236}">
                  <a16:creationId xmlns:a16="http://schemas.microsoft.com/office/drawing/2014/main" id="{D6941EEE-6AED-8F94-E617-E25FE3A743A5}"/>
                </a:ext>
              </a:extLst>
            </p:cNvPr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>
              <a:extLst>
                <a:ext uri="{FF2B5EF4-FFF2-40B4-BE49-F238E27FC236}">
                  <a16:creationId xmlns:a16="http://schemas.microsoft.com/office/drawing/2014/main" id="{216A8DAA-FF5F-8C06-4157-B46E2AC86A93}"/>
                </a:ext>
              </a:extLst>
            </p:cNvPr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>
              <a:extLst>
                <a:ext uri="{FF2B5EF4-FFF2-40B4-BE49-F238E27FC236}">
                  <a16:creationId xmlns:a16="http://schemas.microsoft.com/office/drawing/2014/main" id="{15FB37EC-E698-F5B6-1B0F-8C2164F4E810}"/>
                </a:ext>
              </a:extLst>
            </p:cNvPr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>
              <a:extLst>
                <a:ext uri="{FF2B5EF4-FFF2-40B4-BE49-F238E27FC236}">
                  <a16:creationId xmlns:a16="http://schemas.microsoft.com/office/drawing/2014/main" id="{7E0604FB-E473-51FB-046A-4712CD5B8D93}"/>
                </a:ext>
              </a:extLst>
            </p:cNvPr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>
              <a:extLst>
                <a:ext uri="{FF2B5EF4-FFF2-40B4-BE49-F238E27FC236}">
                  <a16:creationId xmlns:a16="http://schemas.microsoft.com/office/drawing/2014/main" id="{CABF1474-57F1-72A1-D907-BD907C908DED}"/>
                </a:ext>
              </a:extLst>
            </p:cNvPr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>
              <a:extLst>
                <a:ext uri="{FF2B5EF4-FFF2-40B4-BE49-F238E27FC236}">
                  <a16:creationId xmlns:a16="http://schemas.microsoft.com/office/drawing/2014/main" id="{F6CDE0F0-E9D6-70F2-C9FD-E1AFD08E0DD9}"/>
                </a:ext>
              </a:extLst>
            </p:cNvPr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>
              <a:extLst>
                <a:ext uri="{FF2B5EF4-FFF2-40B4-BE49-F238E27FC236}">
                  <a16:creationId xmlns:a16="http://schemas.microsoft.com/office/drawing/2014/main" id="{DFBB3318-2FC3-FE7E-04A1-AE836C0A3C7C}"/>
                </a:ext>
              </a:extLst>
            </p:cNvPr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>
              <a:extLst>
                <a:ext uri="{FF2B5EF4-FFF2-40B4-BE49-F238E27FC236}">
                  <a16:creationId xmlns:a16="http://schemas.microsoft.com/office/drawing/2014/main" id="{B5A9B88B-634A-0B16-8956-A9AEBD7A25F3}"/>
                </a:ext>
              </a:extLst>
            </p:cNvPr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>
              <a:extLst>
                <a:ext uri="{FF2B5EF4-FFF2-40B4-BE49-F238E27FC236}">
                  <a16:creationId xmlns:a16="http://schemas.microsoft.com/office/drawing/2014/main" id="{15C8BA15-AF7A-EBFA-2855-DEAC036C62FF}"/>
                </a:ext>
              </a:extLst>
            </p:cNvPr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>
              <a:extLst>
                <a:ext uri="{FF2B5EF4-FFF2-40B4-BE49-F238E27FC236}">
                  <a16:creationId xmlns:a16="http://schemas.microsoft.com/office/drawing/2014/main" id="{6853CA86-0C39-4504-79F2-8DD0A64D1A6C}"/>
                </a:ext>
              </a:extLst>
            </p:cNvPr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>
              <a:extLst>
                <a:ext uri="{FF2B5EF4-FFF2-40B4-BE49-F238E27FC236}">
                  <a16:creationId xmlns:a16="http://schemas.microsoft.com/office/drawing/2014/main" id="{5C9C55D1-8240-2270-267A-C890576E1D2A}"/>
                </a:ext>
              </a:extLst>
            </p:cNvPr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>
              <a:extLst>
                <a:ext uri="{FF2B5EF4-FFF2-40B4-BE49-F238E27FC236}">
                  <a16:creationId xmlns:a16="http://schemas.microsoft.com/office/drawing/2014/main" id="{4A82E8A5-6DC2-FCBF-0079-BCF46E85E3C6}"/>
                </a:ext>
              </a:extLst>
            </p:cNvPr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>
              <a:extLst>
                <a:ext uri="{FF2B5EF4-FFF2-40B4-BE49-F238E27FC236}">
                  <a16:creationId xmlns:a16="http://schemas.microsoft.com/office/drawing/2014/main" id="{393991EE-9367-A23D-CD01-E88BCF5A7AE4}"/>
                </a:ext>
              </a:extLst>
            </p:cNvPr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>
              <a:extLst>
                <a:ext uri="{FF2B5EF4-FFF2-40B4-BE49-F238E27FC236}">
                  <a16:creationId xmlns:a16="http://schemas.microsoft.com/office/drawing/2014/main" id="{6A9D203A-9139-5701-744D-05C7B1AE49E5}"/>
                </a:ext>
              </a:extLst>
            </p:cNvPr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>
              <a:extLst>
                <a:ext uri="{FF2B5EF4-FFF2-40B4-BE49-F238E27FC236}">
                  <a16:creationId xmlns:a16="http://schemas.microsoft.com/office/drawing/2014/main" id="{B9AD4F5B-0494-E394-94A8-42E9D2949DD5}"/>
                </a:ext>
              </a:extLst>
            </p:cNvPr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>
              <a:extLst>
                <a:ext uri="{FF2B5EF4-FFF2-40B4-BE49-F238E27FC236}">
                  <a16:creationId xmlns:a16="http://schemas.microsoft.com/office/drawing/2014/main" id="{C105C560-14EF-5A01-1439-6803A7F83330}"/>
                </a:ext>
              </a:extLst>
            </p:cNvPr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>
              <a:extLst>
                <a:ext uri="{FF2B5EF4-FFF2-40B4-BE49-F238E27FC236}">
                  <a16:creationId xmlns:a16="http://schemas.microsoft.com/office/drawing/2014/main" id="{55D95999-A35E-C2F8-F5B6-45DC19DC95BA}"/>
                </a:ext>
              </a:extLst>
            </p:cNvPr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>
              <a:extLst>
                <a:ext uri="{FF2B5EF4-FFF2-40B4-BE49-F238E27FC236}">
                  <a16:creationId xmlns:a16="http://schemas.microsoft.com/office/drawing/2014/main" id="{9C9CF8E0-D8C8-FE4F-9F60-D4A4AB07F8A7}"/>
                </a:ext>
              </a:extLst>
            </p:cNvPr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>
              <a:extLst>
                <a:ext uri="{FF2B5EF4-FFF2-40B4-BE49-F238E27FC236}">
                  <a16:creationId xmlns:a16="http://schemas.microsoft.com/office/drawing/2014/main" id="{E9EB426D-1B55-9AFD-BFF7-6942E6E3B5AA}"/>
                </a:ext>
              </a:extLst>
            </p:cNvPr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>
              <a:extLst>
                <a:ext uri="{FF2B5EF4-FFF2-40B4-BE49-F238E27FC236}">
                  <a16:creationId xmlns:a16="http://schemas.microsoft.com/office/drawing/2014/main" id="{6C1C502A-FD5D-3492-9B71-51B9157A9C46}"/>
                </a:ext>
              </a:extLst>
            </p:cNvPr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>
              <a:extLst>
                <a:ext uri="{FF2B5EF4-FFF2-40B4-BE49-F238E27FC236}">
                  <a16:creationId xmlns:a16="http://schemas.microsoft.com/office/drawing/2014/main" id="{081C331E-E05C-F7C5-C110-9347BF508D3D}"/>
                </a:ext>
              </a:extLst>
            </p:cNvPr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>
              <a:extLst>
                <a:ext uri="{FF2B5EF4-FFF2-40B4-BE49-F238E27FC236}">
                  <a16:creationId xmlns:a16="http://schemas.microsoft.com/office/drawing/2014/main" id="{EF45EDE8-1319-2760-6752-507383BFCC2A}"/>
                </a:ext>
              </a:extLst>
            </p:cNvPr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>
              <a:extLst>
                <a:ext uri="{FF2B5EF4-FFF2-40B4-BE49-F238E27FC236}">
                  <a16:creationId xmlns:a16="http://schemas.microsoft.com/office/drawing/2014/main" id="{0D1F993E-409B-9D1B-BEAC-326703B4C25F}"/>
                </a:ext>
              </a:extLst>
            </p:cNvPr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>
              <a:extLst>
                <a:ext uri="{FF2B5EF4-FFF2-40B4-BE49-F238E27FC236}">
                  <a16:creationId xmlns:a16="http://schemas.microsoft.com/office/drawing/2014/main" id="{719A3CBE-3B95-FBFE-00F1-7521D7D50868}"/>
                </a:ext>
              </a:extLst>
            </p:cNvPr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>
              <a:extLst>
                <a:ext uri="{FF2B5EF4-FFF2-40B4-BE49-F238E27FC236}">
                  <a16:creationId xmlns:a16="http://schemas.microsoft.com/office/drawing/2014/main" id="{7A5FA759-0533-1298-3DCB-B4AE183AC8A2}"/>
                </a:ext>
              </a:extLst>
            </p:cNvPr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>
              <a:extLst>
                <a:ext uri="{FF2B5EF4-FFF2-40B4-BE49-F238E27FC236}">
                  <a16:creationId xmlns:a16="http://schemas.microsoft.com/office/drawing/2014/main" id="{E76B82E9-4B1D-0E74-9F7E-5495B4DDA8C9}"/>
                </a:ext>
              </a:extLst>
            </p:cNvPr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>
              <a:extLst>
                <a:ext uri="{FF2B5EF4-FFF2-40B4-BE49-F238E27FC236}">
                  <a16:creationId xmlns:a16="http://schemas.microsoft.com/office/drawing/2014/main" id="{D57C25AE-9F57-EAFC-E1E4-3B47EEC49853}"/>
                </a:ext>
              </a:extLst>
            </p:cNvPr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>
              <a:extLst>
                <a:ext uri="{FF2B5EF4-FFF2-40B4-BE49-F238E27FC236}">
                  <a16:creationId xmlns:a16="http://schemas.microsoft.com/office/drawing/2014/main" id="{71F43AA9-7CC2-9AE5-A61C-E0E191F4BF62}"/>
                </a:ext>
              </a:extLst>
            </p:cNvPr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>
              <a:extLst>
                <a:ext uri="{FF2B5EF4-FFF2-40B4-BE49-F238E27FC236}">
                  <a16:creationId xmlns:a16="http://schemas.microsoft.com/office/drawing/2014/main" id="{F14D35D2-FC72-4233-3C64-A01E8A44BD8E}"/>
                </a:ext>
              </a:extLst>
            </p:cNvPr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>
              <a:extLst>
                <a:ext uri="{FF2B5EF4-FFF2-40B4-BE49-F238E27FC236}">
                  <a16:creationId xmlns:a16="http://schemas.microsoft.com/office/drawing/2014/main" id="{036EDE24-E172-DC68-7B52-519957A915B0}"/>
                </a:ext>
              </a:extLst>
            </p:cNvPr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>
              <a:extLst>
                <a:ext uri="{FF2B5EF4-FFF2-40B4-BE49-F238E27FC236}">
                  <a16:creationId xmlns:a16="http://schemas.microsoft.com/office/drawing/2014/main" id="{B1CD1ADE-D6DC-11F7-AF66-B296D5AD11CA}"/>
                </a:ext>
              </a:extLst>
            </p:cNvPr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>
              <a:extLst>
                <a:ext uri="{FF2B5EF4-FFF2-40B4-BE49-F238E27FC236}">
                  <a16:creationId xmlns:a16="http://schemas.microsoft.com/office/drawing/2014/main" id="{4EA4C7A1-4BA7-88EE-2BFE-AD5AF4804489}"/>
                </a:ext>
              </a:extLst>
            </p:cNvPr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>
              <a:extLst>
                <a:ext uri="{FF2B5EF4-FFF2-40B4-BE49-F238E27FC236}">
                  <a16:creationId xmlns:a16="http://schemas.microsoft.com/office/drawing/2014/main" id="{6A2A8D4C-CC74-AEED-1E7E-50DDF112344E}"/>
                </a:ext>
              </a:extLst>
            </p:cNvPr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>
              <a:extLst>
                <a:ext uri="{FF2B5EF4-FFF2-40B4-BE49-F238E27FC236}">
                  <a16:creationId xmlns:a16="http://schemas.microsoft.com/office/drawing/2014/main" id="{4850163E-A0FF-76FD-D35B-A92720A75813}"/>
                </a:ext>
              </a:extLst>
            </p:cNvPr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>
              <a:extLst>
                <a:ext uri="{FF2B5EF4-FFF2-40B4-BE49-F238E27FC236}">
                  <a16:creationId xmlns:a16="http://schemas.microsoft.com/office/drawing/2014/main" id="{30ABEBA0-2DC2-984A-4B00-56E28E08BDAC}"/>
                </a:ext>
              </a:extLst>
            </p:cNvPr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>
              <a:extLst>
                <a:ext uri="{FF2B5EF4-FFF2-40B4-BE49-F238E27FC236}">
                  <a16:creationId xmlns:a16="http://schemas.microsoft.com/office/drawing/2014/main" id="{20D2362D-4431-A7CC-1058-AC60DA3CF81F}"/>
                </a:ext>
              </a:extLst>
            </p:cNvPr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>
              <a:extLst>
                <a:ext uri="{FF2B5EF4-FFF2-40B4-BE49-F238E27FC236}">
                  <a16:creationId xmlns:a16="http://schemas.microsoft.com/office/drawing/2014/main" id="{BE795B8B-AC0A-B7FB-AB6C-AA4B1CCCA645}"/>
                </a:ext>
              </a:extLst>
            </p:cNvPr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>
              <a:extLst>
                <a:ext uri="{FF2B5EF4-FFF2-40B4-BE49-F238E27FC236}">
                  <a16:creationId xmlns:a16="http://schemas.microsoft.com/office/drawing/2014/main" id="{84F2DBD6-A564-DB79-46C8-63A26C63D9B3}"/>
                </a:ext>
              </a:extLst>
            </p:cNvPr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>
              <a:extLst>
                <a:ext uri="{FF2B5EF4-FFF2-40B4-BE49-F238E27FC236}">
                  <a16:creationId xmlns:a16="http://schemas.microsoft.com/office/drawing/2014/main" id="{CA28EA23-66C6-32D8-82F4-506ACC3A8E64}"/>
                </a:ext>
              </a:extLst>
            </p:cNvPr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>
              <a:extLst>
                <a:ext uri="{FF2B5EF4-FFF2-40B4-BE49-F238E27FC236}">
                  <a16:creationId xmlns:a16="http://schemas.microsoft.com/office/drawing/2014/main" id="{41EE87B1-5C13-EC62-AFEB-A02F01711FED}"/>
                </a:ext>
              </a:extLst>
            </p:cNvPr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>
              <a:extLst>
                <a:ext uri="{FF2B5EF4-FFF2-40B4-BE49-F238E27FC236}">
                  <a16:creationId xmlns:a16="http://schemas.microsoft.com/office/drawing/2014/main" id="{367EF658-FAAA-88FC-607F-33404B48F9CA}"/>
                </a:ext>
              </a:extLst>
            </p:cNvPr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>
              <a:extLst>
                <a:ext uri="{FF2B5EF4-FFF2-40B4-BE49-F238E27FC236}">
                  <a16:creationId xmlns:a16="http://schemas.microsoft.com/office/drawing/2014/main" id="{D8CC4533-3CD3-D5B6-10BF-B34D22D5D4A7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>
              <a:extLst>
                <a:ext uri="{FF2B5EF4-FFF2-40B4-BE49-F238E27FC236}">
                  <a16:creationId xmlns:a16="http://schemas.microsoft.com/office/drawing/2014/main" id="{6F2479A4-0E42-8909-CB53-C04B6AA116F7}"/>
                </a:ext>
              </a:extLst>
            </p:cNvPr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>
              <a:extLst>
                <a:ext uri="{FF2B5EF4-FFF2-40B4-BE49-F238E27FC236}">
                  <a16:creationId xmlns:a16="http://schemas.microsoft.com/office/drawing/2014/main" id="{956C52E7-5191-1576-1AF0-AF65523B0414}"/>
                </a:ext>
              </a:extLst>
            </p:cNvPr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>
              <a:extLst>
                <a:ext uri="{FF2B5EF4-FFF2-40B4-BE49-F238E27FC236}">
                  <a16:creationId xmlns:a16="http://schemas.microsoft.com/office/drawing/2014/main" id="{00B476E3-E3D7-9C52-3919-82CA5E40B15E}"/>
                </a:ext>
              </a:extLst>
            </p:cNvPr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>
              <a:extLst>
                <a:ext uri="{FF2B5EF4-FFF2-40B4-BE49-F238E27FC236}">
                  <a16:creationId xmlns:a16="http://schemas.microsoft.com/office/drawing/2014/main" id="{1420F3AA-D2EA-30C3-AB1F-D4AEFF8AC7A1}"/>
                </a:ext>
              </a:extLst>
            </p:cNvPr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>
              <a:extLst>
                <a:ext uri="{FF2B5EF4-FFF2-40B4-BE49-F238E27FC236}">
                  <a16:creationId xmlns:a16="http://schemas.microsoft.com/office/drawing/2014/main" id="{B65A111B-8A8B-874E-DB44-37E8F5F0A1C1}"/>
                </a:ext>
              </a:extLst>
            </p:cNvPr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>
              <a:extLst>
                <a:ext uri="{FF2B5EF4-FFF2-40B4-BE49-F238E27FC236}">
                  <a16:creationId xmlns:a16="http://schemas.microsoft.com/office/drawing/2014/main" id="{EC3D1366-F764-7007-1EAF-1F2189F908B8}"/>
                </a:ext>
              </a:extLst>
            </p:cNvPr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>
              <a:extLst>
                <a:ext uri="{FF2B5EF4-FFF2-40B4-BE49-F238E27FC236}">
                  <a16:creationId xmlns:a16="http://schemas.microsoft.com/office/drawing/2014/main" id="{00695469-08CE-9EA4-CCF1-62E557877497}"/>
                </a:ext>
              </a:extLst>
            </p:cNvPr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>
              <a:extLst>
                <a:ext uri="{FF2B5EF4-FFF2-40B4-BE49-F238E27FC236}">
                  <a16:creationId xmlns:a16="http://schemas.microsoft.com/office/drawing/2014/main" id="{44A8C61D-6057-8817-6396-23370F6938EF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>
              <a:extLst>
                <a:ext uri="{FF2B5EF4-FFF2-40B4-BE49-F238E27FC236}">
                  <a16:creationId xmlns:a16="http://schemas.microsoft.com/office/drawing/2014/main" id="{82EBA4D5-D28F-4128-E7D4-1FA379C4D7DC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>
              <a:extLst>
                <a:ext uri="{FF2B5EF4-FFF2-40B4-BE49-F238E27FC236}">
                  <a16:creationId xmlns:a16="http://schemas.microsoft.com/office/drawing/2014/main" id="{726F600A-F81F-1437-0519-0E52DB24878A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>
              <a:extLst>
                <a:ext uri="{FF2B5EF4-FFF2-40B4-BE49-F238E27FC236}">
                  <a16:creationId xmlns:a16="http://schemas.microsoft.com/office/drawing/2014/main" id="{E386771A-E308-DD5A-7BCA-8F3283DFD92B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>
              <a:extLst>
                <a:ext uri="{FF2B5EF4-FFF2-40B4-BE49-F238E27FC236}">
                  <a16:creationId xmlns:a16="http://schemas.microsoft.com/office/drawing/2014/main" id="{D9B2F680-7B0C-BDD8-FD84-60C40E9D9EDA}"/>
                </a:ext>
              </a:extLst>
            </p:cNvPr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>
              <a:extLst>
                <a:ext uri="{FF2B5EF4-FFF2-40B4-BE49-F238E27FC236}">
                  <a16:creationId xmlns:a16="http://schemas.microsoft.com/office/drawing/2014/main" id="{BBFCC883-CFAC-393A-7859-13AFF337DB3B}"/>
                </a:ext>
              </a:extLst>
            </p:cNvPr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>
              <a:extLst>
                <a:ext uri="{FF2B5EF4-FFF2-40B4-BE49-F238E27FC236}">
                  <a16:creationId xmlns:a16="http://schemas.microsoft.com/office/drawing/2014/main" id="{16564AA9-3C11-733C-2899-FA126B1052F4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>
              <a:extLst>
                <a:ext uri="{FF2B5EF4-FFF2-40B4-BE49-F238E27FC236}">
                  <a16:creationId xmlns:a16="http://schemas.microsoft.com/office/drawing/2014/main" id="{B2421FEE-686E-9F3D-150E-9D8C882EA2FA}"/>
                </a:ext>
              </a:extLst>
            </p:cNvPr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>
              <a:extLst>
                <a:ext uri="{FF2B5EF4-FFF2-40B4-BE49-F238E27FC236}">
                  <a16:creationId xmlns:a16="http://schemas.microsoft.com/office/drawing/2014/main" id="{7E740A79-57ED-C5B4-11BD-2BA6592C0A24}"/>
                </a:ext>
              </a:extLst>
            </p:cNvPr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>
              <a:extLst>
                <a:ext uri="{FF2B5EF4-FFF2-40B4-BE49-F238E27FC236}">
                  <a16:creationId xmlns:a16="http://schemas.microsoft.com/office/drawing/2014/main" id="{239C276E-5338-F216-555D-D1EF387E20A9}"/>
                </a:ext>
              </a:extLst>
            </p:cNvPr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>
              <a:extLst>
                <a:ext uri="{FF2B5EF4-FFF2-40B4-BE49-F238E27FC236}">
                  <a16:creationId xmlns:a16="http://schemas.microsoft.com/office/drawing/2014/main" id="{422F9F3C-6542-29F8-F9EB-935DCD45E25D}"/>
                </a:ext>
              </a:extLst>
            </p:cNvPr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>
              <a:extLst>
                <a:ext uri="{FF2B5EF4-FFF2-40B4-BE49-F238E27FC236}">
                  <a16:creationId xmlns:a16="http://schemas.microsoft.com/office/drawing/2014/main" id="{B01CF92D-5E1C-047D-066B-2BDF213B3868}"/>
                </a:ext>
              </a:extLst>
            </p:cNvPr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>
              <a:extLst>
                <a:ext uri="{FF2B5EF4-FFF2-40B4-BE49-F238E27FC236}">
                  <a16:creationId xmlns:a16="http://schemas.microsoft.com/office/drawing/2014/main" id="{2B296160-8590-8568-2AD9-DAE8D9730224}"/>
                </a:ext>
              </a:extLst>
            </p:cNvPr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>
              <a:extLst>
                <a:ext uri="{FF2B5EF4-FFF2-40B4-BE49-F238E27FC236}">
                  <a16:creationId xmlns:a16="http://schemas.microsoft.com/office/drawing/2014/main" id="{4376F754-FA02-7329-258C-960A9D1498AC}"/>
                </a:ext>
              </a:extLst>
            </p:cNvPr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>
              <a:extLst>
                <a:ext uri="{FF2B5EF4-FFF2-40B4-BE49-F238E27FC236}">
                  <a16:creationId xmlns:a16="http://schemas.microsoft.com/office/drawing/2014/main" id="{56E3D986-835B-C3D3-85D0-D346B0EFFF50}"/>
                </a:ext>
              </a:extLst>
            </p:cNvPr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>
              <a:extLst>
                <a:ext uri="{FF2B5EF4-FFF2-40B4-BE49-F238E27FC236}">
                  <a16:creationId xmlns:a16="http://schemas.microsoft.com/office/drawing/2014/main" id="{E8C4408B-31B1-457A-5588-426C17D306C5}"/>
                </a:ext>
              </a:extLst>
            </p:cNvPr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>
              <a:extLst>
                <a:ext uri="{FF2B5EF4-FFF2-40B4-BE49-F238E27FC236}">
                  <a16:creationId xmlns:a16="http://schemas.microsoft.com/office/drawing/2014/main" id="{447FA3DF-DA3C-D854-377A-D3E9D7CDCB21}"/>
                </a:ext>
              </a:extLst>
            </p:cNvPr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>
              <a:extLst>
                <a:ext uri="{FF2B5EF4-FFF2-40B4-BE49-F238E27FC236}">
                  <a16:creationId xmlns:a16="http://schemas.microsoft.com/office/drawing/2014/main" id="{0514BC0C-B5A5-5DC6-A3FE-713DA6076DF4}"/>
                </a:ext>
              </a:extLst>
            </p:cNvPr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>
              <a:extLst>
                <a:ext uri="{FF2B5EF4-FFF2-40B4-BE49-F238E27FC236}">
                  <a16:creationId xmlns:a16="http://schemas.microsoft.com/office/drawing/2014/main" id="{6B99B96C-A219-6DD2-F04B-DFFDAA723963}"/>
                </a:ext>
              </a:extLst>
            </p:cNvPr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>
              <a:extLst>
                <a:ext uri="{FF2B5EF4-FFF2-40B4-BE49-F238E27FC236}">
                  <a16:creationId xmlns:a16="http://schemas.microsoft.com/office/drawing/2014/main" id="{1D36473F-B5D2-1CBA-9794-5EA0ED87E07D}"/>
                </a:ext>
              </a:extLst>
            </p:cNvPr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>
              <a:extLst>
                <a:ext uri="{FF2B5EF4-FFF2-40B4-BE49-F238E27FC236}">
                  <a16:creationId xmlns:a16="http://schemas.microsoft.com/office/drawing/2014/main" id="{69C5FD24-3D2B-54A5-2316-6BB739C627B4}"/>
                </a:ext>
              </a:extLst>
            </p:cNvPr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>
              <a:extLst>
                <a:ext uri="{FF2B5EF4-FFF2-40B4-BE49-F238E27FC236}">
                  <a16:creationId xmlns:a16="http://schemas.microsoft.com/office/drawing/2014/main" id="{40829A13-AC2E-AEB2-57C9-1ED5729D8C32}"/>
                </a:ext>
              </a:extLst>
            </p:cNvPr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>
              <a:extLst>
                <a:ext uri="{FF2B5EF4-FFF2-40B4-BE49-F238E27FC236}">
                  <a16:creationId xmlns:a16="http://schemas.microsoft.com/office/drawing/2014/main" id="{893025D4-5FD9-4911-781A-9121585A0D0F}"/>
                </a:ext>
              </a:extLst>
            </p:cNvPr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>
              <a:extLst>
                <a:ext uri="{FF2B5EF4-FFF2-40B4-BE49-F238E27FC236}">
                  <a16:creationId xmlns:a16="http://schemas.microsoft.com/office/drawing/2014/main" id="{C205060A-4791-5CB6-4981-9E4A3A65A43D}"/>
                </a:ext>
              </a:extLst>
            </p:cNvPr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>
              <a:extLst>
                <a:ext uri="{FF2B5EF4-FFF2-40B4-BE49-F238E27FC236}">
                  <a16:creationId xmlns:a16="http://schemas.microsoft.com/office/drawing/2014/main" id="{9F3FC8AD-B7C6-A809-CF4A-CA67B47BBF90}"/>
                </a:ext>
              </a:extLst>
            </p:cNvPr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>
              <a:extLst>
                <a:ext uri="{FF2B5EF4-FFF2-40B4-BE49-F238E27FC236}">
                  <a16:creationId xmlns:a16="http://schemas.microsoft.com/office/drawing/2014/main" id="{C3EA3154-69B6-185C-0198-86496116E736}"/>
                </a:ext>
              </a:extLst>
            </p:cNvPr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>
              <a:extLst>
                <a:ext uri="{FF2B5EF4-FFF2-40B4-BE49-F238E27FC236}">
                  <a16:creationId xmlns:a16="http://schemas.microsoft.com/office/drawing/2014/main" id="{16233382-D7B8-B6D2-C344-C4DE0B2684FA}"/>
                </a:ext>
              </a:extLst>
            </p:cNvPr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>
              <a:extLst>
                <a:ext uri="{FF2B5EF4-FFF2-40B4-BE49-F238E27FC236}">
                  <a16:creationId xmlns:a16="http://schemas.microsoft.com/office/drawing/2014/main" id="{224B59A9-4954-9973-95A0-B911DAFFBEA1}"/>
                </a:ext>
              </a:extLst>
            </p:cNvPr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>
              <a:extLst>
                <a:ext uri="{FF2B5EF4-FFF2-40B4-BE49-F238E27FC236}">
                  <a16:creationId xmlns:a16="http://schemas.microsoft.com/office/drawing/2014/main" id="{9777E338-93B1-F3C1-356E-C4DBB401BE53}"/>
                </a:ext>
              </a:extLst>
            </p:cNvPr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>
              <a:extLst>
                <a:ext uri="{FF2B5EF4-FFF2-40B4-BE49-F238E27FC236}">
                  <a16:creationId xmlns:a16="http://schemas.microsoft.com/office/drawing/2014/main" id="{7D2DC60A-9E3C-AF6A-6537-BB6128B2676E}"/>
                </a:ext>
              </a:extLst>
            </p:cNvPr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>
              <a:extLst>
                <a:ext uri="{FF2B5EF4-FFF2-40B4-BE49-F238E27FC236}">
                  <a16:creationId xmlns:a16="http://schemas.microsoft.com/office/drawing/2014/main" id="{551C46C0-AD18-41C2-A2E6-226C2D588613}"/>
                </a:ext>
              </a:extLst>
            </p:cNvPr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>
              <a:extLst>
                <a:ext uri="{FF2B5EF4-FFF2-40B4-BE49-F238E27FC236}">
                  <a16:creationId xmlns:a16="http://schemas.microsoft.com/office/drawing/2014/main" id="{D026ACD3-5862-60C3-CD40-9F2472C0619D}"/>
                </a:ext>
              </a:extLst>
            </p:cNvPr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>
              <a:extLst>
                <a:ext uri="{FF2B5EF4-FFF2-40B4-BE49-F238E27FC236}">
                  <a16:creationId xmlns:a16="http://schemas.microsoft.com/office/drawing/2014/main" id="{F55706AE-1156-929E-8D0E-404FC631005F}"/>
                </a:ext>
              </a:extLst>
            </p:cNvPr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>
              <a:extLst>
                <a:ext uri="{FF2B5EF4-FFF2-40B4-BE49-F238E27FC236}">
                  <a16:creationId xmlns:a16="http://schemas.microsoft.com/office/drawing/2014/main" id="{C6FB3663-DF56-579B-5861-99A26FCD45B2}"/>
                </a:ext>
              </a:extLst>
            </p:cNvPr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>
              <a:extLst>
                <a:ext uri="{FF2B5EF4-FFF2-40B4-BE49-F238E27FC236}">
                  <a16:creationId xmlns:a16="http://schemas.microsoft.com/office/drawing/2014/main" id="{75FF0652-C278-F001-9E11-4FCC0B47E376}"/>
                </a:ext>
              </a:extLst>
            </p:cNvPr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>
              <a:extLst>
                <a:ext uri="{FF2B5EF4-FFF2-40B4-BE49-F238E27FC236}">
                  <a16:creationId xmlns:a16="http://schemas.microsoft.com/office/drawing/2014/main" id="{5CACBF1D-A013-FE81-245B-66F5C1193D01}"/>
                </a:ext>
              </a:extLst>
            </p:cNvPr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>
              <a:extLst>
                <a:ext uri="{FF2B5EF4-FFF2-40B4-BE49-F238E27FC236}">
                  <a16:creationId xmlns:a16="http://schemas.microsoft.com/office/drawing/2014/main" id="{7E462DD2-0EDD-2E79-7C6C-266CF03FBC4A}"/>
                </a:ext>
              </a:extLst>
            </p:cNvPr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>
              <a:extLst>
                <a:ext uri="{FF2B5EF4-FFF2-40B4-BE49-F238E27FC236}">
                  <a16:creationId xmlns:a16="http://schemas.microsoft.com/office/drawing/2014/main" id="{9247527C-B469-4060-9201-DEDF892DF4E8}"/>
                </a:ext>
              </a:extLst>
            </p:cNvPr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>
              <a:extLst>
                <a:ext uri="{FF2B5EF4-FFF2-40B4-BE49-F238E27FC236}">
                  <a16:creationId xmlns:a16="http://schemas.microsoft.com/office/drawing/2014/main" id="{BC65A333-97F5-D6C3-5717-6A0CBFF15497}"/>
                </a:ext>
              </a:extLst>
            </p:cNvPr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>
              <a:extLst>
                <a:ext uri="{FF2B5EF4-FFF2-40B4-BE49-F238E27FC236}">
                  <a16:creationId xmlns:a16="http://schemas.microsoft.com/office/drawing/2014/main" id="{E31A62F1-613C-95BC-AE30-B91A6BDC213A}"/>
                </a:ext>
              </a:extLst>
            </p:cNvPr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>
              <a:extLst>
                <a:ext uri="{FF2B5EF4-FFF2-40B4-BE49-F238E27FC236}">
                  <a16:creationId xmlns:a16="http://schemas.microsoft.com/office/drawing/2014/main" id="{4CD3C674-22A8-4615-4C52-143D9CB96D3A}"/>
                </a:ext>
              </a:extLst>
            </p:cNvPr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>
              <a:extLst>
                <a:ext uri="{FF2B5EF4-FFF2-40B4-BE49-F238E27FC236}">
                  <a16:creationId xmlns:a16="http://schemas.microsoft.com/office/drawing/2014/main" id="{01F96308-EA62-B406-0FBE-78102B9FDBCE}"/>
                </a:ext>
              </a:extLst>
            </p:cNvPr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>
              <a:extLst>
                <a:ext uri="{FF2B5EF4-FFF2-40B4-BE49-F238E27FC236}">
                  <a16:creationId xmlns:a16="http://schemas.microsoft.com/office/drawing/2014/main" id="{6EC210B5-538F-2A20-E0B1-BC9768F96B2E}"/>
                </a:ext>
              </a:extLst>
            </p:cNvPr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>
              <a:extLst>
                <a:ext uri="{FF2B5EF4-FFF2-40B4-BE49-F238E27FC236}">
                  <a16:creationId xmlns:a16="http://schemas.microsoft.com/office/drawing/2014/main" id="{200E09B7-B733-DBDD-362C-0C67F4F9C255}"/>
                </a:ext>
              </a:extLst>
            </p:cNvPr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>
              <a:extLst>
                <a:ext uri="{FF2B5EF4-FFF2-40B4-BE49-F238E27FC236}">
                  <a16:creationId xmlns:a16="http://schemas.microsoft.com/office/drawing/2014/main" id="{F2CB0260-AFFC-F0B0-82E4-BF99ECDE1AEC}"/>
                </a:ext>
              </a:extLst>
            </p:cNvPr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>
              <a:extLst>
                <a:ext uri="{FF2B5EF4-FFF2-40B4-BE49-F238E27FC236}">
                  <a16:creationId xmlns:a16="http://schemas.microsoft.com/office/drawing/2014/main" id="{052E772F-23CD-D245-2F3C-5DAD7CBC2E0D}"/>
                </a:ext>
              </a:extLst>
            </p:cNvPr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>
              <a:extLst>
                <a:ext uri="{FF2B5EF4-FFF2-40B4-BE49-F238E27FC236}">
                  <a16:creationId xmlns:a16="http://schemas.microsoft.com/office/drawing/2014/main" id="{EDD61627-224A-8274-309E-23E412A65E9D}"/>
                </a:ext>
              </a:extLst>
            </p:cNvPr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>
              <a:extLst>
                <a:ext uri="{FF2B5EF4-FFF2-40B4-BE49-F238E27FC236}">
                  <a16:creationId xmlns:a16="http://schemas.microsoft.com/office/drawing/2014/main" id="{0F35540D-559C-6382-804B-530747CBB06D}"/>
                </a:ext>
              </a:extLst>
            </p:cNvPr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>
              <a:extLst>
                <a:ext uri="{FF2B5EF4-FFF2-40B4-BE49-F238E27FC236}">
                  <a16:creationId xmlns:a16="http://schemas.microsoft.com/office/drawing/2014/main" id="{EF1B445C-6ABC-8600-1357-2B9A7BA58C99}"/>
                </a:ext>
              </a:extLst>
            </p:cNvPr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>
              <a:extLst>
                <a:ext uri="{FF2B5EF4-FFF2-40B4-BE49-F238E27FC236}">
                  <a16:creationId xmlns:a16="http://schemas.microsoft.com/office/drawing/2014/main" id="{3B8C9104-7936-5904-FFB1-44FF4A799F62}"/>
                </a:ext>
              </a:extLst>
            </p:cNvPr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>
              <a:extLst>
                <a:ext uri="{FF2B5EF4-FFF2-40B4-BE49-F238E27FC236}">
                  <a16:creationId xmlns:a16="http://schemas.microsoft.com/office/drawing/2014/main" id="{2B0BCBCC-A1F3-59DD-93FF-C94DFEB9C210}"/>
                </a:ext>
              </a:extLst>
            </p:cNvPr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>
              <a:extLst>
                <a:ext uri="{FF2B5EF4-FFF2-40B4-BE49-F238E27FC236}">
                  <a16:creationId xmlns:a16="http://schemas.microsoft.com/office/drawing/2014/main" id="{8103AE2F-5333-69B2-50F6-4052274A50F1}"/>
                </a:ext>
              </a:extLst>
            </p:cNvPr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>
              <a:extLst>
                <a:ext uri="{FF2B5EF4-FFF2-40B4-BE49-F238E27FC236}">
                  <a16:creationId xmlns:a16="http://schemas.microsoft.com/office/drawing/2014/main" id="{477C6742-2535-E2EB-D78E-92A97ED0C13D}"/>
                </a:ext>
              </a:extLst>
            </p:cNvPr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>
              <a:extLst>
                <a:ext uri="{FF2B5EF4-FFF2-40B4-BE49-F238E27FC236}">
                  <a16:creationId xmlns:a16="http://schemas.microsoft.com/office/drawing/2014/main" id="{55BD19C4-EA46-F312-1291-D7BB42007F31}"/>
                </a:ext>
              </a:extLst>
            </p:cNvPr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>
              <a:extLst>
                <a:ext uri="{FF2B5EF4-FFF2-40B4-BE49-F238E27FC236}">
                  <a16:creationId xmlns:a16="http://schemas.microsoft.com/office/drawing/2014/main" id="{191D987F-55AC-1A03-21C3-B6701817E697}"/>
                </a:ext>
              </a:extLst>
            </p:cNvPr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>
              <a:extLst>
                <a:ext uri="{FF2B5EF4-FFF2-40B4-BE49-F238E27FC236}">
                  <a16:creationId xmlns:a16="http://schemas.microsoft.com/office/drawing/2014/main" id="{B4A05414-D977-524D-4E35-BB3DCC2F521E}"/>
                </a:ext>
              </a:extLst>
            </p:cNvPr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>
              <a:extLst>
                <a:ext uri="{FF2B5EF4-FFF2-40B4-BE49-F238E27FC236}">
                  <a16:creationId xmlns:a16="http://schemas.microsoft.com/office/drawing/2014/main" id="{2F670C0F-CBF8-6335-10D0-5C7C5A39B272}"/>
                </a:ext>
              </a:extLst>
            </p:cNvPr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>
              <a:extLst>
                <a:ext uri="{FF2B5EF4-FFF2-40B4-BE49-F238E27FC236}">
                  <a16:creationId xmlns:a16="http://schemas.microsoft.com/office/drawing/2014/main" id="{D79E784A-63B7-C93D-0996-8F2F5AD17BCF}"/>
                </a:ext>
              </a:extLst>
            </p:cNvPr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>
              <a:extLst>
                <a:ext uri="{FF2B5EF4-FFF2-40B4-BE49-F238E27FC236}">
                  <a16:creationId xmlns:a16="http://schemas.microsoft.com/office/drawing/2014/main" id="{ADF2DD11-A5D8-6EC3-92DA-8D0BD79192CA}"/>
                </a:ext>
              </a:extLst>
            </p:cNvPr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>
              <a:extLst>
                <a:ext uri="{FF2B5EF4-FFF2-40B4-BE49-F238E27FC236}">
                  <a16:creationId xmlns:a16="http://schemas.microsoft.com/office/drawing/2014/main" id="{3AF0E6EC-371B-91B9-E78C-28F42DE1FE0F}"/>
                </a:ext>
              </a:extLst>
            </p:cNvPr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>
              <a:extLst>
                <a:ext uri="{FF2B5EF4-FFF2-40B4-BE49-F238E27FC236}">
                  <a16:creationId xmlns:a16="http://schemas.microsoft.com/office/drawing/2014/main" id="{EEBBBFA2-D65E-B502-4C8F-A21EEBA1AE60}"/>
                </a:ext>
              </a:extLst>
            </p:cNvPr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>
              <a:extLst>
                <a:ext uri="{FF2B5EF4-FFF2-40B4-BE49-F238E27FC236}">
                  <a16:creationId xmlns:a16="http://schemas.microsoft.com/office/drawing/2014/main" id="{E3125734-830A-51B3-ADDA-3958151929D7}"/>
                </a:ext>
              </a:extLst>
            </p:cNvPr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>
              <a:extLst>
                <a:ext uri="{FF2B5EF4-FFF2-40B4-BE49-F238E27FC236}">
                  <a16:creationId xmlns:a16="http://schemas.microsoft.com/office/drawing/2014/main" id="{D9ED51F7-79B6-46B1-957D-00EEE0695581}"/>
                </a:ext>
              </a:extLst>
            </p:cNvPr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>
              <a:extLst>
                <a:ext uri="{FF2B5EF4-FFF2-40B4-BE49-F238E27FC236}">
                  <a16:creationId xmlns:a16="http://schemas.microsoft.com/office/drawing/2014/main" id="{E916DB5D-C152-5653-49AA-54C35922024C}"/>
                </a:ext>
              </a:extLst>
            </p:cNvPr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>
              <a:extLst>
                <a:ext uri="{FF2B5EF4-FFF2-40B4-BE49-F238E27FC236}">
                  <a16:creationId xmlns:a16="http://schemas.microsoft.com/office/drawing/2014/main" id="{1FC647DB-F3C3-75AE-2311-E6B021C0C7E2}"/>
                </a:ext>
              </a:extLst>
            </p:cNvPr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>
              <a:extLst>
                <a:ext uri="{FF2B5EF4-FFF2-40B4-BE49-F238E27FC236}">
                  <a16:creationId xmlns:a16="http://schemas.microsoft.com/office/drawing/2014/main" id="{E3538535-ECFF-EEC5-D406-3F9279C3FFF4}"/>
                </a:ext>
              </a:extLst>
            </p:cNvPr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>
              <a:extLst>
                <a:ext uri="{FF2B5EF4-FFF2-40B4-BE49-F238E27FC236}">
                  <a16:creationId xmlns:a16="http://schemas.microsoft.com/office/drawing/2014/main" id="{01C0BD5F-F85C-C39D-3799-77010CB53EB6}"/>
                </a:ext>
              </a:extLst>
            </p:cNvPr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>
              <a:extLst>
                <a:ext uri="{FF2B5EF4-FFF2-40B4-BE49-F238E27FC236}">
                  <a16:creationId xmlns:a16="http://schemas.microsoft.com/office/drawing/2014/main" id="{414D42A1-8681-1B40-1513-4059ADE6A640}"/>
                </a:ext>
              </a:extLst>
            </p:cNvPr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>
              <a:extLst>
                <a:ext uri="{FF2B5EF4-FFF2-40B4-BE49-F238E27FC236}">
                  <a16:creationId xmlns:a16="http://schemas.microsoft.com/office/drawing/2014/main" id="{64D405DF-1E13-6FCB-A870-12E394622FD5}"/>
                </a:ext>
              </a:extLst>
            </p:cNvPr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>
              <a:extLst>
                <a:ext uri="{FF2B5EF4-FFF2-40B4-BE49-F238E27FC236}">
                  <a16:creationId xmlns:a16="http://schemas.microsoft.com/office/drawing/2014/main" id="{6990E0D9-1CD1-471B-5226-B4795EE5ADF8}"/>
                </a:ext>
              </a:extLst>
            </p:cNvPr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>
              <a:extLst>
                <a:ext uri="{FF2B5EF4-FFF2-40B4-BE49-F238E27FC236}">
                  <a16:creationId xmlns:a16="http://schemas.microsoft.com/office/drawing/2014/main" id="{2EBEF6EC-7CE8-7113-AAC8-80263345066E}"/>
                </a:ext>
              </a:extLst>
            </p:cNvPr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>
              <a:extLst>
                <a:ext uri="{FF2B5EF4-FFF2-40B4-BE49-F238E27FC236}">
                  <a16:creationId xmlns:a16="http://schemas.microsoft.com/office/drawing/2014/main" id="{31A9390F-8B01-3F59-5595-766172DDCCA9}"/>
                </a:ext>
              </a:extLst>
            </p:cNvPr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>
              <a:extLst>
                <a:ext uri="{FF2B5EF4-FFF2-40B4-BE49-F238E27FC236}">
                  <a16:creationId xmlns:a16="http://schemas.microsoft.com/office/drawing/2014/main" id="{3324274B-12D6-7FC9-74B5-AB2DFF4D4323}"/>
                </a:ext>
              </a:extLst>
            </p:cNvPr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>
              <a:extLst>
                <a:ext uri="{FF2B5EF4-FFF2-40B4-BE49-F238E27FC236}">
                  <a16:creationId xmlns:a16="http://schemas.microsoft.com/office/drawing/2014/main" id="{2D78A63A-00E4-FA07-C06B-0A698FB0D934}"/>
                </a:ext>
              </a:extLst>
            </p:cNvPr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>
              <a:extLst>
                <a:ext uri="{FF2B5EF4-FFF2-40B4-BE49-F238E27FC236}">
                  <a16:creationId xmlns:a16="http://schemas.microsoft.com/office/drawing/2014/main" id="{16B8EE13-7AA8-5193-50C9-0E0F9367F5CD}"/>
                </a:ext>
              </a:extLst>
            </p:cNvPr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>
              <a:extLst>
                <a:ext uri="{FF2B5EF4-FFF2-40B4-BE49-F238E27FC236}">
                  <a16:creationId xmlns:a16="http://schemas.microsoft.com/office/drawing/2014/main" id="{8F88C3E9-64FD-EC67-1E26-ABB702787563}"/>
                </a:ext>
              </a:extLst>
            </p:cNvPr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>
              <a:extLst>
                <a:ext uri="{FF2B5EF4-FFF2-40B4-BE49-F238E27FC236}">
                  <a16:creationId xmlns:a16="http://schemas.microsoft.com/office/drawing/2014/main" id="{EFBFCF97-00CB-DCB5-C6DF-96252F7694CD}"/>
                </a:ext>
              </a:extLst>
            </p:cNvPr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>
              <a:extLst>
                <a:ext uri="{FF2B5EF4-FFF2-40B4-BE49-F238E27FC236}">
                  <a16:creationId xmlns:a16="http://schemas.microsoft.com/office/drawing/2014/main" id="{61DDD753-A5BC-4E7A-76FB-14ABDDFC3ADA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>
              <a:extLst>
                <a:ext uri="{FF2B5EF4-FFF2-40B4-BE49-F238E27FC236}">
                  <a16:creationId xmlns:a16="http://schemas.microsoft.com/office/drawing/2014/main" id="{8378C383-D26E-D74D-2807-9564AE1933E4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>
              <a:extLst>
                <a:ext uri="{FF2B5EF4-FFF2-40B4-BE49-F238E27FC236}">
                  <a16:creationId xmlns:a16="http://schemas.microsoft.com/office/drawing/2014/main" id="{E090B7A8-B5B8-45E0-6A89-A3610E09C1CC}"/>
                </a:ext>
              </a:extLst>
            </p:cNvPr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>
              <a:extLst>
                <a:ext uri="{FF2B5EF4-FFF2-40B4-BE49-F238E27FC236}">
                  <a16:creationId xmlns:a16="http://schemas.microsoft.com/office/drawing/2014/main" id="{82680D75-3436-999E-69EE-1C24132F9B16}"/>
                </a:ext>
              </a:extLst>
            </p:cNvPr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>
              <a:extLst>
                <a:ext uri="{FF2B5EF4-FFF2-40B4-BE49-F238E27FC236}">
                  <a16:creationId xmlns:a16="http://schemas.microsoft.com/office/drawing/2014/main" id="{39149578-A742-2A05-0616-6801DE50A4FF}"/>
                </a:ext>
              </a:extLst>
            </p:cNvPr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>
              <a:extLst>
                <a:ext uri="{FF2B5EF4-FFF2-40B4-BE49-F238E27FC236}">
                  <a16:creationId xmlns:a16="http://schemas.microsoft.com/office/drawing/2014/main" id="{9C0AFF0A-5C6C-5690-3FD7-F54B8DE79DBF}"/>
                </a:ext>
              </a:extLst>
            </p:cNvPr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>
              <a:extLst>
                <a:ext uri="{FF2B5EF4-FFF2-40B4-BE49-F238E27FC236}">
                  <a16:creationId xmlns:a16="http://schemas.microsoft.com/office/drawing/2014/main" id="{694B4E69-76DA-DEF5-1A03-CA2FC0CDFEF0}"/>
                </a:ext>
              </a:extLst>
            </p:cNvPr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>
              <a:extLst>
                <a:ext uri="{FF2B5EF4-FFF2-40B4-BE49-F238E27FC236}">
                  <a16:creationId xmlns:a16="http://schemas.microsoft.com/office/drawing/2014/main" id="{0145EE73-AAE4-813C-7CEB-33DB5067A3FC}"/>
                </a:ext>
              </a:extLst>
            </p:cNvPr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>
              <a:extLst>
                <a:ext uri="{FF2B5EF4-FFF2-40B4-BE49-F238E27FC236}">
                  <a16:creationId xmlns:a16="http://schemas.microsoft.com/office/drawing/2014/main" id="{09561365-07AD-4381-41E3-8A2ABCD08FE7}"/>
                </a:ext>
              </a:extLst>
            </p:cNvPr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>
              <a:extLst>
                <a:ext uri="{FF2B5EF4-FFF2-40B4-BE49-F238E27FC236}">
                  <a16:creationId xmlns:a16="http://schemas.microsoft.com/office/drawing/2014/main" id="{E50102DC-CCDF-2010-1881-8717CA777161}"/>
                </a:ext>
              </a:extLst>
            </p:cNvPr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>
              <a:extLst>
                <a:ext uri="{FF2B5EF4-FFF2-40B4-BE49-F238E27FC236}">
                  <a16:creationId xmlns:a16="http://schemas.microsoft.com/office/drawing/2014/main" id="{9BDCAB22-20EF-25C7-B36B-644FE7E9AFBB}"/>
                </a:ext>
              </a:extLst>
            </p:cNvPr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>
              <a:extLst>
                <a:ext uri="{FF2B5EF4-FFF2-40B4-BE49-F238E27FC236}">
                  <a16:creationId xmlns:a16="http://schemas.microsoft.com/office/drawing/2014/main" id="{7248D071-29EC-6953-4E20-4D86057D937A}"/>
                </a:ext>
              </a:extLst>
            </p:cNvPr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>
              <a:extLst>
                <a:ext uri="{FF2B5EF4-FFF2-40B4-BE49-F238E27FC236}">
                  <a16:creationId xmlns:a16="http://schemas.microsoft.com/office/drawing/2014/main" id="{4A636936-A167-8F3B-6891-4E67E887F1ED}"/>
                </a:ext>
              </a:extLst>
            </p:cNvPr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>
              <a:extLst>
                <a:ext uri="{FF2B5EF4-FFF2-40B4-BE49-F238E27FC236}">
                  <a16:creationId xmlns:a16="http://schemas.microsoft.com/office/drawing/2014/main" id="{CEB75769-5629-B2FB-0500-8C865AA9F3BE}"/>
                </a:ext>
              </a:extLst>
            </p:cNvPr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>
              <a:extLst>
                <a:ext uri="{FF2B5EF4-FFF2-40B4-BE49-F238E27FC236}">
                  <a16:creationId xmlns:a16="http://schemas.microsoft.com/office/drawing/2014/main" id="{A7C92A83-A27D-04B2-CB97-7292DA52B6B0}"/>
                </a:ext>
              </a:extLst>
            </p:cNvPr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>
              <a:extLst>
                <a:ext uri="{FF2B5EF4-FFF2-40B4-BE49-F238E27FC236}">
                  <a16:creationId xmlns:a16="http://schemas.microsoft.com/office/drawing/2014/main" id="{9381D6AF-D73A-A7B8-3303-2DA005A89D11}"/>
                </a:ext>
              </a:extLst>
            </p:cNvPr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>
              <a:extLst>
                <a:ext uri="{FF2B5EF4-FFF2-40B4-BE49-F238E27FC236}">
                  <a16:creationId xmlns:a16="http://schemas.microsoft.com/office/drawing/2014/main" id="{07EC5445-5789-B5D9-A44E-341D585F4488}"/>
                </a:ext>
              </a:extLst>
            </p:cNvPr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>
              <a:extLst>
                <a:ext uri="{FF2B5EF4-FFF2-40B4-BE49-F238E27FC236}">
                  <a16:creationId xmlns:a16="http://schemas.microsoft.com/office/drawing/2014/main" id="{F0A19687-2269-8597-7243-925A5973D5D3}"/>
                </a:ext>
              </a:extLst>
            </p:cNvPr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>
              <a:extLst>
                <a:ext uri="{FF2B5EF4-FFF2-40B4-BE49-F238E27FC236}">
                  <a16:creationId xmlns:a16="http://schemas.microsoft.com/office/drawing/2014/main" id="{7E8933BF-4B91-4127-FB64-389D2C691D82}"/>
                </a:ext>
              </a:extLst>
            </p:cNvPr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>
              <a:extLst>
                <a:ext uri="{FF2B5EF4-FFF2-40B4-BE49-F238E27FC236}">
                  <a16:creationId xmlns:a16="http://schemas.microsoft.com/office/drawing/2014/main" id="{89CADCB8-E415-3088-BCF2-DA66954ABD4E}"/>
                </a:ext>
              </a:extLst>
            </p:cNvPr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>
              <a:extLst>
                <a:ext uri="{FF2B5EF4-FFF2-40B4-BE49-F238E27FC236}">
                  <a16:creationId xmlns:a16="http://schemas.microsoft.com/office/drawing/2014/main" id="{9A93CBFD-C676-872A-FD91-1607A494606E}"/>
                </a:ext>
              </a:extLst>
            </p:cNvPr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>
              <a:extLst>
                <a:ext uri="{FF2B5EF4-FFF2-40B4-BE49-F238E27FC236}">
                  <a16:creationId xmlns:a16="http://schemas.microsoft.com/office/drawing/2014/main" id="{A641020B-19E8-0762-E06C-FA77F9B473AC}"/>
                </a:ext>
              </a:extLst>
            </p:cNvPr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>
              <a:extLst>
                <a:ext uri="{FF2B5EF4-FFF2-40B4-BE49-F238E27FC236}">
                  <a16:creationId xmlns:a16="http://schemas.microsoft.com/office/drawing/2014/main" id="{CB05F406-B4BB-A49E-ED60-CFA04A7E7E83}"/>
                </a:ext>
              </a:extLst>
            </p:cNvPr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>
              <a:extLst>
                <a:ext uri="{FF2B5EF4-FFF2-40B4-BE49-F238E27FC236}">
                  <a16:creationId xmlns:a16="http://schemas.microsoft.com/office/drawing/2014/main" id="{82C85A90-B16B-2EF0-3984-84A0C7A6A494}"/>
                </a:ext>
              </a:extLst>
            </p:cNvPr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>
              <a:extLst>
                <a:ext uri="{FF2B5EF4-FFF2-40B4-BE49-F238E27FC236}">
                  <a16:creationId xmlns:a16="http://schemas.microsoft.com/office/drawing/2014/main" id="{1B8AF316-5FD0-727C-E50B-48BACD0FEB59}"/>
                </a:ext>
              </a:extLst>
            </p:cNvPr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>
              <a:extLst>
                <a:ext uri="{FF2B5EF4-FFF2-40B4-BE49-F238E27FC236}">
                  <a16:creationId xmlns:a16="http://schemas.microsoft.com/office/drawing/2014/main" id="{551D827A-A2A0-B778-DB80-1C8DED3EECE2}"/>
                </a:ext>
              </a:extLst>
            </p:cNvPr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>
              <a:extLst>
                <a:ext uri="{FF2B5EF4-FFF2-40B4-BE49-F238E27FC236}">
                  <a16:creationId xmlns:a16="http://schemas.microsoft.com/office/drawing/2014/main" id="{388E9141-5F67-2E1E-2D8A-2C6160FFF254}"/>
                </a:ext>
              </a:extLst>
            </p:cNvPr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>
              <a:extLst>
                <a:ext uri="{FF2B5EF4-FFF2-40B4-BE49-F238E27FC236}">
                  <a16:creationId xmlns:a16="http://schemas.microsoft.com/office/drawing/2014/main" id="{2D673D67-1E24-AC9A-6B86-5249925B88A0}"/>
                </a:ext>
              </a:extLst>
            </p:cNvPr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>
              <a:extLst>
                <a:ext uri="{FF2B5EF4-FFF2-40B4-BE49-F238E27FC236}">
                  <a16:creationId xmlns:a16="http://schemas.microsoft.com/office/drawing/2014/main" id="{EEE4CF73-59D0-874C-D5E9-4FD1402456AE}"/>
                </a:ext>
              </a:extLst>
            </p:cNvPr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>
              <a:extLst>
                <a:ext uri="{FF2B5EF4-FFF2-40B4-BE49-F238E27FC236}">
                  <a16:creationId xmlns:a16="http://schemas.microsoft.com/office/drawing/2014/main" id="{9049AEA0-64DE-0A2A-BA03-547D438DDC41}"/>
                </a:ext>
              </a:extLst>
            </p:cNvPr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>
              <a:extLst>
                <a:ext uri="{FF2B5EF4-FFF2-40B4-BE49-F238E27FC236}">
                  <a16:creationId xmlns:a16="http://schemas.microsoft.com/office/drawing/2014/main" id="{DC417B25-9A49-E5E1-D4FB-78781FBD7C4B}"/>
                </a:ext>
              </a:extLst>
            </p:cNvPr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>
              <a:extLst>
                <a:ext uri="{FF2B5EF4-FFF2-40B4-BE49-F238E27FC236}">
                  <a16:creationId xmlns:a16="http://schemas.microsoft.com/office/drawing/2014/main" id="{F29745D2-1315-B397-1CDA-A0463F3F9341}"/>
                </a:ext>
              </a:extLst>
            </p:cNvPr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>
              <a:extLst>
                <a:ext uri="{FF2B5EF4-FFF2-40B4-BE49-F238E27FC236}">
                  <a16:creationId xmlns:a16="http://schemas.microsoft.com/office/drawing/2014/main" id="{A3AD9F1F-3A05-C932-1E9A-9324746BBE5F}"/>
                </a:ext>
              </a:extLst>
            </p:cNvPr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>
              <a:extLst>
                <a:ext uri="{FF2B5EF4-FFF2-40B4-BE49-F238E27FC236}">
                  <a16:creationId xmlns:a16="http://schemas.microsoft.com/office/drawing/2014/main" id="{6DB856EC-3EF3-03A9-8B6C-9423446F8D1C}"/>
                </a:ext>
              </a:extLst>
            </p:cNvPr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>
              <a:extLst>
                <a:ext uri="{FF2B5EF4-FFF2-40B4-BE49-F238E27FC236}">
                  <a16:creationId xmlns:a16="http://schemas.microsoft.com/office/drawing/2014/main" id="{D4E56CE5-AD39-9493-2E16-6F5AC4292DB8}"/>
                </a:ext>
              </a:extLst>
            </p:cNvPr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>
              <a:extLst>
                <a:ext uri="{FF2B5EF4-FFF2-40B4-BE49-F238E27FC236}">
                  <a16:creationId xmlns:a16="http://schemas.microsoft.com/office/drawing/2014/main" id="{1A348024-EB74-6F66-8163-6C83E1F0F328}"/>
                </a:ext>
              </a:extLst>
            </p:cNvPr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>
              <a:extLst>
                <a:ext uri="{FF2B5EF4-FFF2-40B4-BE49-F238E27FC236}">
                  <a16:creationId xmlns:a16="http://schemas.microsoft.com/office/drawing/2014/main" id="{81255E3C-7497-DFA5-B62E-1D157D2EB53D}"/>
                </a:ext>
              </a:extLst>
            </p:cNvPr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>
              <a:extLst>
                <a:ext uri="{FF2B5EF4-FFF2-40B4-BE49-F238E27FC236}">
                  <a16:creationId xmlns:a16="http://schemas.microsoft.com/office/drawing/2014/main" id="{A2A621E7-28EC-B160-286C-5F729C7AF164}"/>
                </a:ext>
              </a:extLst>
            </p:cNvPr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>
              <a:extLst>
                <a:ext uri="{FF2B5EF4-FFF2-40B4-BE49-F238E27FC236}">
                  <a16:creationId xmlns:a16="http://schemas.microsoft.com/office/drawing/2014/main" id="{3A5AB5CE-C9A3-D114-EB3D-AB38FFA25D36}"/>
                </a:ext>
              </a:extLst>
            </p:cNvPr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>
              <a:extLst>
                <a:ext uri="{FF2B5EF4-FFF2-40B4-BE49-F238E27FC236}">
                  <a16:creationId xmlns:a16="http://schemas.microsoft.com/office/drawing/2014/main" id="{DB5DEBEB-7261-9378-DA70-24138993F0AF}"/>
                </a:ext>
              </a:extLst>
            </p:cNvPr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>
              <a:extLst>
                <a:ext uri="{FF2B5EF4-FFF2-40B4-BE49-F238E27FC236}">
                  <a16:creationId xmlns:a16="http://schemas.microsoft.com/office/drawing/2014/main" id="{C1D86BB0-CA11-A2C6-9ADA-8DCA776ADECC}"/>
                </a:ext>
              </a:extLst>
            </p:cNvPr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>
              <a:extLst>
                <a:ext uri="{FF2B5EF4-FFF2-40B4-BE49-F238E27FC236}">
                  <a16:creationId xmlns:a16="http://schemas.microsoft.com/office/drawing/2014/main" id="{F20DA0C0-B299-B2D3-06B4-3F8F5DA6A2E3}"/>
                </a:ext>
              </a:extLst>
            </p:cNvPr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>
              <a:extLst>
                <a:ext uri="{FF2B5EF4-FFF2-40B4-BE49-F238E27FC236}">
                  <a16:creationId xmlns:a16="http://schemas.microsoft.com/office/drawing/2014/main" id="{DC7530F9-D412-6F3D-0283-9DC877671D80}"/>
                </a:ext>
              </a:extLst>
            </p:cNvPr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>
              <a:extLst>
                <a:ext uri="{FF2B5EF4-FFF2-40B4-BE49-F238E27FC236}">
                  <a16:creationId xmlns:a16="http://schemas.microsoft.com/office/drawing/2014/main" id="{D079C4C2-980B-CD5F-9D4C-09E84D3F1A83}"/>
                </a:ext>
              </a:extLst>
            </p:cNvPr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>
              <a:extLst>
                <a:ext uri="{FF2B5EF4-FFF2-40B4-BE49-F238E27FC236}">
                  <a16:creationId xmlns:a16="http://schemas.microsoft.com/office/drawing/2014/main" id="{9DF19FBC-AD41-4B7B-7F5D-C77702611AAE}"/>
                </a:ext>
              </a:extLst>
            </p:cNvPr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>
              <a:extLst>
                <a:ext uri="{FF2B5EF4-FFF2-40B4-BE49-F238E27FC236}">
                  <a16:creationId xmlns:a16="http://schemas.microsoft.com/office/drawing/2014/main" id="{34091C7F-5D7F-C4D6-960E-94C53D7500B6}"/>
                </a:ext>
              </a:extLst>
            </p:cNvPr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>
              <a:extLst>
                <a:ext uri="{FF2B5EF4-FFF2-40B4-BE49-F238E27FC236}">
                  <a16:creationId xmlns:a16="http://schemas.microsoft.com/office/drawing/2014/main" id="{A3E7B693-157D-459C-07BD-88A54A3A7DEE}"/>
                </a:ext>
              </a:extLst>
            </p:cNvPr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>
              <a:extLst>
                <a:ext uri="{FF2B5EF4-FFF2-40B4-BE49-F238E27FC236}">
                  <a16:creationId xmlns:a16="http://schemas.microsoft.com/office/drawing/2014/main" id="{C479061C-03AE-1A59-420D-0DEE8664A3BD}"/>
                </a:ext>
              </a:extLst>
            </p:cNvPr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>
              <a:extLst>
                <a:ext uri="{FF2B5EF4-FFF2-40B4-BE49-F238E27FC236}">
                  <a16:creationId xmlns:a16="http://schemas.microsoft.com/office/drawing/2014/main" id="{4616F7A2-2121-F1DF-A20E-AE50888B9F5B}"/>
                </a:ext>
              </a:extLst>
            </p:cNvPr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>
              <a:extLst>
                <a:ext uri="{FF2B5EF4-FFF2-40B4-BE49-F238E27FC236}">
                  <a16:creationId xmlns:a16="http://schemas.microsoft.com/office/drawing/2014/main" id="{0E01F3D0-CCBE-282D-E2BA-AF9513981F4D}"/>
                </a:ext>
              </a:extLst>
            </p:cNvPr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>
              <a:extLst>
                <a:ext uri="{FF2B5EF4-FFF2-40B4-BE49-F238E27FC236}">
                  <a16:creationId xmlns:a16="http://schemas.microsoft.com/office/drawing/2014/main" id="{E63D4F75-688E-775E-DA28-E4FDAF8952D2}"/>
                </a:ext>
              </a:extLst>
            </p:cNvPr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>
              <a:extLst>
                <a:ext uri="{FF2B5EF4-FFF2-40B4-BE49-F238E27FC236}">
                  <a16:creationId xmlns:a16="http://schemas.microsoft.com/office/drawing/2014/main" id="{79804394-C297-AB99-4D98-7D9B67A2F740}"/>
                </a:ext>
              </a:extLst>
            </p:cNvPr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>
              <a:extLst>
                <a:ext uri="{FF2B5EF4-FFF2-40B4-BE49-F238E27FC236}">
                  <a16:creationId xmlns:a16="http://schemas.microsoft.com/office/drawing/2014/main" id="{C8FEBF50-E9EE-AF8B-B3B4-734CA751AA22}"/>
                </a:ext>
              </a:extLst>
            </p:cNvPr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>
              <a:extLst>
                <a:ext uri="{FF2B5EF4-FFF2-40B4-BE49-F238E27FC236}">
                  <a16:creationId xmlns:a16="http://schemas.microsoft.com/office/drawing/2014/main" id="{9EA0BFB0-0327-C58D-BB33-0F9618A277B7}"/>
                </a:ext>
              </a:extLst>
            </p:cNvPr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>
              <a:extLst>
                <a:ext uri="{FF2B5EF4-FFF2-40B4-BE49-F238E27FC236}">
                  <a16:creationId xmlns:a16="http://schemas.microsoft.com/office/drawing/2014/main" id="{8FEFDAE8-DA5F-12DC-4508-9EBB1E3210F7}"/>
                </a:ext>
              </a:extLst>
            </p:cNvPr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>
              <a:extLst>
                <a:ext uri="{FF2B5EF4-FFF2-40B4-BE49-F238E27FC236}">
                  <a16:creationId xmlns:a16="http://schemas.microsoft.com/office/drawing/2014/main" id="{F4D5EDBB-C276-0725-7536-F394C0F4DB6C}"/>
                </a:ext>
              </a:extLst>
            </p:cNvPr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>
              <a:extLst>
                <a:ext uri="{FF2B5EF4-FFF2-40B4-BE49-F238E27FC236}">
                  <a16:creationId xmlns:a16="http://schemas.microsoft.com/office/drawing/2014/main" id="{1A79375A-9E4B-AD01-4641-098705C81F5B}"/>
                </a:ext>
              </a:extLst>
            </p:cNvPr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>
              <a:extLst>
                <a:ext uri="{FF2B5EF4-FFF2-40B4-BE49-F238E27FC236}">
                  <a16:creationId xmlns:a16="http://schemas.microsoft.com/office/drawing/2014/main" id="{F64BBEEE-2F7B-5DBD-DCAE-6F68A5FC75C8}"/>
                </a:ext>
              </a:extLst>
            </p:cNvPr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>
              <a:extLst>
                <a:ext uri="{FF2B5EF4-FFF2-40B4-BE49-F238E27FC236}">
                  <a16:creationId xmlns:a16="http://schemas.microsoft.com/office/drawing/2014/main" id="{8DB7FB73-7CC8-3400-BF90-DDB8ED21A396}"/>
                </a:ext>
              </a:extLst>
            </p:cNvPr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1377;p28">
            <a:extLst>
              <a:ext uri="{FF2B5EF4-FFF2-40B4-BE49-F238E27FC236}">
                <a16:creationId xmlns:a16="http://schemas.microsoft.com/office/drawing/2014/main" id="{421B2604-4ED5-BE3C-2E39-64579C1EAFC8}"/>
              </a:ext>
            </a:extLst>
          </p:cNvPr>
          <p:cNvSpPr/>
          <p:nvPr/>
        </p:nvSpPr>
        <p:spPr>
          <a:xfrm>
            <a:off x="2869052" y="2383953"/>
            <a:ext cx="172213" cy="6889"/>
          </a:xfrm>
          <a:custGeom>
            <a:avLst/>
            <a:gdLst/>
            <a:ahLst/>
            <a:cxnLst/>
            <a:rect l="l" t="t" r="r" b="b"/>
            <a:pathLst>
              <a:path w="3025" h="121" extrusionOk="0">
                <a:moveTo>
                  <a:pt x="56" y="0"/>
                </a:moveTo>
                <a:cubicBezTo>
                  <a:pt x="29" y="0"/>
                  <a:pt x="1" y="28"/>
                  <a:pt x="1" y="56"/>
                </a:cubicBezTo>
                <a:cubicBezTo>
                  <a:pt x="1" y="93"/>
                  <a:pt x="29" y="121"/>
                  <a:pt x="56" y="121"/>
                </a:cubicBezTo>
                <a:lnTo>
                  <a:pt x="2960" y="121"/>
                </a:lnTo>
                <a:cubicBezTo>
                  <a:pt x="2997" y="121"/>
                  <a:pt x="3025" y="93"/>
                  <a:pt x="3025" y="56"/>
                </a:cubicBezTo>
                <a:cubicBezTo>
                  <a:pt x="3025" y="28"/>
                  <a:pt x="2997" y="0"/>
                  <a:pt x="29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377;p28">
            <a:extLst>
              <a:ext uri="{FF2B5EF4-FFF2-40B4-BE49-F238E27FC236}">
                <a16:creationId xmlns:a16="http://schemas.microsoft.com/office/drawing/2014/main" id="{7682FCA6-6CD4-69BF-19DD-B6FD8D359B43}"/>
              </a:ext>
            </a:extLst>
          </p:cNvPr>
          <p:cNvSpPr/>
          <p:nvPr/>
        </p:nvSpPr>
        <p:spPr>
          <a:xfrm>
            <a:off x="3021452" y="2536353"/>
            <a:ext cx="172213" cy="6889"/>
          </a:xfrm>
          <a:custGeom>
            <a:avLst/>
            <a:gdLst/>
            <a:ahLst/>
            <a:cxnLst/>
            <a:rect l="l" t="t" r="r" b="b"/>
            <a:pathLst>
              <a:path w="3025" h="121" extrusionOk="0">
                <a:moveTo>
                  <a:pt x="56" y="0"/>
                </a:moveTo>
                <a:cubicBezTo>
                  <a:pt x="29" y="0"/>
                  <a:pt x="1" y="28"/>
                  <a:pt x="1" y="56"/>
                </a:cubicBezTo>
                <a:cubicBezTo>
                  <a:pt x="1" y="93"/>
                  <a:pt x="29" y="121"/>
                  <a:pt x="56" y="121"/>
                </a:cubicBezTo>
                <a:lnTo>
                  <a:pt x="2960" y="121"/>
                </a:lnTo>
                <a:cubicBezTo>
                  <a:pt x="2997" y="121"/>
                  <a:pt x="3025" y="93"/>
                  <a:pt x="3025" y="56"/>
                </a:cubicBezTo>
                <a:cubicBezTo>
                  <a:pt x="3025" y="28"/>
                  <a:pt x="2997" y="0"/>
                  <a:pt x="29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377;p28">
            <a:extLst>
              <a:ext uri="{FF2B5EF4-FFF2-40B4-BE49-F238E27FC236}">
                <a16:creationId xmlns:a16="http://schemas.microsoft.com/office/drawing/2014/main" id="{2037A2A7-A614-853A-62A0-E34CA186AF5E}"/>
              </a:ext>
            </a:extLst>
          </p:cNvPr>
          <p:cNvSpPr/>
          <p:nvPr/>
        </p:nvSpPr>
        <p:spPr>
          <a:xfrm>
            <a:off x="3173852" y="2688753"/>
            <a:ext cx="172213" cy="6889"/>
          </a:xfrm>
          <a:custGeom>
            <a:avLst/>
            <a:gdLst/>
            <a:ahLst/>
            <a:cxnLst/>
            <a:rect l="l" t="t" r="r" b="b"/>
            <a:pathLst>
              <a:path w="3025" h="121" extrusionOk="0">
                <a:moveTo>
                  <a:pt x="56" y="0"/>
                </a:moveTo>
                <a:cubicBezTo>
                  <a:pt x="29" y="0"/>
                  <a:pt x="1" y="28"/>
                  <a:pt x="1" y="56"/>
                </a:cubicBezTo>
                <a:cubicBezTo>
                  <a:pt x="1" y="93"/>
                  <a:pt x="29" y="121"/>
                  <a:pt x="56" y="121"/>
                </a:cubicBezTo>
                <a:lnTo>
                  <a:pt x="2960" y="121"/>
                </a:lnTo>
                <a:cubicBezTo>
                  <a:pt x="2997" y="121"/>
                  <a:pt x="3025" y="93"/>
                  <a:pt x="3025" y="56"/>
                </a:cubicBezTo>
                <a:cubicBezTo>
                  <a:pt x="3025" y="28"/>
                  <a:pt x="2997" y="0"/>
                  <a:pt x="29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5" name="TextBox 1494">
            <a:extLst>
              <a:ext uri="{FF2B5EF4-FFF2-40B4-BE49-F238E27FC236}">
                <a16:creationId xmlns:a16="http://schemas.microsoft.com/office/drawing/2014/main" id="{D400E7F2-0B35-AB56-31A8-5A0C9E73F5BF}"/>
              </a:ext>
            </a:extLst>
          </p:cNvPr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911017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D12D131-BC2D-7578-A89B-58F574CDC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15" y="640014"/>
            <a:ext cx="7710900" cy="572700"/>
          </a:xfrm>
        </p:spPr>
        <p:txBody>
          <a:bodyPr/>
          <a:lstStyle/>
          <a:p>
            <a:r>
              <a:rPr lang="en-US" dirty="0"/>
              <a:t>Conclusion</a:t>
            </a:r>
            <a:br>
              <a:rPr lang="en-US" dirty="0"/>
            </a:br>
            <a:endParaRPr lang="en-US" dirty="0"/>
          </a:p>
        </p:txBody>
      </p:sp>
      <p:pic>
        <p:nvPicPr>
          <p:cNvPr id="14" name="Google Shape;1865;p36">
            <a:extLst>
              <a:ext uri="{FF2B5EF4-FFF2-40B4-BE49-F238E27FC236}">
                <a16:creationId xmlns:a16="http://schemas.microsoft.com/office/drawing/2014/main" id="{297F0AFE-6E9F-1286-B396-9D59B957101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0741" r="10741"/>
          <a:stretch/>
        </p:blipFill>
        <p:spPr>
          <a:xfrm>
            <a:off x="7177859" y="983651"/>
            <a:ext cx="1664599" cy="317619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5" name="TextBox 14"/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25A964-663F-2735-6114-3249E979D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318" y="1388561"/>
            <a:ext cx="635622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full manual, automation, and API testing workflow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Gained real project experience similar to industry QA teams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Understood how tools like Selenium and Postman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in real cases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collaboration and documentation skills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delivered a complete testing project</a:t>
            </a:r>
          </a:p>
        </p:txBody>
      </p:sp>
    </p:spTree>
    <p:extLst>
      <p:ext uri="{BB962C8B-B14F-4D97-AF65-F5344CB8AC3E}">
        <p14:creationId xmlns:p14="http://schemas.microsoft.com/office/powerpoint/2010/main" val="40972930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>
          <a:extLst>
            <a:ext uri="{FF2B5EF4-FFF2-40B4-BE49-F238E27FC236}">
              <a16:creationId xmlns:a16="http://schemas.microsoft.com/office/drawing/2014/main" id="{BF2C12E8-97DA-3C81-62D4-524BC21A1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8" name="Google Shape;1598;p30">
            <a:extLst>
              <a:ext uri="{FF2B5EF4-FFF2-40B4-BE49-F238E27FC236}">
                <a16:creationId xmlns:a16="http://schemas.microsoft.com/office/drawing/2014/main" id="{91D9C935-B367-56D0-8483-D088DB04F2F7}"/>
              </a:ext>
            </a:extLst>
          </p:cNvPr>
          <p:cNvGrpSpPr/>
          <p:nvPr/>
        </p:nvGrpSpPr>
        <p:grpSpPr>
          <a:xfrm>
            <a:off x="7814889" y="900912"/>
            <a:ext cx="887675" cy="801288"/>
            <a:chOff x="6544194" y="2365864"/>
            <a:chExt cx="529544" cy="478038"/>
          </a:xfrm>
        </p:grpSpPr>
        <p:sp>
          <p:nvSpPr>
            <p:cNvPr id="1599" name="Google Shape;1599;p30">
              <a:extLst>
                <a:ext uri="{FF2B5EF4-FFF2-40B4-BE49-F238E27FC236}">
                  <a16:creationId xmlns:a16="http://schemas.microsoft.com/office/drawing/2014/main" id="{9E0C3F93-4DAA-46FC-22AB-52875A3E6E1D}"/>
                </a:ext>
              </a:extLst>
            </p:cNvPr>
            <p:cNvSpPr/>
            <p:nvPr/>
          </p:nvSpPr>
          <p:spPr>
            <a:xfrm>
              <a:off x="6546068" y="2488273"/>
              <a:ext cx="190780" cy="188197"/>
            </a:xfrm>
            <a:custGeom>
              <a:avLst/>
              <a:gdLst/>
              <a:ahLst/>
              <a:cxnLst/>
              <a:rect l="l" t="t" r="r" b="b"/>
              <a:pathLst>
                <a:path w="3767" h="3716" extrusionOk="0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0">
              <a:extLst>
                <a:ext uri="{FF2B5EF4-FFF2-40B4-BE49-F238E27FC236}">
                  <a16:creationId xmlns:a16="http://schemas.microsoft.com/office/drawing/2014/main" id="{0C84655D-8B1A-A3CB-302A-E5F9DEBCAB35}"/>
                </a:ext>
              </a:extLst>
            </p:cNvPr>
            <p:cNvSpPr/>
            <p:nvPr/>
          </p:nvSpPr>
          <p:spPr>
            <a:xfrm>
              <a:off x="6544194" y="2485487"/>
              <a:ext cx="195490" cy="193515"/>
            </a:xfrm>
            <a:custGeom>
              <a:avLst/>
              <a:gdLst/>
              <a:ahLst/>
              <a:cxnLst/>
              <a:rect l="l" t="t" r="r" b="b"/>
              <a:pathLst>
                <a:path w="3860" h="3821" extrusionOk="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0">
              <a:extLst>
                <a:ext uri="{FF2B5EF4-FFF2-40B4-BE49-F238E27FC236}">
                  <a16:creationId xmlns:a16="http://schemas.microsoft.com/office/drawing/2014/main" id="{01596426-E4E0-03B9-E488-E1DAA1E7D722}"/>
                </a:ext>
              </a:extLst>
            </p:cNvPr>
            <p:cNvSpPr/>
            <p:nvPr/>
          </p:nvSpPr>
          <p:spPr>
            <a:xfrm>
              <a:off x="6726465" y="2372093"/>
              <a:ext cx="344892" cy="340385"/>
            </a:xfrm>
            <a:custGeom>
              <a:avLst/>
              <a:gdLst/>
              <a:ahLst/>
              <a:cxnLst/>
              <a:rect l="l" t="t" r="r" b="b"/>
              <a:pathLst>
                <a:path w="6810" h="6721" extrusionOk="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0">
              <a:extLst>
                <a:ext uri="{FF2B5EF4-FFF2-40B4-BE49-F238E27FC236}">
                  <a16:creationId xmlns:a16="http://schemas.microsoft.com/office/drawing/2014/main" id="{A37C2BED-1832-42B1-81F7-43A884B97607}"/>
                </a:ext>
              </a:extLst>
            </p:cNvPr>
            <p:cNvSpPr/>
            <p:nvPr/>
          </p:nvSpPr>
          <p:spPr>
            <a:xfrm>
              <a:off x="6723680" y="2369611"/>
              <a:ext cx="350058" cy="345551"/>
            </a:xfrm>
            <a:custGeom>
              <a:avLst/>
              <a:gdLst/>
              <a:ahLst/>
              <a:cxnLst/>
              <a:rect l="l" t="t" r="r" b="b"/>
              <a:pathLst>
                <a:path w="6912" h="6823" extrusionOk="0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0">
              <a:extLst>
                <a:ext uri="{FF2B5EF4-FFF2-40B4-BE49-F238E27FC236}">
                  <a16:creationId xmlns:a16="http://schemas.microsoft.com/office/drawing/2014/main" id="{D933BC18-3ADF-2B05-EA36-DF4BA87185FB}"/>
                </a:ext>
              </a:extLst>
            </p:cNvPr>
            <p:cNvSpPr/>
            <p:nvPr/>
          </p:nvSpPr>
          <p:spPr>
            <a:xfrm>
              <a:off x="6714260" y="2368295"/>
              <a:ext cx="344437" cy="340436"/>
            </a:xfrm>
            <a:custGeom>
              <a:avLst/>
              <a:gdLst/>
              <a:ahLst/>
              <a:cxnLst/>
              <a:rect l="l" t="t" r="r" b="b"/>
              <a:pathLst>
                <a:path w="6801" h="6722" extrusionOk="0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0">
              <a:extLst>
                <a:ext uri="{FF2B5EF4-FFF2-40B4-BE49-F238E27FC236}">
                  <a16:creationId xmlns:a16="http://schemas.microsoft.com/office/drawing/2014/main" id="{6B96B87E-5060-B7B1-1D06-EF5E30106E54}"/>
                </a:ext>
              </a:extLst>
            </p:cNvPr>
            <p:cNvSpPr/>
            <p:nvPr/>
          </p:nvSpPr>
          <p:spPr>
            <a:xfrm>
              <a:off x="6711474" y="2365864"/>
              <a:ext cx="348640" cy="345551"/>
            </a:xfrm>
            <a:custGeom>
              <a:avLst/>
              <a:gdLst/>
              <a:ahLst/>
              <a:cxnLst/>
              <a:rect l="l" t="t" r="r" b="b"/>
              <a:pathLst>
                <a:path w="6884" h="6823" extrusionOk="0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0">
              <a:extLst>
                <a:ext uri="{FF2B5EF4-FFF2-40B4-BE49-F238E27FC236}">
                  <a16:creationId xmlns:a16="http://schemas.microsoft.com/office/drawing/2014/main" id="{0A87E0FE-BCED-C7E2-8B46-D594AE35A1C1}"/>
                </a:ext>
              </a:extLst>
            </p:cNvPr>
            <p:cNvSpPr/>
            <p:nvPr/>
          </p:nvSpPr>
          <p:spPr>
            <a:xfrm>
              <a:off x="6650396" y="2651907"/>
              <a:ext cx="191691" cy="189463"/>
            </a:xfrm>
            <a:custGeom>
              <a:avLst/>
              <a:gdLst/>
              <a:ahLst/>
              <a:cxnLst/>
              <a:rect l="l" t="t" r="r" b="b"/>
              <a:pathLst>
                <a:path w="3785" h="3741" extrusionOk="0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0">
              <a:extLst>
                <a:ext uri="{FF2B5EF4-FFF2-40B4-BE49-F238E27FC236}">
                  <a16:creationId xmlns:a16="http://schemas.microsoft.com/office/drawing/2014/main" id="{39625353-63CE-CA27-96DA-D383458DEC5C}"/>
                </a:ext>
              </a:extLst>
            </p:cNvPr>
            <p:cNvSpPr/>
            <p:nvPr/>
          </p:nvSpPr>
          <p:spPr>
            <a:xfrm>
              <a:off x="6647104" y="2648969"/>
              <a:ext cx="197364" cy="194933"/>
            </a:xfrm>
            <a:custGeom>
              <a:avLst/>
              <a:gdLst/>
              <a:ahLst/>
              <a:cxnLst/>
              <a:rect l="l" t="t" r="r" b="b"/>
              <a:pathLst>
                <a:path w="3897" h="3849" extrusionOk="0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0">
              <a:extLst>
                <a:ext uri="{FF2B5EF4-FFF2-40B4-BE49-F238E27FC236}">
                  <a16:creationId xmlns:a16="http://schemas.microsoft.com/office/drawing/2014/main" id="{B86CE725-2093-5F54-74CC-03DD33768241}"/>
                </a:ext>
              </a:extLst>
            </p:cNvPr>
            <p:cNvSpPr/>
            <p:nvPr/>
          </p:nvSpPr>
          <p:spPr>
            <a:xfrm>
              <a:off x="6548904" y="2480423"/>
              <a:ext cx="190780" cy="188501"/>
            </a:xfrm>
            <a:custGeom>
              <a:avLst/>
              <a:gdLst/>
              <a:ahLst/>
              <a:cxnLst/>
              <a:rect l="l" t="t" r="r" b="b"/>
              <a:pathLst>
                <a:path w="3767" h="3722" extrusionOk="0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0">
              <a:extLst>
                <a:ext uri="{FF2B5EF4-FFF2-40B4-BE49-F238E27FC236}">
                  <a16:creationId xmlns:a16="http://schemas.microsoft.com/office/drawing/2014/main" id="{57BF3522-046E-026F-33FE-A2739B54CB3B}"/>
                </a:ext>
              </a:extLst>
            </p:cNvPr>
            <p:cNvSpPr/>
            <p:nvPr/>
          </p:nvSpPr>
          <p:spPr>
            <a:xfrm>
              <a:off x="6546068" y="2477941"/>
              <a:ext cx="196452" cy="193565"/>
            </a:xfrm>
            <a:custGeom>
              <a:avLst/>
              <a:gdLst/>
              <a:ahLst/>
              <a:cxnLst/>
              <a:rect l="l" t="t" r="r" b="b"/>
              <a:pathLst>
                <a:path w="3879" h="3822" extrusionOk="0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2124;p43">
            <a:extLst>
              <a:ext uri="{FF2B5EF4-FFF2-40B4-BE49-F238E27FC236}">
                <a16:creationId xmlns:a16="http://schemas.microsoft.com/office/drawing/2014/main" id="{FAB24ADB-F27D-8FFC-587A-0609AF61A771}"/>
              </a:ext>
            </a:extLst>
          </p:cNvPr>
          <p:cNvGrpSpPr/>
          <p:nvPr/>
        </p:nvGrpSpPr>
        <p:grpSpPr>
          <a:xfrm>
            <a:off x="713188" y="1198193"/>
            <a:ext cx="2994401" cy="2992970"/>
            <a:chOff x="699850" y="2299150"/>
            <a:chExt cx="1046225" cy="1045725"/>
          </a:xfrm>
        </p:grpSpPr>
        <p:sp>
          <p:nvSpPr>
            <p:cNvPr id="10" name="Google Shape;2125;p43">
              <a:extLst>
                <a:ext uri="{FF2B5EF4-FFF2-40B4-BE49-F238E27FC236}">
                  <a16:creationId xmlns:a16="http://schemas.microsoft.com/office/drawing/2014/main" id="{E4BF8A84-6C0A-0D98-2A27-70F9C5686B02}"/>
                </a:ext>
              </a:extLst>
            </p:cNvPr>
            <p:cNvSpPr/>
            <p:nvPr/>
          </p:nvSpPr>
          <p:spPr>
            <a:xfrm>
              <a:off x="1178075" y="2506950"/>
              <a:ext cx="225225" cy="137075"/>
            </a:xfrm>
            <a:custGeom>
              <a:avLst/>
              <a:gdLst/>
              <a:ahLst/>
              <a:cxnLst/>
              <a:rect l="l" t="t" r="r" b="b"/>
              <a:pathLst>
                <a:path w="9009" h="5483" extrusionOk="0">
                  <a:moveTo>
                    <a:pt x="8489" y="0"/>
                  </a:moveTo>
                  <a:cubicBezTo>
                    <a:pt x="8452" y="0"/>
                    <a:pt x="8433" y="28"/>
                    <a:pt x="8433" y="56"/>
                  </a:cubicBezTo>
                  <a:cubicBezTo>
                    <a:pt x="8433" y="93"/>
                    <a:pt x="8452" y="121"/>
                    <a:pt x="8489" y="121"/>
                  </a:cubicBezTo>
                  <a:lnTo>
                    <a:pt x="8952" y="121"/>
                  </a:lnTo>
                  <a:cubicBezTo>
                    <a:pt x="8980" y="121"/>
                    <a:pt x="9008" y="93"/>
                    <a:pt x="9008" y="56"/>
                  </a:cubicBezTo>
                  <a:cubicBezTo>
                    <a:pt x="9008" y="28"/>
                    <a:pt x="8980" y="0"/>
                    <a:pt x="8952" y="0"/>
                  </a:cubicBezTo>
                  <a:close/>
                  <a:moveTo>
                    <a:pt x="8058" y="117"/>
                  </a:moveTo>
                  <a:cubicBezTo>
                    <a:pt x="8042" y="117"/>
                    <a:pt x="8026" y="124"/>
                    <a:pt x="8016" y="140"/>
                  </a:cubicBezTo>
                  <a:cubicBezTo>
                    <a:pt x="7969" y="204"/>
                    <a:pt x="7951" y="269"/>
                    <a:pt x="7951" y="344"/>
                  </a:cubicBezTo>
                  <a:lnTo>
                    <a:pt x="7951" y="631"/>
                  </a:lnTo>
                  <a:cubicBezTo>
                    <a:pt x="7951" y="659"/>
                    <a:pt x="7978" y="687"/>
                    <a:pt x="8006" y="687"/>
                  </a:cubicBezTo>
                  <a:cubicBezTo>
                    <a:pt x="8043" y="687"/>
                    <a:pt x="8071" y="659"/>
                    <a:pt x="8071" y="631"/>
                  </a:cubicBezTo>
                  <a:lnTo>
                    <a:pt x="8071" y="344"/>
                  </a:lnTo>
                  <a:cubicBezTo>
                    <a:pt x="8071" y="297"/>
                    <a:pt x="8080" y="251"/>
                    <a:pt x="8108" y="214"/>
                  </a:cubicBezTo>
                  <a:cubicBezTo>
                    <a:pt x="8127" y="186"/>
                    <a:pt x="8118" y="149"/>
                    <a:pt x="8099" y="130"/>
                  </a:cubicBezTo>
                  <a:cubicBezTo>
                    <a:pt x="8086" y="122"/>
                    <a:pt x="8072" y="117"/>
                    <a:pt x="8058" y="117"/>
                  </a:cubicBezTo>
                  <a:close/>
                  <a:moveTo>
                    <a:pt x="8006" y="1039"/>
                  </a:moveTo>
                  <a:cubicBezTo>
                    <a:pt x="7978" y="1039"/>
                    <a:pt x="7951" y="1058"/>
                    <a:pt x="7951" y="1095"/>
                  </a:cubicBezTo>
                  <a:lnTo>
                    <a:pt x="7951" y="1559"/>
                  </a:lnTo>
                  <a:cubicBezTo>
                    <a:pt x="7951" y="1587"/>
                    <a:pt x="7978" y="1614"/>
                    <a:pt x="8006" y="1614"/>
                  </a:cubicBezTo>
                  <a:cubicBezTo>
                    <a:pt x="8043" y="1614"/>
                    <a:pt x="8071" y="1587"/>
                    <a:pt x="8071" y="1559"/>
                  </a:cubicBezTo>
                  <a:lnTo>
                    <a:pt x="8071" y="1095"/>
                  </a:lnTo>
                  <a:cubicBezTo>
                    <a:pt x="8071" y="1058"/>
                    <a:pt x="8043" y="1039"/>
                    <a:pt x="8006" y="1039"/>
                  </a:cubicBezTo>
                  <a:close/>
                  <a:moveTo>
                    <a:pt x="8006" y="1967"/>
                  </a:moveTo>
                  <a:cubicBezTo>
                    <a:pt x="7978" y="1967"/>
                    <a:pt x="7951" y="1986"/>
                    <a:pt x="7951" y="2023"/>
                  </a:cubicBezTo>
                  <a:lnTo>
                    <a:pt x="7951" y="2486"/>
                  </a:lnTo>
                  <a:cubicBezTo>
                    <a:pt x="7951" y="2514"/>
                    <a:pt x="7978" y="2542"/>
                    <a:pt x="8006" y="2542"/>
                  </a:cubicBezTo>
                  <a:cubicBezTo>
                    <a:pt x="8043" y="2542"/>
                    <a:pt x="8071" y="2514"/>
                    <a:pt x="8071" y="2486"/>
                  </a:cubicBezTo>
                  <a:lnTo>
                    <a:pt x="8071" y="2023"/>
                  </a:lnTo>
                  <a:cubicBezTo>
                    <a:pt x="8071" y="1986"/>
                    <a:pt x="8043" y="1967"/>
                    <a:pt x="8006" y="1967"/>
                  </a:cubicBezTo>
                  <a:close/>
                  <a:moveTo>
                    <a:pt x="8006" y="2895"/>
                  </a:moveTo>
                  <a:cubicBezTo>
                    <a:pt x="7978" y="2895"/>
                    <a:pt x="7951" y="2913"/>
                    <a:pt x="7951" y="2950"/>
                  </a:cubicBezTo>
                  <a:lnTo>
                    <a:pt x="7951" y="3414"/>
                  </a:lnTo>
                  <a:cubicBezTo>
                    <a:pt x="7951" y="3442"/>
                    <a:pt x="7978" y="3470"/>
                    <a:pt x="8006" y="3470"/>
                  </a:cubicBezTo>
                  <a:cubicBezTo>
                    <a:pt x="8043" y="3470"/>
                    <a:pt x="8071" y="3442"/>
                    <a:pt x="8071" y="3414"/>
                  </a:cubicBezTo>
                  <a:lnTo>
                    <a:pt x="8071" y="2950"/>
                  </a:lnTo>
                  <a:cubicBezTo>
                    <a:pt x="8071" y="2913"/>
                    <a:pt x="8043" y="2895"/>
                    <a:pt x="8006" y="2895"/>
                  </a:cubicBezTo>
                  <a:close/>
                  <a:moveTo>
                    <a:pt x="8006" y="3822"/>
                  </a:moveTo>
                  <a:cubicBezTo>
                    <a:pt x="7978" y="3822"/>
                    <a:pt x="7951" y="3841"/>
                    <a:pt x="7951" y="3878"/>
                  </a:cubicBezTo>
                  <a:lnTo>
                    <a:pt x="7951" y="4342"/>
                  </a:lnTo>
                  <a:cubicBezTo>
                    <a:pt x="7951" y="4370"/>
                    <a:pt x="7978" y="4397"/>
                    <a:pt x="8006" y="4397"/>
                  </a:cubicBezTo>
                  <a:cubicBezTo>
                    <a:pt x="8043" y="4397"/>
                    <a:pt x="8071" y="4370"/>
                    <a:pt x="8071" y="4342"/>
                  </a:cubicBezTo>
                  <a:lnTo>
                    <a:pt x="8071" y="3878"/>
                  </a:lnTo>
                  <a:cubicBezTo>
                    <a:pt x="8071" y="3841"/>
                    <a:pt x="8043" y="3822"/>
                    <a:pt x="8006" y="3822"/>
                  </a:cubicBezTo>
                  <a:close/>
                  <a:moveTo>
                    <a:pt x="56" y="3952"/>
                  </a:moveTo>
                  <a:cubicBezTo>
                    <a:pt x="28" y="3952"/>
                    <a:pt x="0" y="3980"/>
                    <a:pt x="0" y="4017"/>
                  </a:cubicBezTo>
                  <a:lnTo>
                    <a:pt x="0" y="4481"/>
                  </a:lnTo>
                  <a:cubicBezTo>
                    <a:pt x="0" y="4509"/>
                    <a:pt x="28" y="4537"/>
                    <a:pt x="56" y="4537"/>
                  </a:cubicBezTo>
                  <a:cubicBezTo>
                    <a:pt x="93" y="4537"/>
                    <a:pt x="121" y="4509"/>
                    <a:pt x="121" y="4481"/>
                  </a:cubicBezTo>
                  <a:lnTo>
                    <a:pt x="121" y="4017"/>
                  </a:lnTo>
                  <a:cubicBezTo>
                    <a:pt x="121" y="3980"/>
                    <a:pt x="93" y="3952"/>
                    <a:pt x="56" y="3952"/>
                  </a:cubicBezTo>
                  <a:close/>
                  <a:moveTo>
                    <a:pt x="8006" y="4750"/>
                  </a:moveTo>
                  <a:cubicBezTo>
                    <a:pt x="7978" y="4750"/>
                    <a:pt x="7951" y="4769"/>
                    <a:pt x="7951" y="4806"/>
                  </a:cubicBezTo>
                  <a:lnTo>
                    <a:pt x="7951" y="5140"/>
                  </a:lnTo>
                  <a:cubicBezTo>
                    <a:pt x="7951" y="5177"/>
                    <a:pt x="7941" y="5205"/>
                    <a:pt x="7932" y="5242"/>
                  </a:cubicBezTo>
                  <a:cubicBezTo>
                    <a:pt x="7913" y="5269"/>
                    <a:pt x="7932" y="5307"/>
                    <a:pt x="7960" y="5316"/>
                  </a:cubicBezTo>
                  <a:cubicBezTo>
                    <a:pt x="7969" y="5316"/>
                    <a:pt x="7978" y="5325"/>
                    <a:pt x="7978" y="5325"/>
                  </a:cubicBezTo>
                  <a:cubicBezTo>
                    <a:pt x="8006" y="5325"/>
                    <a:pt x="8025" y="5307"/>
                    <a:pt x="8034" y="5288"/>
                  </a:cubicBezTo>
                  <a:cubicBezTo>
                    <a:pt x="8053" y="5242"/>
                    <a:pt x="8071" y="5195"/>
                    <a:pt x="8071" y="5140"/>
                  </a:cubicBezTo>
                  <a:lnTo>
                    <a:pt x="8071" y="4806"/>
                  </a:lnTo>
                  <a:cubicBezTo>
                    <a:pt x="8071" y="4769"/>
                    <a:pt x="8043" y="4750"/>
                    <a:pt x="8006" y="4750"/>
                  </a:cubicBezTo>
                  <a:close/>
                  <a:moveTo>
                    <a:pt x="65" y="4880"/>
                  </a:moveTo>
                  <a:cubicBezTo>
                    <a:pt x="28" y="4880"/>
                    <a:pt x="0" y="4908"/>
                    <a:pt x="0" y="4945"/>
                  </a:cubicBezTo>
                  <a:lnTo>
                    <a:pt x="0" y="5140"/>
                  </a:lnTo>
                  <a:cubicBezTo>
                    <a:pt x="0" y="5251"/>
                    <a:pt x="56" y="5353"/>
                    <a:pt x="140" y="5418"/>
                  </a:cubicBezTo>
                  <a:cubicBezTo>
                    <a:pt x="149" y="5427"/>
                    <a:pt x="158" y="5427"/>
                    <a:pt x="177" y="5427"/>
                  </a:cubicBezTo>
                  <a:cubicBezTo>
                    <a:pt x="195" y="5427"/>
                    <a:pt x="205" y="5418"/>
                    <a:pt x="223" y="5399"/>
                  </a:cubicBezTo>
                  <a:cubicBezTo>
                    <a:pt x="242" y="5381"/>
                    <a:pt x="232" y="5344"/>
                    <a:pt x="205" y="5325"/>
                  </a:cubicBezTo>
                  <a:cubicBezTo>
                    <a:pt x="149" y="5279"/>
                    <a:pt x="121" y="5214"/>
                    <a:pt x="121" y="5140"/>
                  </a:cubicBezTo>
                  <a:lnTo>
                    <a:pt x="121" y="4945"/>
                  </a:lnTo>
                  <a:cubicBezTo>
                    <a:pt x="121" y="4908"/>
                    <a:pt x="93" y="4880"/>
                    <a:pt x="65" y="4880"/>
                  </a:cubicBezTo>
                  <a:close/>
                  <a:moveTo>
                    <a:pt x="622" y="5372"/>
                  </a:moveTo>
                  <a:cubicBezTo>
                    <a:pt x="594" y="5372"/>
                    <a:pt x="566" y="5390"/>
                    <a:pt x="566" y="5427"/>
                  </a:cubicBezTo>
                  <a:cubicBezTo>
                    <a:pt x="566" y="5455"/>
                    <a:pt x="594" y="5483"/>
                    <a:pt x="622" y="5483"/>
                  </a:cubicBezTo>
                  <a:lnTo>
                    <a:pt x="1086" y="5483"/>
                  </a:lnTo>
                  <a:cubicBezTo>
                    <a:pt x="1123" y="5483"/>
                    <a:pt x="1151" y="5455"/>
                    <a:pt x="1151" y="5427"/>
                  </a:cubicBezTo>
                  <a:cubicBezTo>
                    <a:pt x="1151" y="5390"/>
                    <a:pt x="1123" y="5372"/>
                    <a:pt x="1086" y="5372"/>
                  </a:cubicBezTo>
                  <a:close/>
                  <a:moveTo>
                    <a:pt x="1550" y="5372"/>
                  </a:moveTo>
                  <a:cubicBezTo>
                    <a:pt x="1522" y="5372"/>
                    <a:pt x="1494" y="5390"/>
                    <a:pt x="1494" y="5427"/>
                  </a:cubicBezTo>
                  <a:cubicBezTo>
                    <a:pt x="1494" y="5455"/>
                    <a:pt x="1522" y="5483"/>
                    <a:pt x="1550" y="5483"/>
                  </a:cubicBezTo>
                  <a:lnTo>
                    <a:pt x="2013" y="5483"/>
                  </a:lnTo>
                  <a:cubicBezTo>
                    <a:pt x="2051" y="5483"/>
                    <a:pt x="2078" y="5455"/>
                    <a:pt x="2078" y="5427"/>
                  </a:cubicBezTo>
                  <a:cubicBezTo>
                    <a:pt x="2078" y="5390"/>
                    <a:pt x="2051" y="5372"/>
                    <a:pt x="2013" y="5372"/>
                  </a:cubicBezTo>
                  <a:close/>
                  <a:moveTo>
                    <a:pt x="2477" y="5372"/>
                  </a:moveTo>
                  <a:cubicBezTo>
                    <a:pt x="2449" y="5372"/>
                    <a:pt x="2422" y="5390"/>
                    <a:pt x="2422" y="5427"/>
                  </a:cubicBezTo>
                  <a:cubicBezTo>
                    <a:pt x="2422" y="5455"/>
                    <a:pt x="2449" y="5483"/>
                    <a:pt x="2477" y="5483"/>
                  </a:cubicBezTo>
                  <a:lnTo>
                    <a:pt x="2941" y="5483"/>
                  </a:lnTo>
                  <a:cubicBezTo>
                    <a:pt x="2978" y="5483"/>
                    <a:pt x="3006" y="5455"/>
                    <a:pt x="3006" y="5427"/>
                  </a:cubicBezTo>
                  <a:cubicBezTo>
                    <a:pt x="3006" y="5390"/>
                    <a:pt x="2978" y="5372"/>
                    <a:pt x="2941" y="5372"/>
                  </a:cubicBezTo>
                  <a:close/>
                  <a:moveTo>
                    <a:pt x="3405" y="5372"/>
                  </a:moveTo>
                  <a:cubicBezTo>
                    <a:pt x="3377" y="5372"/>
                    <a:pt x="3349" y="5390"/>
                    <a:pt x="3349" y="5427"/>
                  </a:cubicBezTo>
                  <a:cubicBezTo>
                    <a:pt x="3349" y="5455"/>
                    <a:pt x="3377" y="5483"/>
                    <a:pt x="3405" y="5483"/>
                  </a:cubicBezTo>
                  <a:lnTo>
                    <a:pt x="3869" y="5483"/>
                  </a:lnTo>
                  <a:cubicBezTo>
                    <a:pt x="3906" y="5483"/>
                    <a:pt x="3934" y="5455"/>
                    <a:pt x="3934" y="5427"/>
                  </a:cubicBezTo>
                  <a:cubicBezTo>
                    <a:pt x="3934" y="5390"/>
                    <a:pt x="3906" y="5372"/>
                    <a:pt x="3869" y="5372"/>
                  </a:cubicBezTo>
                  <a:close/>
                  <a:moveTo>
                    <a:pt x="4333" y="5372"/>
                  </a:moveTo>
                  <a:cubicBezTo>
                    <a:pt x="4305" y="5372"/>
                    <a:pt x="4277" y="5390"/>
                    <a:pt x="4277" y="5427"/>
                  </a:cubicBezTo>
                  <a:cubicBezTo>
                    <a:pt x="4277" y="5455"/>
                    <a:pt x="4305" y="5483"/>
                    <a:pt x="4333" y="5483"/>
                  </a:cubicBezTo>
                  <a:lnTo>
                    <a:pt x="4796" y="5483"/>
                  </a:lnTo>
                  <a:cubicBezTo>
                    <a:pt x="4834" y="5483"/>
                    <a:pt x="4861" y="5455"/>
                    <a:pt x="4861" y="5427"/>
                  </a:cubicBezTo>
                  <a:cubicBezTo>
                    <a:pt x="4861" y="5390"/>
                    <a:pt x="4834" y="5372"/>
                    <a:pt x="4796" y="5372"/>
                  </a:cubicBezTo>
                  <a:close/>
                  <a:moveTo>
                    <a:pt x="5260" y="5372"/>
                  </a:moveTo>
                  <a:cubicBezTo>
                    <a:pt x="5232" y="5372"/>
                    <a:pt x="5205" y="5390"/>
                    <a:pt x="5205" y="5427"/>
                  </a:cubicBezTo>
                  <a:cubicBezTo>
                    <a:pt x="5205" y="5455"/>
                    <a:pt x="5232" y="5483"/>
                    <a:pt x="5260" y="5483"/>
                  </a:cubicBezTo>
                  <a:lnTo>
                    <a:pt x="5724" y="5483"/>
                  </a:lnTo>
                  <a:cubicBezTo>
                    <a:pt x="5761" y="5483"/>
                    <a:pt x="5789" y="5455"/>
                    <a:pt x="5789" y="5427"/>
                  </a:cubicBezTo>
                  <a:cubicBezTo>
                    <a:pt x="5789" y="5390"/>
                    <a:pt x="5761" y="5372"/>
                    <a:pt x="5724" y="5372"/>
                  </a:cubicBezTo>
                  <a:close/>
                  <a:moveTo>
                    <a:pt x="6188" y="5372"/>
                  </a:moveTo>
                  <a:cubicBezTo>
                    <a:pt x="6160" y="5372"/>
                    <a:pt x="6132" y="5390"/>
                    <a:pt x="6132" y="5427"/>
                  </a:cubicBezTo>
                  <a:cubicBezTo>
                    <a:pt x="6132" y="5455"/>
                    <a:pt x="6160" y="5483"/>
                    <a:pt x="6188" y="5483"/>
                  </a:cubicBezTo>
                  <a:lnTo>
                    <a:pt x="6652" y="5483"/>
                  </a:lnTo>
                  <a:cubicBezTo>
                    <a:pt x="6689" y="5483"/>
                    <a:pt x="6717" y="5455"/>
                    <a:pt x="6717" y="5427"/>
                  </a:cubicBezTo>
                  <a:cubicBezTo>
                    <a:pt x="6717" y="5390"/>
                    <a:pt x="6689" y="5372"/>
                    <a:pt x="6652" y="5372"/>
                  </a:cubicBezTo>
                  <a:close/>
                  <a:moveTo>
                    <a:pt x="7116" y="5372"/>
                  </a:moveTo>
                  <a:cubicBezTo>
                    <a:pt x="7088" y="5372"/>
                    <a:pt x="7060" y="5390"/>
                    <a:pt x="7060" y="5427"/>
                  </a:cubicBezTo>
                  <a:cubicBezTo>
                    <a:pt x="7060" y="5455"/>
                    <a:pt x="7088" y="5483"/>
                    <a:pt x="7116" y="5483"/>
                  </a:cubicBezTo>
                  <a:lnTo>
                    <a:pt x="7580" y="5483"/>
                  </a:lnTo>
                  <a:cubicBezTo>
                    <a:pt x="7617" y="5483"/>
                    <a:pt x="7644" y="5455"/>
                    <a:pt x="7644" y="5427"/>
                  </a:cubicBezTo>
                  <a:cubicBezTo>
                    <a:pt x="7644" y="5390"/>
                    <a:pt x="7617" y="5372"/>
                    <a:pt x="7580" y="53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126;p43">
              <a:extLst>
                <a:ext uri="{FF2B5EF4-FFF2-40B4-BE49-F238E27FC236}">
                  <a16:creationId xmlns:a16="http://schemas.microsoft.com/office/drawing/2014/main" id="{ECF9EAD3-2DD0-FC92-25FB-5FAC5D38ACCE}"/>
                </a:ext>
              </a:extLst>
            </p:cNvPr>
            <p:cNvSpPr/>
            <p:nvPr/>
          </p:nvSpPr>
          <p:spPr>
            <a:xfrm>
              <a:off x="1106400" y="2607825"/>
              <a:ext cx="3050" cy="52450"/>
            </a:xfrm>
            <a:custGeom>
              <a:avLst/>
              <a:gdLst/>
              <a:ahLst/>
              <a:cxnLst/>
              <a:rect l="l" t="t" r="r" b="b"/>
              <a:pathLst>
                <a:path w="122" h="2098" extrusionOk="0">
                  <a:moveTo>
                    <a:pt x="66" y="1"/>
                  </a:moveTo>
                  <a:cubicBezTo>
                    <a:pt x="29" y="1"/>
                    <a:pt x="1" y="29"/>
                    <a:pt x="1" y="56"/>
                  </a:cubicBezTo>
                  <a:lnTo>
                    <a:pt x="1" y="520"/>
                  </a:lnTo>
                  <a:cubicBezTo>
                    <a:pt x="1" y="557"/>
                    <a:pt x="29" y="585"/>
                    <a:pt x="66" y="585"/>
                  </a:cubicBezTo>
                  <a:cubicBezTo>
                    <a:pt x="94" y="585"/>
                    <a:pt x="122" y="557"/>
                    <a:pt x="122" y="520"/>
                  </a:cubicBezTo>
                  <a:lnTo>
                    <a:pt x="122" y="56"/>
                  </a:lnTo>
                  <a:cubicBezTo>
                    <a:pt x="122" y="2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56"/>
                    <a:pt x="1" y="984"/>
                  </a:cubicBezTo>
                  <a:lnTo>
                    <a:pt x="1" y="1448"/>
                  </a:lnTo>
                  <a:cubicBezTo>
                    <a:pt x="1" y="1485"/>
                    <a:pt x="29" y="1513"/>
                    <a:pt x="66" y="1513"/>
                  </a:cubicBezTo>
                  <a:cubicBezTo>
                    <a:pt x="94" y="1513"/>
                    <a:pt x="122" y="1485"/>
                    <a:pt x="122" y="1448"/>
                  </a:cubicBezTo>
                  <a:lnTo>
                    <a:pt x="122" y="984"/>
                  </a:lnTo>
                  <a:cubicBezTo>
                    <a:pt x="122" y="956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84"/>
                    <a:pt x="1" y="1912"/>
                  </a:cubicBezTo>
                  <a:lnTo>
                    <a:pt x="1" y="2032"/>
                  </a:lnTo>
                  <a:cubicBezTo>
                    <a:pt x="1" y="2069"/>
                    <a:pt x="29" y="2097"/>
                    <a:pt x="66" y="2097"/>
                  </a:cubicBezTo>
                  <a:cubicBezTo>
                    <a:pt x="94" y="2097"/>
                    <a:pt x="122" y="2069"/>
                    <a:pt x="122" y="2032"/>
                  </a:cubicBezTo>
                  <a:lnTo>
                    <a:pt x="122" y="1912"/>
                  </a:lnTo>
                  <a:cubicBezTo>
                    <a:pt x="122" y="1884"/>
                    <a:pt x="94" y="1856"/>
                    <a:pt x="66" y="18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127;p43">
              <a:extLst>
                <a:ext uri="{FF2B5EF4-FFF2-40B4-BE49-F238E27FC236}">
                  <a16:creationId xmlns:a16="http://schemas.microsoft.com/office/drawing/2014/main" id="{B405FD6E-C3B1-69F3-1308-1BDB73DFE2C4}"/>
                </a:ext>
              </a:extLst>
            </p:cNvPr>
            <p:cNvSpPr/>
            <p:nvPr/>
          </p:nvSpPr>
          <p:spPr>
            <a:xfrm>
              <a:off x="874500" y="2607825"/>
              <a:ext cx="159350" cy="393350"/>
            </a:xfrm>
            <a:custGeom>
              <a:avLst/>
              <a:gdLst/>
              <a:ahLst/>
              <a:cxnLst/>
              <a:rect l="l" t="t" r="r" b="b"/>
              <a:pathLst>
                <a:path w="6374" h="15734" extrusionOk="0">
                  <a:moveTo>
                    <a:pt x="6308" y="1"/>
                  </a:moveTo>
                  <a:cubicBezTo>
                    <a:pt x="6281" y="1"/>
                    <a:pt x="6253" y="29"/>
                    <a:pt x="6253" y="56"/>
                  </a:cubicBezTo>
                  <a:lnTo>
                    <a:pt x="6253" y="520"/>
                  </a:lnTo>
                  <a:cubicBezTo>
                    <a:pt x="6253" y="557"/>
                    <a:pt x="6281" y="585"/>
                    <a:pt x="6308" y="585"/>
                  </a:cubicBezTo>
                  <a:cubicBezTo>
                    <a:pt x="6346" y="585"/>
                    <a:pt x="6373" y="557"/>
                    <a:pt x="6373" y="520"/>
                  </a:cubicBezTo>
                  <a:lnTo>
                    <a:pt x="6373" y="56"/>
                  </a:lnTo>
                  <a:cubicBezTo>
                    <a:pt x="6373" y="29"/>
                    <a:pt x="6346" y="1"/>
                    <a:pt x="6308" y="1"/>
                  </a:cubicBezTo>
                  <a:close/>
                  <a:moveTo>
                    <a:pt x="1373" y="1086"/>
                  </a:moveTo>
                  <a:cubicBezTo>
                    <a:pt x="1336" y="1086"/>
                    <a:pt x="1318" y="1114"/>
                    <a:pt x="1318" y="1151"/>
                  </a:cubicBezTo>
                  <a:cubicBezTo>
                    <a:pt x="1318" y="1179"/>
                    <a:pt x="1336" y="1207"/>
                    <a:pt x="1373" y="1207"/>
                  </a:cubicBezTo>
                  <a:lnTo>
                    <a:pt x="1837" y="1207"/>
                  </a:lnTo>
                  <a:cubicBezTo>
                    <a:pt x="1865" y="1207"/>
                    <a:pt x="1893" y="1179"/>
                    <a:pt x="1893" y="1151"/>
                  </a:cubicBezTo>
                  <a:cubicBezTo>
                    <a:pt x="1893" y="1114"/>
                    <a:pt x="1865" y="1086"/>
                    <a:pt x="1837" y="1086"/>
                  </a:cubicBezTo>
                  <a:close/>
                  <a:moveTo>
                    <a:pt x="2301" y="1086"/>
                  </a:moveTo>
                  <a:cubicBezTo>
                    <a:pt x="2264" y="1086"/>
                    <a:pt x="2245" y="1114"/>
                    <a:pt x="2245" y="1151"/>
                  </a:cubicBezTo>
                  <a:cubicBezTo>
                    <a:pt x="2245" y="1179"/>
                    <a:pt x="2264" y="1207"/>
                    <a:pt x="2301" y="1207"/>
                  </a:cubicBezTo>
                  <a:lnTo>
                    <a:pt x="2765" y="1207"/>
                  </a:lnTo>
                  <a:cubicBezTo>
                    <a:pt x="2793" y="1207"/>
                    <a:pt x="2820" y="1179"/>
                    <a:pt x="2820" y="1151"/>
                  </a:cubicBezTo>
                  <a:cubicBezTo>
                    <a:pt x="2820" y="1114"/>
                    <a:pt x="2793" y="1086"/>
                    <a:pt x="2765" y="1086"/>
                  </a:cubicBezTo>
                  <a:close/>
                  <a:moveTo>
                    <a:pt x="3229" y="1086"/>
                  </a:moveTo>
                  <a:cubicBezTo>
                    <a:pt x="3191" y="1086"/>
                    <a:pt x="3173" y="1114"/>
                    <a:pt x="3173" y="1151"/>
                  </a:cubicBezTo>
                  <a:cubicBezTo>
                    <a:pt x="3173" y="1179"/>
                    <a:pt x="3191" y="1207"/>
                    <a:pt x="3229" y="1207"/>
                  </a:cubicBezTo>
                  <a:lnTo>
                    <a:pt x="3692" y="1207"/>
                  </a:lnTo>
                  <a:cubicBezTo>
                    <a:pt x="3720" y="1207"/>
                    <a:pt x="3748" y="1179"/>
                    <a:pt x="3748" y="1151"/>
                  </a:cubicBezTo>
                  <a:cubicBezTo>
                    <a:pt x="3748" y="1114"/>
                    <a:pt x="3720" y="1086"/>
                    <a:pt x="3692" y="1086"/>
                  </a:cubicBezTo>
                  <a:close/>
                  <a:moveTo>
                    <a:pt x="4156" y="1086"/>
                  </a:moveTo>
                  <a:cubicBezTo>
                    <a:pt x="4119" y="1086"/>
                    <a:pt x="4091" y="1114"/>
                    <a:pt x="4091" y="1151"/>
                  </a:cubicBezTo>
                  <a:cubicBezTo>
                    <a:pt x="4091" y="1179"/>
                    <a:pt x="4119" y="1207"/>
                    <a:pt x="4156" y="1207"/>
                  </a:cubicBezTo>
                  <a:lnTo>
                    <a:pt x="4620" y="1207"/>
                  </a:lnTo>
                  <a:cubicBezTo>
                    <a:pt x="4648" y="1207"/>
                    <a:pt x="4676" y="1179"/>
                    <a:pt x="4676" y="1151"/>
                  </a:cubicBezTo>
                  <a:cubicBezTo>
                    <a:pt x="4676" y="1114"/>
                    <a:pt x="4648" y="1086"/>
                    <a:pt x="4620" y="1086"/>
                  </a:cubicBezTo>
                  <a:close/>
                  <a:moveTo>
                    <a:pt x="5084" y="1086"/>
                  </a:moveTo>
                  <a:cubicBezTo>
                    <a:pt x="5047" y="1086"/>
                    <a:pt x="5019" y="1114"/>
                    <a:pt x="5019" y="1151"/>
                  </a:cubicBezTo>
                  <a:cubicBezTo>
                    <a:pt x="5019" y="1179"/>
                    <a:pt x="5047" y="1207"/>
                    <a:pt x="5084" y="1207"/>
                  </a:cubicBezTo>
                  <a:lnTo>
                    <a:pt x="5548" y="1207"/>
                  </a:lnTo>
                  <a:cubicBezTo>
                    <a:pt x="5576" y="1207"/>
                    <a:pt x="5603" y="1179"/>
                    <a:pt x="5603" y="1151"/>
                  </a:cubicBezTo>
                  <a:cubicBezTo>
                    <a:pt x="5603" y="1114"/>
                    <a:pt x="5576" y="1086"/>
                    <a:pt x="5548" y="1086"/>
                  </a:cubicBezTo>
                  <a:close/>
                  <a:moveTo>
                    <a:pt x="6308" y="928"/>
                  </a:moveTo>
                  <a:cubicBezTo>
                    <a:pt x="6281" y="928"/>
                    <a:pt x="6253" y="956"/>
                    <a:pt x="6253" y="984"/>
                  </a:cubicBezTo>
                  <a:lnTo>
                    <a:pt x="6253" y="1086"/>
                  </a:lnTo>
                  <a:lnTo>
                    <a:pt x="6012" y="1086"/>
                  </a:lnTo>
                  <a:cubicBezTo>
                    <a:pt x="5974" y="1086"/>
                    <a:pt x="5947" y="1114"/>
                    <a:pt x="5947" y="1151"/>
                  </a:cubicBezTo>
                  <a:cubicBezTo>
                    <a:pt x="5947" y="1179"/>
                    <a:pt x="5974" y="1207"/>
                    <a:pt x="6012" y="1207"/>
                  </a:cubicBezTo>
                  <a:lnTo>
                    <a:pt x="6308" y="1207"/>
                  </a:lnTo>
                  <a:cubicBezTo>
                    <a:pt x="6346" y="1207"/>
                    <a:pt x="6373" y="1179"/>
                    <a:pt x="6373" y="1151"/>
                  </a:cubicBezTo>
                  <a:lnTo>
                    <a:pt x="6373" y="984"/>
                  </a:lnTo>
                  <a:cubicBezTo>
                    <a:pt x="6373" y="956"/>
                    <a:pt x="6346" y="928"/>
                    <a:pt x="6308" y="928"/>
                  </a:cubicBezTo>
                  <a:close/>
                  <a:moveTo>
                    <a:pt x="557" y="1095"/>
                  </a:moveTo>
                  <a:cubicBezTo>
                    <a:pt x="520" y="1095"/>
                    <a:pt x="473" y="1095"/>
                    <a:pt x="427" y="1105"/>
                  </a:cubicBezTo>
                  <a:cubicBezTo>
                    <a:pt x="399" y="1114"/>
                    <a:pt x="381" y="1142"/>
                    <a:pt x="390" y="1179"/>
                  </a:cubicBezTo>
                  <a:cubicBezTo>
                    <a:pt x="399" y="1207"/>
                    <a:pt x="418" y="1216"/>
                    <a:pt x="446" y="1216"/>
                  </a:cubicBezTo>
                  <a:lnTo>
                    <a:pt x="455" y="1216"/>
                  </a:lnTo>
                  <a:cubicBezTo>
                    <a:pt x="492" y="1216"/>
                    <a:pt x="529" y="1207"/>
                    <a:pt x="557" y="1207"/>
                  </a:cubicBezTo>
                  <a:lnTo>
                    <a:pt x="909" y="1207"/>
                  </a:lnTo>
                  <a:cubicBezTo>
                    <a:pt x="937" y="1207"/>
                    <a:pt x="965" y="1179"/>
                    <a:pt x="965" y="1151"/>
                  </a:cubicBezTo>
                  <a:cubicBezTo>
                    <a:pt x="965" y="1114"/>
                    <a:pt x="937" y="1095"/>
                    <a:pt x="909" y="1095"/>
                  </a:cubicBezTo>
                  <a:close/>
                  <a:moveTo>
                    <a:pt x="100" y="1389"/>
                  </a:moveTo>
                  <a:cubicBezTo>
                    <a:pt x="80" y="1389"/>
                    <a:pt x="61" y="1399"/>
                    <a:pt x="47" y="1420"/>
                  </a:cubicBezTo>
                  <a:cubicBezTo>
                    <a:pt x="19" y="1494"/>
                    <a:pt x="0" y="1578"/>
                    <a:pt x="0" y="1652"/>
                  </a:cubicBezTo>
                  <a:lnTo>
                    <a:pt x="0" y="1902"/>
                  </a:lnTo>
                  <a:cubicBezTo>
                    <a:pt x="0" y="1940"/>
                    <a:pt x="28" y="1967"/>
                    <a:pt x="56" y="1967"/>
                  </a:cubicBezTo>
                  <a:cubicBezTo>
                    <a:pt x="93" y="1967"/>
                    <a:pt x="112" y="1940"/>
                    <a:pt x="112" y="1902"/>
                  </a:cubicBezTo>
                  <a:lnTo>
                    <a:pt x="112" y="1652"/>
                  </a:lnTo>
                  <a:cubicBezTo>
                    <a:pt x="112" y="1587"/>
                    <a:pt x="130" y="1531"/>
                    <a:pt x="149" y="1476"/>
                  </a:cubicBezTo>
                  <a:cubicBezTo>
                    <a:pt x="167" y="1448"/>
                    <a:pt x="149" y="1411"/>
                    <a:pt x="121" y="1392"/>
                  </a:cubicBezTo>
                  <a:cubicBezTo>
                    <a:pt x="114" y="1390"/>
                    <a:pt x="107" y="1389"/>
                    <a:pt x="100" y="1389"/>
                  </a:cubicBezTo>
                  <a:close/>
                  <a:moveTo>
                    <a:pt x="56" y="2311"/>
                  </a:moveTo>
                  <a:cubicBezTo>
                    <a:pt x="28" y="2311"/>
                    <a:pt x="0" y="2338"/>
                    <a:pt x="0" y="2366"/>
                  </a:cubicBezTo>
                  <a:lnTo>
                    <a:pt x="0" y="2830"/>
                  </a:lnTo>
                  <a:cubicBezTo>
                    <a:pt x="0" y="2867"/>
                    <a:pt x="28" y="2895"/>
                    <a:pt x="56" y="2895"/>
                  </a:cubicBezTo>
                  <a:cubicBezTo>
                    <a:pt x="93" y="2895"/>
                    <a:pt x="112" y="2867"/>
                    <a:pt x="112" y="2830"/>
                  </a:cubicBezTo>
                  <a:lnTo>
                    <a:pt x="112" y="2366"/>
                  </a:lnTo>
                  <a:cubicBezTo>
                    <a:pt x="112" y="2338"/>
                    <a:pt x="93" y="2311"/>
                    <a:pt x="56" y="2311"/>
                  </a:cubicBezTo>
                  <a:close/>
                  <a:moveTo>
                    <a:pt x="56" y="3238"/>
                  </a:moveTo>
                  <a:cubicBezTo>
                    <a:pt x="28" y="3238"/>
                    <a:pt x="0" y="3266"/>
                    <a:pt x="0" y="3294"/>
                  </a:cubicBezTo>
                  <a:lnTo>
                    <a:pt x="0" y="3758"/>
                  </a:lnTo>
                  <a:cubicBezTo>
                    <a:pt x="0" y="3795"/>
                    <a:pt x="28" y="3823"/>
                    <a:pt x="56" y="3823"/>
                  </a:cubicBezTo>
                  <a:cubicBezTo>
                    <a:pt x="93" y="3823"/>
                    <a:pt x="112" y="3795"/>
                    <a:pt x="112" y="3758"/>
                  </a:cubicBezTo>
                  <a:lnTo>
                    <a:pt x="112" y="3294"/>
                  </a:lnTo>
                  <a:cubicBezTo>
                    <a:pt x="112" y="3266"/>
                    <a:pt x="93" y="3238"/>
                    <a:pt x="56" y="3238"/>
                  </a:cubicBezTo>
                  <a:close/>
                  <a:moveTo>
                    <a:pt x="56" y="4166"/>
                  </a:moveTo>
                  <a:cubicBezTo>
                    <a:pt x="28" y="4166"/>
                    <a:pt x="0" y="4194"/>
                    <a:pt x="0" y="4222"/>
                  </a:cubicBezTo>
                  <a:lnTo>
                    <a:pt x="0" y="4685"/>
                  </a:lnTo>
                  <a:cubicBezTo>
                    <a:pt x="0" y="4723"/>
                    <a:pt x="28" y="4750"/>
                    <a:pt x="56" y="4750"/>
                  </a:cubicBezTo>
                  <a:cubicBezTo>
                    <a:pt x="93" y="4750"/>
                    <a:pt x="112" y="4723"/>
                    <a:pt x="112" y="4685"/>
                  </a:cubicBezTo>
                  <a:lnTo>
                    <a:pt x="112" y="4222"/>
                  </a:lnTo>
                  <a:cubicBezTo>
                    <a:pt x="112" y="4194"/>
                    <a:pt x="93" y="4166"/>
                    <a:pt x="56" y="4166"/>
                  </a:cubicBezTo>
                  <a:close/>
                  <a:moveTo>
                    <a:pt x="56" y="5094"/>
                  </a:moveTo>
                  <a:cubicBezTo>
                    <a:pt x="28" y="5094"/>
                    <a:pt x="0" y="5121"/>
                    <a:pt x="0" y="5149"/>
                  </a:cubicBezTo>
                  <a:lnTo>
                    <a:pt x="0" y="5613"/>
                  </a:lnTo>
                  <a:cubicBezTo>
                    <a:pt x="0" y="5650"/>
                    <a:pt x="28" y="5678"/>
                    <a:pt x="56" y="5678"/>
                  </a:cubicBezTo>
                  <a:cubicBezTo>
                    <a:pt x="93" y="5678"/>
                    <a:pt x="112" y="5650"/>
                    <a:pt x="112" y="5613"/>
                  </a:cubicBezTo>
                  <a:lnTo>
                    <a:pt x="112" y="5149"/>
                  </a:lnTo>
                  <a:cubicBezTo>
                    <a:pt x="112" y="5121"/>
                    <a:pt x="93" y="5094"/>
                    <a:pt x="56" y="5094"/>
                  </a:cubicBezTo>
                  <a:close/>
                  <a:moveTo>
                    <a:pt x="56" y="6021"/>
                  </a:moveTo>
                  <a:cubicBezTo>
                    <a:pt x="28" y="6021"/>
                    <a:pt x="0" y="6049"/>
                    <a:pt x="0" y="6077"/>
                  </a:cubicBezTo>
                  <a:lnTo>
                    <a:pt x="0" y="6541"/>
                  </a:lnTo>
                  <a:cubicBezTo>
                    <a:pt x="0" y="6578"/>
                    <a:pt x="28" y="6606"/>
                    <a:pt x="56" y="6606"/>
                  </a:cubicBezTo>
                  <a:cubicBezTo>
                    <a:pt x="93" y="6606"/>
                    <a:pt x="112" y="6578"/>
                    <a:pt x="112" y="6541"/>
                  </a:cubicBezTo>
                  <a:lnTo>
                    <a:pt x="112" y="6077"/>
                  </a:lnTo>
                  <a:cubicBezTo>
                    <a:pt x="112" y="6049"/>
                    <a:pt x="93" y="6021"/>
                    <a:pt x="56" y="6021"/>
                  </a:cubicBezTo>
                  <a:close/>
                  <a:moveTo>
                    <a:pt x="56" y="6949"/>
                  </a:moveTo>
                  <a:cubicBezTo>
                    <a:pt x="28" y="6949"/>
                    <a:pt x="0" y="6977"/>
                    <a:pt x="0" y="7005"/>
                  </a:cubicBezTo>
                  <a:lnTo>
                    <a:pt x="0" y="7468"/>
                  </a:lnTo>
                  <a:cubicBezTo>
                    <a:pt x="0" y="7506"/>
                    <a:pt x="28" y="7533"/>
                    <a:pt x="56" y="7533"/>
                  </a:cubicBezTo>
                  <a:cubicBezTo>
                    <a:pt x="93" y="7533"/>
                    <a:pt x="112" y="7506"/>
                    <a:pt x="112" y="7468"/>
                  </a:cubicBezTo>
                  <a:lnTo>
                    <a:pt x="112" y="7005"/>
                  </a:lnTo>
                  <a:cubicBezTo>
                    <a:pt x="112" y="6977"/>
                    <a:pt x="93" y="6949"/>
                    <a:pt x="56" y="6949"/>
                  </a:cubicBezTo>
                  <a:close/>
                  <a:moveTo>
                    <a:pt x="56" y="7877"/>
                  </a:moveTo>
                  <a:cubicBezTo>
                    <a:pt x="28" y="7877"/>
                    <a:pt x="0" y="7904"/>
                    <a:pt x="0" y="7932"/>
                  </a:cubicBezTo>
                  <a:lnTo>
                    <a:pt x="0" y="8396"/>
                  </a:lnTo>
                  <a:cubicBezTo>
                    <a:pt x="0" y="8433"/>
                    <a:pt x="28" y="8461"/>
                    <a:pt x="56" y="8461"/>
                  </a:cubicBezTo>
                  <a:cubicBezTo>
                    <a:pt x="93" y="8461"/>
                    <a:pt x="112" y="8433"/>
                    <a:pt x="112" y="8396"/>
                  </a:cubicBezTo>
                  <a:lnTo>
                    <a:pt x="112" y="7932"/>
                  </a:lnTo>
                  <a:cubicBezTo>
                    <a:pt x="112" y="7904"/>
                    <a:pt x="93" y="7877"/>
                    <a:pt x="56" y="7877"/>
                  </a:cubicBezTo>
                  <a:close/>
                  <a:moveTo>
                    <a:pt x="56" y="8804"/>
                  </a:moveTo>
                  <a:cubicBezTo>
                    <a:pt x="28" y="8804"/>
                    <a:pt x="0" y="8832"/>
                    <a:pt x="0" y="8860"/>
                  </a:cubicBezTo>
                  <a:lnTo>
                    <a:pt x="0" y="9324"/>
                  </a:lnTo>
                  <a:cubicBezTo>
                    <a:pt x="0" y="9361"/>
                    <a:pt x="28" y="9389"/>
                    <a:pt x="56" y="9389"/>
                  </a:cubicBezTo>
                  <a:cubicBezTo>
                    <a:pt x="93" y="9389"/>
                    <a:pt x="112" y="9361"/>
                    <a:pt x="112" y="9324"/>
                  </a:cubicBezTo>
                  <a:lnTo>
                    <a:pt x="112" y="8860"/>
                  </a:lnTo>
                  <a:cubicBezTo>
                    <a:pt x="112" y="8832"/>
                    <a:pt x="93" y="8804"/>
                    <a:pt x="56" y="8804"/>
                  </a:cubicBezTo>
                  <a:close/>
                  <a:moveTo>
                    <a:pt x="56" y="9732"/>
                  </a:moveTo>
                  <a:cubicBezTo>
                    <a:pt x="28" y="9732"/>
                    <a:pt x="0" y="9760"/>
                    <a:pt x="0" y="9788"/>
                  </a:cubicBezTo>
                  <a:lnTo>
                    <a:pt x="0" y="10251"/>
                  </a:lnTo>
                  <a:cubicBezTo>
                    <a:pt x="0" y="10288"/>
                    <a:pt x="28" y="10316"/>
                    <a:pt x="56" y="10316"/>
                  </a:cubicBezTo>
                  <a:cubicBezTo>
                    <a:pt x="93" y="10316"/>
                    <a:pt x="112" y="10288"/>
                    <a:pt x="112" y="10251"/>
                  </a:cubicBezTo>
                  <a:lnTo>
                    <a:pt x="112" y="9788"/>
                  </a:lnTo>
                  <a:cubicBezTo>
                    <a:pt x="112" y="9760"/>
                    <a:pt x="93" y="9732"/>
                    <a:pt x="56" y="9732"/>
                  </a:cubicBezTo>
                  <a:close/>
                  <a:moveTo>
                    <a:pt x="56" y="10660"/>
                  </a:moveTo>
                  <a:cubicBezTo>
                    <a:pt x="28" y="10660"/>
                    <a:pt x="0" y="10687"/>
                    <a:pt x="0" y="10715"/>
                  </a:cubicBezTo>
                  <a:lnTo>
                    <a:pt x="0" y="11179"/>
                  </a:lnTo>
                  <a:cubicBezTo>
                    <a:pt x="0" y="11216"/>
                    <a:pt x="28" y="11244"/>
                    <a:pt x="56" y="11244"/>
                  </a:cubicBezTo>
                  <a:cubicBezTo>
                    <a:pt x="93" y="11244"/>
                    <a:pt x="112" y="11216"/>
                    <a:pt x="112" y="11179"/>
                  </a:cubicBezTo>
                  <a:lnTo>
                    <a:pt x="112" y="10715"/>
                  </a:lnTo>
                  <a:cubicBezTo>
                    <a:pt x="112" y="10687"/>
                    <a:pt x="93" y="10660"/>
                    <a:pt x="56" y="10660"/>
                  </a:cubicBezTo>
                  <a:close/>
                  <a:moveTo>
                    <a:pt x="56" y="11587"/>
                  </a:moveTo>
                  <a:cubicBezTo>
                    <a:pt x="28" y="11587"/>
                    <a:pt x="0" y="11615"/>
                    <a:pt x="0" y="11643"/>
                  </a:cubicBezTo>
                  <a:lnTo>
                    <a:pt x="0" y="12107"/>
                  </a:lnTo>
                  <a:cubicBezTo>
                    <a:pt x="0" y="12144"/>
                    <a:pt x="28" y="12172"/>
                    <a:pt x="56" y="12172"/>
                  </a:cubicBezTo>
                  <a:cubicBezTo>
                    <a:pt x="93" y="12172"/>
                    <a:pt x="112" y="12144"/>
                    <a:pt x="112" y="12107"/>
                  </a:cubicBezTo>
                  <a:lnTo>
                    <a:pt x="112" y="11643"/>
                  </a:lnTo>
                  <a:cubicBezTo>
                    <a:pt x="112" y="11615"/>
                    <a:pt x="93" y="11587"/>
                    <a:pt x="56" y="11587"/>
                  </a:cubicBezTo>
                  <a:close/>
                  <a:moveTo>
                    <a:pt x="56" y="12515"/>
                  </a:moveTo>
                  <a:cubicBezTo>
                    <a:pt x="28" y="12515"/>
                    <a:pt x="0" y="12543"/>
                    <a:pt x="0" y="12571"/>
                  </a:cubicBezTo>
                  <a:lnTo>
                    <a:pt x="0" y="13034"/>
                  </a:lnTo>
                  <a:cubicBezTo>
                    <a:pt x="0" y="13071"/>
                    <a:pt x="28" y="13099"/>
                    <a:pt x="56" y="13099"/>
                  </a:cubicBezTo>
                  <a:cubicBezTo>
                    <a:pt x="93" y="13099"/>
                    <a:pt x="112" y="13071"/>
                    <a:pt x="112" y="13034"/>
                  </a:cubicBezTo>
                  <a:lnTo>
                    <a:pt x="112" y="12571"/>
                  </a:lnTo>
                  <a:cubicBezTo>
                    <a:pt x="112" y="12543"/>
                    <a:pt x="93" y="12515"/>
                    <a:pt x="56" y="12515"/>
                  </a:cubicBezTo>
                  <a:close/>
                  <a:moveTo>
                    <a:pt x="56" y="13443"/>
                  </a:moveTo>
                  <a:cubicBezTo>
                    <a:pt x="28" y="13443"/>
                    <a:pt x="0" y="13470"/>
                    <a:pt x="0" y="13498"/>
                  </a:cubicBezTo>
                  <a:lnTo>
                    <a:pt x="0" y="13962"/>
                  </a:lnTo>
                  <a:cubicBezTo>
                    <a:pt x="0" y="13999"/>
                    <a:pt x="28" y="14027"/>
                    <a:pt x="56" y="14027"/>
                  </a:cubicBezTo>
                  <a:cubicBezTo>
                    <a:pt x="93" y="14027"/>
                    <a:pt x="112" y="13999"/>
                    <a:pt x="112" y="13962"/>
                  </a:cubicBezTo>
                  <a:lnTo>
                    <a:pt x="112" y="13498"/>
                  </a:lnTo>
                  <a:cubicBezTo>
                    <a:pt x="112" y="13470"/>
                    <a:pt x="93" y="13443"/>
                    <a:pt x="56" y="13443"/>
                  </a:cubicBezTo>
                  <a:close/>
                  <a:moveTo>
                    <a:pt x="56" y="14370"/>
                  </a:moveTo>
                  <a:cubicBezTo>
                    <a:pt x="28" y="14370"/>
                    <a:pt x="0" y="14398"/>
                    <a:pt x="0" y="14426"/>
                  </a:cubicBezTo>
                  <a:lnTo>
                    <a:pt x="0" y="14890"/>
                  </a:lnTo>
                  <a:cubicBezTo>
                    <a:pt x="0" y="14927"/>
                    <a:pt x="28" y="14955"/>
                    <a:pt x="56" y="14955"/>
                  </a:cubicBezTo>
                  <a:cubicBezTo>
                    <a:pt x="93" y="14955"/>
                    <a:pt x="112" y="14927"/>
                    <a:pt x="112" y="14890"/>
                  </a:cubicBezTo>
                  <a:lnTo>
                    <a:pt x="112" y="14426"/>
                  </a:lnTo>
                  <a:cubicBezTo>
                    <a:pt x="112" y="14398"/>
                    <a:pt x="93" y="14370"/>
                    <a:pt x="56" y="14370"/>
                  </a:cubicBezTo>
                  <a:close/>
                  <a:moveTo>
                    <a:pt x="56" y="15298"/>
                  </a:moveTo>
                  <a:cubicBezTo>
                    <a:pt x="28" y="15298"/>
                    <a:pt x="0" y="15326"/>
                    <a:pt x="0" y="15354"/>
                  </a:cubicBezTo>
                  <a:lnTo>
                    <a:pt x="0" y="15678"/>
                  </a:lnTo>
                  <a:cubicBezTo>
                    <a:pt x="0" y="15706"/>
                    <a:pt x="28" y="15734"/>
                    <a:pt x="56" y="15734"/>
                  </a:cubicBezTo>
                  <a:cubicBezTo>
                    <a:pt x="93" y="15734"/>
                    <a:pt x="112" y="15706"/>
                    <a:pt x="112" y="15678"/>
                  </a:cubicBezTo>
                  <a:lnTo>
                    <a:pt x="112" y="15354"/>
                  </a:lnTo>
                  <a:cubicBezTo>
                    <a:pt x="112" y="15326"/>
                    <a:pt x="93" y="15298"/>
                    <a:pt x="56" y="152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128;p43">
              <a:extLst>
                <a:ext uri="{FF2B5EF4-FFF2-40B4-BE49-F238E27FC236}">
                  <a16:creationId xmlns:a16="http://schemas.microsoft.com/office/drawing/2014/main" id="{B239C824-6A95-6D32-93FA-AB7DAC35E87C}"/>
                </a:ext>
              </a:extLst>
            </p:cNvPr>
            <p:cNvSpPr/>
            <p:nvPr/>
          </p:nvSpPr>
          <p:spPr>
            <a:xfrm>
              <a:off x="699850" y="2962250"/>
              <a:ext cx="191375" cy="190375"/>
            </a:xfrm>
            <a:custGeom>
              <a:avLst/>
              <a:gdLst/>
              <a:ahLst/>
              <a:cxnLst/>
              <a:rect l="l" t="t" r="r" b="b"/>
              <a:pathLst>
                <a:path w="7655" h="7615" extrusionOk="0">
                  <a:moveTo>
                    <a:pt x="3823" y="2123"/>
                  </a:moveTo>
                  <a:cubicBezTo>
                    <a:pt x="4148" y="2123"/>
                    <a:pt x="4472" y="2216"/>
                    <a:pt x="4751" y="2401"/>
                  </a:cubicBezTo>
                  <a:cubicBezTo>
                    <a:pt x="5159" y="2670"/>
                    <a:pt x="5428" y="3106"/>
                    <a:pt x="5493" y="3598"/>
                  </a:cubicBezTo>
                  <a:cubicBezTo>
                    <a:pt x="5585" y="4414"/>
                    <a:pt x="5075" y="5184"/>
                    <a:pt x="4287" y="5407"/>
                  </a:cubicBezTo>
                  <a:cubicBezTo>
                    <a:pt x="4131" y="5452"/>
                    <a:pt x="3973" y="5475"/>
                    <a:pt x="3816" y="5475"/>
                  </a:cubicBezTo>
                  <a:cubicBezTo>
                    <a:pt x="3494" y="5475"/>
                    <a:pt x="3176" y="5380"/>
                    <a:pt x="2895" y="5193"/>
                  </a:cubicBezTo>
                  <a:cubicBezTo>
                    <a:pt x="2487" y="4924"/>
                    <a:pt x="2218" y="4488"/>
                    <a:pt x="2162" y="3997"/>
                  </a:cubicBezTo>
                  <a:cubicBezTo>
                    <a:pt x="2060" y="3190"/>
                    <a:pt x="2580" y="2410"/>
                    <a:pt x="3359" y="2188"/>
                  </a:cubicBezTo>
                  <a:cubicBezTo>
                    <a:pt x="3517" y="2151"/>
                    <a:pt x="3665" y="2123"/>
                    <a:pt x="3823" y="2123"/>
                  </a:cubicBezTo>
                  <a:close/>
                  <a:moveTo>
                    <a:pt x="3825" y="2005"/>
                  </a:moveTo>
                  <a:cubicBezTo>
                    <a:pt x="3657" y="2005"/>
                    <a:pt x="3487" y="2028"/>
                    <a:pt x="3322" y="2076"/>
                  </a:cubicBezTo>
                  <a:cubicBezTo>
                    <a:pt x="2487" y="2318"/>
                    <a:pt x="1940" y="3152"/>
                    <a:pt x="2042" y="4015"/>
                  </a:cubicBezTo>
                  <a:cubicBezTo>
                    <a:pt x="2107" y="4535"/>
                    <a:pt x="2394" y="4999"/>
                    <a:pt x="2830" y="5295"/>
                  </a:cubicBezTo>
                  <a:cubicBezTo>
                    <a:pt x="3127" y="5490"/>
                    <a:pt x="3470" y="5592"/>
                    <a:pt x="3823" y="5592"/>
                  </a:cubicBezTo>
                  <a:cubicBezTo>
                    <a:pt x="3990" y="5592"/>
                    <a:pt x="4157" y="5564"/>
                    <a:pt x="4324" y="5518"/>
                  </a:cubicBezTo>
                  <a:cubicBezTo>
                    <a:pt x="5159" y="5277"/>
                    <a:pt x="5706" y="4451"/>
                    <a:pt x="5604" y="3588"/>
                  </a:cubicBezTo>
                  <a:cubicBezTo>
                    <a:pt x="5539" y="3060"/>
                    <a:pt x="5252" y="2596"/>
                    <a:pt x="4816" y="2308"/>
                  </a:cubicBezTo>
                  <a:cubicBezTo>
                    <a:pt x="4521" y="2108"/>
                    <a:pt x="4175" y="2005"/>
                    <a:pt x="3825" y="2005"/>
                  </a:cubicBezTo>
                  <a:close/>
                  <a:moveTo>
                    <a:pt x="3206" y="117"/>
                  </a:moveTo>
                  <a:cubicBezTo>
                    <a:pt x="3246" y="117"/>
                    <a:pt x="3288" y="137"/>
                    <a:pt x="3303" y="184"/>
                  </a:cubicBezTo>
                  <a:lnTo>
                    <a:pt x="3498" y="805"/>
                  </a:lnTo>
                  <a:cubicBezTo>
                    <a:pt x="3526" y="898"/>
                    <a:pt x="3610" y="954"/>
                    <a:pt x="3702" y="954"/>
                  </a:cubicBezTo>
                  <a:cubicBezTo>
                    <a:pt x="3742" y="952"/>
                    <a:pt x="3783" y="952"/>
                    <a:pt x="3823" y="952"/>
                  </a:cubicBezTo>
                  <a:cubicBezTo>
                    <a:pt x="4024" y="952"/>
                    <a:pt x="4225" y="971"/>
                    <a:pt x="4426" y="1010"/>
                  </a:cubicBezTo>
                  <a:cubicBezTo>
                    <a:pt x="4444" y="1015"/>
                    <a:pt x="4462" y="1018"/>
                    <a:pt x="4480" y="1018"/>
                  </a:cubicBezTo>
                  <a:cubicBezTo>
                    <a:pt x="4553" y="1018"/>
                    <a:pt x="4619" y="975"/>
                    <a:pt x="4649" y="908"/>
                  </a:cubicBezTo>
                  <a:lnTo>
                    <a:pt x="4955" y="323"/>
                  </a:lnTo>
                  <a:cubicBezTo>
                    <a:pt x="4964" y="305"/>
                    <a:pt x="4982" y="286"/>
                    <a:pt x="5010" y="277"/>
                  </a:cubicBezTo>
                  <a:cubicBezTo>
                    <a:pt x="5016" y="274"/>
                    <a:pt x="5022" y="273"/>
                    <a:pt x="5029" y="273"/>
                  </a:cubicBezTo>
                  <a:cubicBezTo>
                    <a:pt x="5044" y="273"/>
                    <a:pt x="5062" y="279"/>
                    <a:pt x="5075" y="286"/>
                  </a:cubicBezTo>
                  <a:lnTo>
                    <a:pt x="5984" y="750"/>
                  </a:lnTo>
                  <a:cubicBezTo>
                    <a:pt x="6003" y="768"/>
                    <a:pt x="6021" y="787"/>
                    <a:pt x="6021" y="805"/>
                  </a:cubicBezTo>
                  <a:cubicBezTo>
                    <a:pt x="6031" y="833"/>
                    <a:pt x="6031" y="852"/>
                    <a:pt x="6021" y="880"/>
                  </a:cubicBezTo>
                  <a:lnTo>
                    <a:pt x="5715" y="1464"/>
                  </a:lnTo>
                  <a:cubicBezTo>
                    <a:pt x="5669" y="1548"/>
                    <a:pt x="5688" y="1650"/>
                    <a:pt x="5762" y="1705"/>
                  </a:cubicBezTo>
                  <a:cubicBezTo>
                    <a:pt x="5938" y="1872"/>
                    <a:pt x="6096" y="2058"/>
                    <a:pt x="6226" y="2262"/>
                  </a:cubicBezTo>
                  <a:cubicBezTo>
                    <a:pt x="6262" y="2319"/>
                    <a:pt x="6331" y="2355"/>
                    <a:pt x="6399" y="2355"/>
                  </a:cubicBezTo>
                  <a:cubicBezTo>
                    <a:pt x="6419" y="2355"/>
                    <a:pt x="6439" y="2352"/>
                    <a:pt x="6457" y="2345"/>
                  </a:cubicBezTo>
                  <a:lnTo>
                    <a:pt x="7088" y="2151"/>
                  </a:lnTo>
                  <a:cubicBezTo>
                    <a:pt x="7098" y="2147"/>
                    <a:pt x="7108" y="2145"/>
                    <a:pt x="7118" y="2145"/>
                  </a:cubicBezTo>
                  <a:cubicBezTo>
                    <a:pt x="7153" y="2145"/>
                    <a:pt x="7185" y="2170"/>
                    <a:pt x="7200" y="2206"/>
                  </a:cubicBezTo>
                  <a:lnTo>
                    <a:pt x="7506" y="3180"/>
                  </a:lnTo>
                  <a:cubicBezTo>
                    <a:pt x="7524" y="3227"/>
                    <a:pt x="7496" y="3282"/>
                    <a:pt x="7450" y="3292"/>
                  </a:cubicBezTo>
                  <a:lnTo>
                    <a:pt x="6819" y="3486"/>
                  </a:lnTo>
                  <a:cubicBezTo>
                    <a:pt x="6736" y="3514"/>
                    <a:pt x="6671" y="3598"/>
                    <a:pt x="6680" y="3691"/>
                  </a:cubicBezTo>
                  <a:cubicBezTo>
                    <a:pt x="6689" y="3941"/>
                    <a:pt x="6662" y="4182"/>
                    <a:pt x="6615" y="4414"/>
                  </a:cubicBezTo>
                  <a:cubicBezTo>
                    <a:pt x="6597" y="4507"/>
                    <a:pt x="6643" y="4600"/>
                    <a:pt x="6717" y="4646"/>
                  </a:cubicBezTo>
                  <a:lnTo>
                    <a:pt x="7302" y="4943"/>
                  </a:lnTo>
                  <a:cubicBezTo>
                    <a:pt x="7348" y="4971"/>
                    <a:pt x="7367" y="5026"/>
                    <a:pt x="7348" y="5073"/>
                  </a:cubicBezTo>
                  <a:lnTo>
                    <a:pt x="6875" y="5973"/>
                  </a:lnTo>
                  <a:cubicBezTo>
                    <a:pt x="6866" y="5991"/>
                    <a:pt x="6847" y="6010"/>
                    <a:pt x="6819" y="6019"/>
                  </a:cubicBezTo>
                  <a:cubicBezTo>
                    <a:pt x="6814" y="6022"/>
                    <a:pt x="6808" y="6023"/>
                    <a:pt x="6801" y="6023"/>
                  </a:cubicBezTo>
                  <a:cubicBezTo>
                    <a:pt x="6785" y="6023"/>
                    <a:pt x="6767" y="6016"/>
                    <a:pt x="6754" y="6010"/>
                  </a:cubicBezTo>
                  <a:lnTo>
                    <a:pt x="6170" y="5713"/>
                  </a:lnTo>
                  <a:cubicBezTo>
                    <a:pt x="6138" y="5695"/>
                    <a:pt x="6104" y="5687"/>
                    <a:pt x="6070" y="5687"/>
                  </a:cubicBezTo>
                  <a:cubicBezTo>
                    <a:pt x="6015" y="5687"/>
                    <a:pt x="5960" y="5710"/>
                    <a:pt x="5919" y="5750"/>
                  </a:cubicBezTo>
                  <a:cubicBezTo>
                    <a:pt x="5752" y="5926"/>
                    <a:pt x="5567" y="6084"/>
                    <a:pt x="5363" y="6214"/>
                  </a:cubicBezTo>
                  <a:cubicBezTo>
                    <a:pt x="5289" y="6269"/>
                    <a:pt x="5252" y="6362"/>
                    <a:pt x="5279" y="6455"/>
                  </a:cubicBezTo>
                  <a:lnTo>
                    <a:pt x="5483" y="7076"/>
                  </a:lnTo>
                  <a:cubicBezTo>
                    <a:pt x="5493" y="7123"/>
                    <a:pt x="5465" y="7179"/>
                    <a:pt x="5418" y="7197"/>
                  </a:cubicBezTo>
                  <a:lnTo>
                    <a:pt x="4454" y="7494"/>
                  </a:lnTo>
                  <a:cubicBezTo>
                    <a:pt x="4442" y="7498"/>
                    <a:pt x="4430" y="7500"/>
                    <a:pt x="4419" y="7500"/>
                  </a:cubicBezTo>
                  <a:cubicBezTo>
                    <a:pt x="4379" y="7500"/>
                    <a:pt x="4348" y="7475"/>
                    <a:pt x="4333" y="7438"/>
                  </a:cubicBezTo>
                  <a:lnTo>
                    <a:pt x="4138" y="6817"/>
                  </a:lnTo>
                  <a:cubicBezTo>
                    <a:pt x="4110" y="6724"/>
                    <a:pt x="4027" y="6668"/>
                    <a:pt x="3943" y="6668"/>
                  </a:cubicBezTo>
                  <a:lnTo>
                    <a:pt x="3934" y="6668"/>
                  </a:lnTo>
                  <a:cubicBezTo>
                    <a:pt x="3895" y="6670"/>
                    <a:pt x="3856" y="6671"/>
                    <a:pt x="3817" y="6671"/>
                  </a:cubicBezTo>
                  <a:cubicBezTo>
                    <a:pt x="3615" y="6671"/>
                    <a:pt x="3413" y="6650"/>
                    <a:pt x="3211" y="6603"/>
                  </a:cubicBezTo>
                  <a:cubicBezTo>
                    <a:pt x="3197" y="6601"/>
                    <a:pt x="3183" y="6599"/>
                    <a:pt x="3170" y="6599"/>
                  </a:cubicBezTo>
                  <a:cubicBezTo>
                    <a:pt x="3092" y="6599"/>
                    <a:pt x="3020" y="6644"/>
                    <a:pt x="2988" y="6715"/>
                  </a:cubicBezTo>
                  <a:lnTo>
                    <a:pt x="2682" y="7299"/>
                  </a:lnTo>
                  <a:cubicBezTo>
                    <a:pt x="2673" y="7318"/>
                    <a:pt x="2645" y="7336"/>
                    <a:pt x="2626" y="7336"/>
                  </a:cubicBezTo>
                  <a:cubicBezTo>
                    <a:pt x="2612" y="7341"/>
                    <a:pt x="2601" y="7343"/>
                    <a:pt x="2589" y="7343"/>
                  </a:cubicBezTo>
                  <a:cubicBezTo>
                    <a:pt x="2578" y="7343"/>
                    <a:pt x="2566" y="7341"/>
                    <a:pt x="2552" y="7336"/>
                  </a:cubicBezTo>
                  <a:lnTo>
                    <a:pt x="1652" y="6863"/>
                  </a:lnTo>
                  <a:cubicBezTo>
                    <a:pt x="1606" y="6845"/>
                    <a:pt x="1587" y="6789"/>
                    <a:pt x="1615" y="6743"/>
                  </a:cubicBezTo>
                  <a:lnTo>
                    <a:pt x="1921" y="6158"/>
                  </a:lnTo>
                  <a:cubicBezTo>
                    <a:pt x="1958" y="6075"/>
                    <a:pt x="1940" y="5973"/>
                    <a:pt x="1875" y="5908"/>
                  </a:cubicBezTo>
                  <a:cubicBezTo>
                    <a:pt x="1699" y="5750"/>
                    <a:pt x="1541" y="5555"/>
                    <a:pt x="1411" y="5360"/>
                  </a:cubicBezTo>
                  <a:cubicBezTo>
                    <a:pt x="1376" y="5298"/>
                    <a:pt x="1310" y="5266"/>
                    <a:pt x="1240" y="5266"/>
                  </a:cubicBezTo>
                  <a:cubicBezTo>
                    <a:pt x="1217" y="5266"/>
                    <a:pt x="1193" y="5270"/>
                    <a:pt x="1170" y="5277"/>
                  </a:cubicBezTo>
                  <a:lnTo>
                    <a:pt x="548" y="5472"/>
                  </a:lnTo>
                  <a:cubicBezTo>
                    <a:pt x="541" y="5473"/>
                    <a:pt x="533" y="5474"/>
                    <a:pt x="525" y="5474"/>
                  </a:cubicBezTo>
                  <a:cubicBezTo>
                    <a:pt x="485" y="5474"/>
                    <a:pt x="445" y="5453"/>
                    <a:pt x="437" y="5407"/>
                  </a:cubicBezTo>
                  <a:lnTo>
                    <a:pt x="131" y="4442"/>
                  </a:lnTo>
                  <a:cubicBezTo>
                    <a:pt x="121" y="4414"/>
                    <a:pt x="121" y="4396"/>
                    <a:pt x="131" y="4368"/>
                  </a:cubicBezTo>
                  <a:cubicBezTo>
                    <a:pt x="149" y="4349"/>
                    <a:pt x="168" y="4331"/>
                    <a:pt x="186" y="4321"/>
                  </a:cubicBezTo>
                  <a:lnTo>
                    <a:pt x="817" y="4127"/>
                  </a:lnTo>
                  <a:cubicBezTo>
                    <a:pt x="901" y="4099"/>
                    <a:pt x="966" y="4015"/>
                    <a:pt x="956" y="3922"/>
                  </a:cubicBezTo>
                  <a:cubicBezTo>
                    <a:pt x="947" y="3681"/>
                    <a:pt x="966" y="3440"/>
                    <a:pt x="1021" y="3199"/>
                  </a:cubicBezTo>
                  <a:cubicBezTo>
                    <a:pt x="1040" y="3115"/>
                    <a:pt x="994" y="3023"/>
                    <a:pt x="910" y="2976"/>
                  </a:cubicBezTo>
                  <a:lnTo>
                    <a:pt x="326" y="2670"/>
                  </a:lnTo>
                  <a:cubicBezTo>
                    <a:pt x="288" y="2652"/>
                    <a:pt x="270" y="2596"/>
                    <a:pt x="288" y="2549"/>
                  </a:cubicBezTo>
                  <a:lnTo>
                    <a:pt x="762" y="1650"/>
                  </a:lnTo>
                  <a:cubicBezTo>
                    <a:pt x="775" y="1615"/>
                    <a:pt x="810" y="1596"/>
                    <a:pt x="845" y="1596"/>
                  </a:cubicBezTo>
                  <a:cubicBezTo>
                    <a:pt x="858" y="1596"/>
                    <a:pt x="870" y="1598"/>
                    <a:pt x="882" y="1603"/>
                  </a:cubicBezTo>
                  <a:lnTo>
                    <a:pt x="1467" y="1909"/>
                  </a:lnTo>
                  <a:cubicBezTo>
                    <a:pt x="1498" y="1927"/>
                    <a:pt x="1532" y="1935"/>
                    <a:pt x="1566" y="1935"/>
                  </a:cubicBezTo>
                  <a:cubicBezTo>
                    <a:pt x="1622" y="1935"/>
                    <a:pt x="1677" y="1913"/>
                    <a:pt x="1717" y="1872"/>
                  </a:cubicBezTo>
                  <a:cubicBezTo>
                    <a:pt x="1875" y="1696"/>
                    <a:pt x="2070" y="1538"/>
                    <a:pt x="2264" y="1399"/>
                  </a:cubicBezTo>
                  <a:cubicBezTo>
                    <a:pt x="2348" y="1353"/>
                    <a:pt x="2385" y="1260"/>
                    <a:pt x="2348" y="1167"/>
                  </a:cubicBezTo>
                  <a:lnTo>
                    <a:pt x="2153" y="546"/>
                  </a:lnTo>
                  <a:cubicBezTo>
                    <a:pt x="2144" y="518"/>
                    <a:pt x="2153" y="490"/>
                    <a:pt x="2162" y="472"/>
                  </a:cubicBezTo>
                  <a:cubicBezTo>
                    <a:pt x="2172" y="453"/>
                    <a:pt x="2190" y="434"/>
                    <a:pt x="2218" y="425"/>
                  </a:cubicBezTo>
                  <a:lnTo>
                    <a:pt x="3183" y="119"/>
                  </a:lnTo>
                  <a:cubicBezTo>
                    <a:pt x="3190" y="117"/>
                    <a:pt x="3198" y="117"/>
                    <a:pt x="3206" y="117"/>
                  </a:cubicBezTo>
                  <a:close/>
                  <a:moveTo>
                    <a:pt x="3203" y="1"/>
                  </a:moveTo>
                  <a:cubicBezTo>
                    <a:pt x="3184" y="1"/>
                    <a:pt x="3165" y="3"/>
                    <a:pt x="3146" y="8"/>
                  </a:cubicBezTo>
                  <a:lnTo>
                    <a:pt x="2181" y="314"/>
                  </a:lnTo>
                  <a:cubicBezTo>
                    <a:pt x="2070" y="351"/>
                    <a:pt x="2005" y="472"/>
                    <a:pt x="2042" y="574"/>
                  </a:cubicBezTo>
                  <a:lnTo>
                    <a:pt x="2237" y="1204"/>
                  </a:lnTo>
                  <a:cubicBezTo>
                    <a:pt x="2255" y="1241"/>
                    <a:pt x="2237" y="1288"/>
                    <a:pt x="2209" y="1306"/>
                  </a:cubicBezTo>
                  <a:cubicBezTo>
                    <a:pt x="1995" y="1446"/>
                    <a:pt x="1801" y="1603"/>
                    <a:pt x="1624" y="1789"/>
                  </a:cubicBezTo>
                  <a:cubicBezTo>
                    <a:pt x="1612" y="1807"/>
                    <a:pt x="1589" y="1817"/>
                    <a:pt x="1564" y="1817"/>
                  </a:cubicBezTo>
                  <a:cubicBezTo>
                    <a:pt x="1550" y="1817"/>
                    <a:pt x="1535" y="1814"/>
                    <a:pt x="1522" y="1807"/>
                  </a:cubicBezTo>
                  <a:lnTo>
                    <a:pt x="938" y="1511"/>
                  </a:lnTo>
                  <a:cubicBezTo>
                    <a:pt x="906" y="1493"/>
                    <a:pt x="871" y="1485"/>
                    <a:pt x="837" y="1485"/>
                  </a:cubicBezTo>
                  <a:cubicBezTo>
                    <a:pt x="762" y="1485"/>
                    <a:pt x="691" y="1524"/>
                    <a:pt x="660" y="1594"/>
                  </a:cubicBezTo>
                  <a:lnTo>
                    <a:pt x="186" y="2494"/>
                  </a:lnTo>
                  <a:cubicBezTo>
                    <a:pt x="140" y="2596"/>
                    <a:pt x="177" y="2726"/>
                    <a:pt x="279" y="2781"/>
                  </a:cubicBezTo>
                  <a:lnTo>
                    <a:pt x="864" y="3078"/>
                  </a:lnTo>
                  <a:cubicBezTo>
                    <a:pt x="891" y="3097"/>
                    <a:pt x="919" y="3143"/>
                    <a:pt x="910" y="3180"/>
                  </a:cubicBezTo>
                  <a:cubicBezTo>
                    <a:pt x="854" y="3421"/>
                    <a:pt x="836" y="3681"/>
                    <a:pt x="845" y="3932"/>
                  </a:cubicBezTo>
                  <a:cubicBezTo>
                    <a:pt x="845" y="3969"/>
                    <a:pt x="817" y="4006"/>
                    <a:pt x="780" y="4015"/>
                  </a:cubicBezTo>
                  <a:lnTo>
                    <a:pt x="149" y="4219"/>
                  </a:lnTo>
                  <a:cubicBezTo>
                    <a:pt x="103" y="4229"/>
                    <a:pt x="57" y="4266"/>
                    <a:pt x="29" y="4321"/>
                  </a:cubicBezTo>
                  <a:cubicBezTo>
                    <a:pt x="1" y="4368"/>
                    <a:pt x="1" y="4423"/>
                    <a:pt x="19" y="4479"/>
                  </a:cubicBezTo>
                  <a:lnTo>
                    <a:pt x="326" y="5444"/>
                  </a:lnTo>
                  <a:cubicBezTo>
                    <a:pt x="348" y="5534"/>
                    <a:pt x="431" y="5593"/>
                    <a:pt x="521" y="5593"/>
                  </a:cubicBezTo>
                  <a:cubicBezTo>
                    <a:pt x="542" y="5593"/>
                    <a:pt x="564" y="5590"/>
                    <a:pt x="585" y="5583"/>
                  </a:cubicBezTo>
                  <a:lnTo>
                    <a:pt x="1207" y="5388"/>
                  </a:lnTo>
                  <a:cubicBezTo>
                    <a:pt x="1220" y="5383"/>
                    <a:pt x="1232" y="5381"/>
                    <a:pt x="1244" y="5381"/>
                  </a:cubicBezTo>
                  <a:cubicBezTo>
                    <a:pt x="1273" y="5381"/>
                    <a:pt x="1298" y="5396"/>
                    <a:pt x="1318" y="5416"/>
                  </a:cubicBezTo>
                  <a:cubicBezTo>
                    <a:pt x="1448" y="5629"/>
                    <a:pt x="1615" y="5824"/>
                    <a:pt x="1801" y="6000"/>
                  </a:cubicBezTo>
                  <a:cubicBezTo>
                    <a:pt x="1828" y="6028"/>
                    <a:pt x="1838" y="6065"/>
                    <a:pt x="1819" y="6102"/>
                  </a:cubicBezTo>
                  <a:lnTo>
                    <a:pt x="1513" y="6687"/>
                  </a:lnTo>
                  <a:cubicBezTo>
                    <a:pt x="1457" y="6789"/>
                    <a:pt x="1504" y="6919"/>
                    <a:pt x="1606" y="6965"/>
                  </a:cubicBezTo>
                  <a:lnTo>
                    <a:pt x="2506" y="7438"/>
                  </a:lnTo>
                  <a:cubicBezTo>
                    <a:pt x="2531" y="7454"/>
                    <a:pt x="2559" y="7460"/>
                    <a:pt x="2589" y="7460"/>
                  </a:cubicBezTo>
                  <a:cubicBezTo>
                    <a:pt x="2613" y="7460"/>
                    <a:pt x="2638" y="7456"/>
                    <a:pt x="2663" y="7448"/>
                  </a:cubicBezTo>
                  <a:cubicBezTo>
                    <a:pt x="2719" y="7438"/>
                    <a:pt x="2756" y="7401"/>
                    <a:pt x="2784" y="7346"/>
                  </a:cubicBezTo>
                  <a:lnTo>
                    <a:pt x="3090" y="6770"/>
                  </a:lnTo>
                  <a:cubicBezTo>
                    <a:pt x="3106" y="6738"/>
                    <a:pt x="3136" y="6713"/>
                    <a:pt x="3174" y="6713"/>
                  </a:cubicBezTo>
                  <a:cubicBezTo>
                    <a:pt x="3180" y="6713"/>
                    <a:pt x="3186" y="6713"/>
                    <a:pt x="3192" y="6715"/>
                  </a:cubicBezTo>
                  <a:cubicBezTo>
                    <a:pt x="3394" y="6761"/>
                    <a:pt x="3603" y="6782"/>
                    <a:pt x="3812" y="6782"/>
                  </a:cubicBezTo>
                  <a:cubicBezTo>
                    <a:pt x="3853" y="6782"/>
                    <a:pt x="3894" y="6781"/>
                    <a:pt x="3934" y="6780"/>
                  </a:cubicBezTo>
                  <a:cubicBezTo>
                    <a:pt x="3981" y="6780"/>
                    <a:pt x="4018" y="6807"/>
                    <a:pt x="4027" y="6845"/>
                  </a:cubicBezTo>
                  <a:lnTo>
                    <a:pt x="4222" y="7475"/>
                  </a:lnTo>
                  <a:cubicBezTo>
                    <a:pt x="4250" y="7559"/>
                    <a:pt x="4333" y="7615"/>
                    <a:pt x="4426" y="7615"/>
                  </a:cubicBezTo>
                  <a:lnTo>
                    <a:pt x="4482" y="7615"/>
                  </a:lnTo>
                  <a:lnTo>
                    <a:pt x="5456" y="7308"/>
                  </a:lnTo>
                  <a:cubicBezTo>
                    <a:pt x="5567" y="7271"/>
                    <a:pt x="5623" y="7151"/>
                    <a:pt x="5585" y="7039"/>
                  </a:cubicBezTo>
                  <a:lnTo>
                    <a:pt x="5391" y="6418"/>
                  </a:lnTo>
                  <a:cubicBezTo>
                    <a:pt x="5381" y="6381"/>
                    <a:pt x="5391" y="6334"/>
                    <a:pt x="5428" y="6316"/>
                  </a:cubicBezTo>
                  <a:cubicBezTo>
                    <a:pt x="5641" y="6177"/>
                    <a:pt x="5836" y="6010"/>
                    <a:pt x="6003" y="5824"/>
                  </a:cubicBezTo>
                  <a:cubicBezTo>
                    <a:pt x="6019" y="5808"/>
                    <a:pt x="6042" y="5798"/>
                    <a:pt x="6065" y="5798"/>
                  </a:cubicBezTo>
                  <a:cubicBezTo>
                    <a:pt x="6082" y="5798"/>
                    <a:pt x="6099" y="5803"/>
                    <a:pt x="6114" y="5815"/>
                  </a:cubicBezTo>
                  <a:lnTo>
                    <a:pt x="6699" y="6112"/>
                  </a:lnTo>
                  <a:cubicBezTo>
                    <a:pt x="6728" y="6129"/>
                    <a:pt x="6761" y="6136"/>
                    <a:pt x="6796" y="6136"/>
                  </a:cubicBezTo>
                  <a:cubicBezTo>
                    <a:pt x="6816" y="6136"/>
                    <a:pt x="6836" y="6134"/>
                    <a:pt x="6856" y="6130"/>
                  </a:cubicBezTo>
                  <a:cubicBezTo>
                    <a:pt x="6903" y="6112"/>
                    <a:pt x="6949" y="6075"/>
                    <a:pt x="6977" y="6028"/>
                  </a:cubicBezTo>
                  <a:lnTo>
                    <a:pt x="7441" y="5128"/>
                  </a:lnTo>
                  <a:cubicBezTo>
                    <a:pt x="7496" y="5026"/>
                    <a:pt x="7459" y="4896"/>
                    <a:pt x="7357" y="4841"/>
                  </a:cubicBezTo>
                  <a:lnTo>
                    <a:pt x="6773" y="4544"/>
                  </a:lnTo>
                  <a:cubicBezTo>
                    <a:pt x="6736" y="4525"/>
                    <a:pt x="6717" y="4479"/>
                    <a:pt x="6727" y="4442"/>
                  </a:cubicBezTo>
                  <a:cubicBezTo>
                    <a:pt x="6782" y="4191"/>
                    <a:pt x="6801" y="3941"/>
                    <a:pt x="6791" y="3691"/>
                  </a:cubicBezTo>
                  <a:cubicBezTo>
                    <a:pt x="6791" y="3653"/>
                    <a:pt x="6819" y="3616"/>
                    <a:pt x="6856" y="3598"/>
                  </a:cubicBezTo>
                  <a:lnTo>
                    <a:pt x="7478" y="3403"/>
                  </a:lnTo>
                  <a:cubicBezTo>
                    <a:pt x="7589" y="3366"/>
                    <a:pt x="7654" y="3255"/>
                    <a:pt x="7617" y="3143"/>
                  </a:cubicBezTo>
                  <a:lnTo>
                    <a:pt x="7311" y="2178"/>
                  </a:lnTo>
                  <a:cubicBezTo>
                    <a:pt x="7281" y="2088"/>
                    <a:pt x="7202" y="2029"/>
                    <a:pt x="7115" y="2029"/>
                  </a:cubicBezTo>
                  <a:cubicBezTo>
                    <a:pt x="7094" y="2029"/>
                    <a:pt x="7073" y="2032"/>
                    <a:pt x="7051" y="2039"/>
                  </a:cubicBezTo>
                  <a:lnTo>
                    <a:pt x="6420" y="2234"/>
                  </a:lnTo>
                  <a:cubicBezTo>
                    <a:pt x="6410" y="2239"/>
                    <a:pt x="6400" y="2241"/>
                    <a:pt x="6389" y="2241"/>
                  </a:cubicBezTo>
                  <a:cubicBezTo>
                    <a:pt x="6360" y="2241"/>
                    <a:pt x="6332" y="2224"/>
                    <a:pt x="6318" y="2197"/>
                  </a:cubicBezTo>
                  <a:cubicBezTo>
                    <a:pt x="6179" y="1984"/>
                    <a:pt x="6021" y="1798"/>
                    <a:pt x="5836" y="1622"/>
                  </a:cubicBezTo>
                  <a:cubicBezTo>
                    <a:pt x="5808" y="1594"/>
                    <a:pt x="5799" y="1548"/>
                    <a:pt x="5817" y="1511"/>
                  </a:cubicBezTo>
                  <a:lnTo>
                    <a:pt x="6124" y="935"/>
                  </a:lnTo>
                  <a:cubicBezTo>
                    <a:pt x="6142" y="880"/>
                    <a:pt x="6151" y="824"/>
                    <a:pt x="6133" y="778"/>
                  </a:cubicBezTo>
                  <a:cubicBezTo>
                    <a:pt x="6114" y="722"/>
                    <a:pt x="6077" y="676"/>
                    <a:pt x="6031" y="648"/>
                  </a:cubicBezTo>
                  <a:lnTo>
                    <a:pt x="5131" y="184"/>
                  </a:lnTo>
                  <a:cubicBezTo>
                    <a:pt x="5096" y="166"/>
                    <a:pt x="5060" y="160"/>
                    <a:pt x="5027" y="160"/>
                  </a:cubicBezTo>
                  <a:cubicBezTo>
                    <a:pt x="5008" y="160"/>
                    <a:pt x="4990" y="162"/>
                    <a:pt x="4973" y="165"/>
                  </a:cubicBezTo>
                  <a:cubicBezTo>
                    <a:pt x="4918" y="184"/>
                    <a:pt x="4871" y="221"/>
                    <a:pt x="4853" y="267"/>
                  </a:cubicBezTo>
                  <a:lnTo>
                    <a:pt x="4546" y="852"/>
                  </a:lnTo>
                  <a:cubicBezTo>
                    <a:pt x="4531" y="883"/>
                    <a:pt x="4497" y="901"/>
                    <a:pt x="4464" y="901"/>
                  </a:cubicBezTo>
                  <a:cubicBezTo>
                    <a:pt x="4457" y="901"/>
                    <a:pt x="4451" y="900"/>
                    <a:pt x="4444" y="898"/>
                  </a:cubicBezTo>
                  <a:cubicBezTo>
                    <a:pt x="4234" y="858"/>
                    <a:pt x="4010" y="832"/>
                    <a:pt x="3790" y="832"/>
                  </a:cubicBezTo>
                  <a:cubicBezTo>
                    <a:pt x="3758" y="832"/>
                    <a:pt x="3725" y="832"/>
                    <a:pt x="3693" y="833"/>
                  </a:cubicBezTo>
                  <a:cubicBezTo>
                    <a:pt x="3689" y="834"/>
                    <a:pt x="3685" y="835"/>
                    <a:pt x="3681" y="835"/>
                  </a:cubicBezTo>
                  <a:cubicBezTo>
                    <a:pt x="3648" y="835"/>
                    <a:pt x="3618" y="802"/>
                    <a:pt x="3610" y="768"/>
                  </a:cubicBezTo>
                  <a:lnTo>
                    <a:pt x="3405" y="147"/>
                  </a:lnTo>
                  <a:cubicBezTo>
                    <a:pt x="3382" y="55"/>
                    <a:pt x="3296" y="1"/>
                    <a:pt x="32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129;p43">
              <a:extLst>
                <a:ext uri="{FF2B5EF4-FFF2-40B4-BE49-F238E27FC236}">
                  <a16:creationId xmlns:a16="http://schemas.microsoft.com/office/drawing/2014/main" id="{B39B3C19-8388-D209-DA1F-10BC7C0240F4}"/>
                </a:ext>
              </a:extLst>
            </p:cNvPr>
            <p:cNvSpPr/>
            <p:nvPr/>
          </p:nvSpPr>
          <p:spPr>
            <a:xfrm>
              <a:off x="831825" y="2596225"/>
              <a:ext cx="95800" cy="95400"/>
            </a:xfrm>
            <a:custGeom>
              <a:avLst/>
              <a:gdLst/>
              <a:ahLst/>
              <a:cxnLst/>
              <a:rect l="l" t="t" r="r" b="b"/>
              <a:pathLst>
                <a:path w="3832" h="3816" extrusionOk="0">
                  <a:moveTo>
                    <a:pt x="1927" y="1036"/>
                  </a:moveTo>
                  <a:cubicBezTo>
                    <a:pt x="1977" y="1036"/>
                    <a:pt x="2028" y="1040"/>
                    <a:pt x="2078" y="1049"/>
                  </a:cubicBezTo>
                  <a:cubicBezTo>
                    <a:pt x="2607" y="1151"/>
                    <a:pt x="2922" y="1698"/>
                    <a:pt x="2737" y="2199"/>
                  </a:cubicBezTo>
                  <a:cubicBezTo>
                    <a:pt x="2615" y="2550"/>
                    <a:pt x="2278" y="2779"/>
                    <a:pt x="1914" y="2779"/>
                  </a:cubicBezTo>
                  <a:cubicBezTo>
                    <a:pt x="1864" y="2779"/>
                    <a:pt x="1814" y="2774"/>
                    <a:pt x="1763" y="2765"/>
                  </a:cubicBezTo>
                  <a:cubicBezTo>
                    <a:pt x="1234" y="2663"/>
                    <a:pt x="919" y="2116"/>
                    <a:pt x="1104" y="1615"/>
                  </a:cubicBezTo>
                  <a:cubicBezTo>
                    <a:pt x="1227" y="1265"/>
                    <a:pt x="1564" y="1036"/>
                    <a:pt x="1927" y="1036"/>
                  </a:cubicBezTo>
                  <a:close/>
                  <a:moveTo>
                    <a:pt x="1967" y="1"/>
                  </a:moveTo>
                  <a:cubicBezTo>
                    <a:pt x="1921" y="1"/>
                    <a:pt x="1884" y="29"/>
                    <a:pt x="1874" y="66"/>
                  </a:cubicBezTo>
                  <a:lnTo>
                    <a:pt x="1828" y="390"/>
                  </a:lnTo>
                  <a:cubicBezTo>
                    <a:pt x="1819" y="428"/>
                    <a:pt x="1791" y="446"/>
                    <a:pt x="1763" y="455"/>
                  </a:cubicBezTo>
                  <a:cubicBezTo>
                    <a:pt x="1633" y="465"/>
                    <a:pt x="1512" y="493"/>
                    <a:pt x="1401" y="539"/>
                  </a:cubicBezTo>
                  <a:cubicBezTo>
                    <a:pt x="1392" y="541"/>
                    <a:pt x="1383" y="542"/>
                    <a:pt x="1374" y="542"/>
                  </a:cubicBezTo>
                  <a:cubicBezTo>
                    <a:pt x="1347" y="542"/>
                    <a:pt x="1322" y="532"/>
                    <a:pt x="1308" y="511"/>
                  </a:cubicBezTo>
                  <a:lnTo>
                    <a:pt x="1123" y="242"/>
                  </a:lnTo>
                  <a:cubicBezTo>
                    <a:pt x="1107" y="226"/>
                    <a:pt x="1084" y="216"/>
                    <a:pt x="1061" y="216"/>
                  </a:cubicBezTo>
                  <a:cubicBezTo>
                    <a:pt x="1044" y="216"/>
                    <a:pt x="1027" y="221"/>
                    <a:pt x="1011" y="233"/>
                  </a:cubicBezTo>
                  <a:lnTo>
                    <a:pt x="603" y="530"/>
                  </a:lnTo>
                  <a:cubicBezTo>
                    <a:pt x="566" y="548"/>
                    <a:pt x="557" y="604"/>
                    <a:pt x="585" y="632"/>
                  </a:cubicBezTo>
                  <a:lnTo>
                    <a:pt x="780" y="901"/>
                  </a:lnTo>
                  <a:cubicBezTo>
                    <a:pt x="798" y="929"/>
                    <a:pt x="798" y="966"/>
                    <a:pt x="770" y="993"/>
                  </a:cubicBezTo>
                  <a:cubicBezTo>
                    <a:pt x="696" y="1086"/>
                    <a:pt x="631" y="1188"/>
                    <a:pt x="575" y="1309"/>
                  </a:cubicBezTo>
                  <a:cubicBezTo>
                    <a:pt x="568" y="1332"/>
                    <a:pt x="541" y="1348"/>
                    <a:pt x="517" y="1348"/>
                  </a:cubicBezTo>
                  <a:cubicBezTo>
                    <a:pt x="511" y="1348"/>
                    <a:pt x="506" y="1348"/>
                    <a:pt x="501" y="1346"/>
                  </a:cubicBezTo>
                  <a:lnTo>
                    <a:pt x="177" y="1300"/>
                  </a:lnTo>
                  <a:cubicBezTo>
                    <a:pt x="170" y="1298"/>
                    <a:pt x="165" y="1298"/>
                    <a:pt x="159" y="1298"/>
                  </a:cubicBezTo>
                  <a:cubicBezTo>
                    <a:pt x="121" y="1298"/>
                    <a:pt x="92" y="1323"/>
                    <a:pt x="84" y="1355"/>
                  </a:cubicBezTo>
                  <a:lnTo>
                    <a:pt x="10" y="1865"/>
                  </a:lnTo>
                  <a:cubicBezTo>
                    <a:pt x="0" y="1903"/>
                    <a:pt x="28" y="1940"/>
                    <a:pt x="75" y="1949"/>
                  </a:cubicBezTo>
                  <a:lnTo>
                    <a:pt x="399" y="2005"/>
                  </a:lnTo>
                  <a:cubicBezTo>
                    <a:pt x="427" y="2005"/>
                    <a:pt x="455" y="2032"/>
                    <a:pt x="455" y="2070"/>
                  </a:cubicBezTo>
                  <a:cubicBezTo>
                    <a:pt x="473" y="2190"/>
                    <a:pt x="501" y="2311"/>
                    <a:pt x="548" y="2431"/>
                  </a:cubicBezTo>
                  <a:cubicBezTo>
                    <a:pt x="557" y="2459"/>
                    <a:pt x="548" y="2496"/>
                    <a:pt x="520" y="2515"/>
                  </a:cubicBezTo>
                  <a:lnTo>
                    <a:pt x="251" y="2710"/>
                  </a:lnTo>
                  <a:cubicBezTo>
                    <a:pt x="214" y="2728"/>
                    <a:pt x="204" y="2775"/>
                    <a:pt x="232" y="2812"/>
                  </a:cubicBezTo>
                  <a:lnTo>
                    <a:pt x="529" y="3229"/>
                  </a:lnTo>
                  <a:cubicBezTo>
                    <a:pt x="545" y="3245"/>
                    <a:pt x="568" y="3255"/>
                    <a:pt x="591" y="3255"/>
                  </a:cubicBezTo>
                  <a:cubicBezTo>
                    <a:pt x="608" y="3255"/>
                    <a:pt x="625" y="3250"/>
                    <a:pt x="640" y="3238"/>
                  </a:cubicBezTo>
                  <a:lnTo>
                    <a:pt x="900" y="3053"/>
                  </a:lnTo>
                  <a:cubicBezTo>
                    <a:pt x="914" y="3044"/>
                    <a:pt x="930" y="3039"/>
                    <a:pt x="947" y="3039"/>
                  </a:cubicBezTo>
                  <a:cubicBezTo>
                    <a:pt x="963" y="3039"/>
                    <a:pt x="979" y="3044"/>
                    <a:pt x="993" y="3053"/>
                  </a:cubicBezTo>
                  <a:cubicBezTo>
                    <a:pt x="1086" y="3127"/>
                    <a:pt x="1197" y="3192"/>
                    <a:pt x="1308" y="3248"/>
                  </a:cubicBezTo>
                  <a:cubicBezTo>
                    <a:pt x="1336" y="3257"/>
                    <a:pt x="1355" y="3294"/>
                    <a:pt x="1355" y="3322"/>
                  </a:cubicBezTo>
                  <a:lnTo>
                    <a:pt x="1299" y="3647"/>
                  </a:lnTo>
                  <a:cubicBezTo>
                    <a:pt x="1290" y="3693"/>
                    <a:pt x="1327" y="3730"/>
                    <a:pt x="1364" y="3739"/>
                  </a:cubicBezTo>
                  <a:lnTo>
                    <a:pt x="1865" y="3814"/>
                  </a:lnTo>
                  <a:cubicBezTo>
                    <a:pt x="1871" y="3815"/>
                    <a:pt x="1877" y="3815"/>
                    <a:pt x="1883" y="3815"/>
                  </a:cubicBezTo>
                  <a:cubicBezTo>
                    <a:pt x="1921" y="3815"/>
                    <a:pt x="1950" y="3790"/>
                    <a:pt x="1958" y="3758"/>
                  </a:cubicBezTo>
                  <a:lnTo>
                    <a:pt x="2004" y="3433"/>
                  </a:lnTo>
                  <a:cubicBezTo>
                    <a:pt x="2013" y="3396"/>
                    <a:pt x="2041" y="3368"/>
                    <a:pt x="2069" y="3368"/>
                  </a:cubicBezTo>
                  <a:cubicBezTo>
                    <a:pt x="2199" y="3350"/>
                    <a:pt x="2320" y="3322"/>
                    <a:pt x="2431" y="3276"/>
                  </a:cubicBezTo>
                  <a:cubicBezTo>
                    <a:pt x="2440" y="3273"/>
                    <a:pt x="2449" y="3272"/>
                    <a:pt x="2457" y="3272"/>
                  </a:cubicBezTo>
                  <a:cubicBezTo>
                    <a:pt x="2482" y="3272"/>
                    <a:pt x="2503" y="3282"/>
                    <a:pt x="2524" y="3303"/>
                  </a:cubicBezTo>
                  <a:lnTo>
                    <a:pt x="2709" y="3572"/>
                  </a:lnTo>
                  <a:cubicBezTo>
                    <a:pt x="2726" y="3595"/>
                    <a:pt x="2750" y="3607"/>
                    <a:pt x="2774" y="3607"/>
                  </a:cubicBezTo>
                  <a:cubicBezTo>
                    <a:pt x="2790" y="3607"/>
                    <a:pt x="2806" y="3602"/>
                    <a:pt x="2820" y="3591"/>
                  </a:cubicBezTo>
                  <a:lnTo>
                    <a:pt x="3229" y="3294"/>
                  </a:lnTo>
                  <a:cubicBezTo>
                    <a:pt x="3266" y="3266"/>
                    <a:pt x="3275" y="3220"/>
                    <a:pt x="3247" y="3183"/>
                  </a:cubicBezTo>
                  <a:lnTo>
                    <a:pt x="3052" y="2923"/>
                  </a:lnTo>
                  <a:cubicBezTo>
                    <a:pt x="3034" y="2895"/>
                    <a:pt x="3034" y="2858"/>
                    <a:pt x="3052" y="2830"/>
                  </a:cubicBezTo>
                  <a:cubicBezTo>
                    <a:pt x="3136" y="2737"/>
                    <a:pt x="3201" y="2626"/>
                    <a:pt x="3247" y="2515"/>
                  </a:cubicBezTo>
                  <a:cubicBezTo>
                    <a:pt x="3266" y="2487"/>
                    <a:pt x="3294" y="2468"/>
                    <a:pt x="3331" y="2468"/>
                  </a:cubicBezTo>
                  <a:lnTo>
                    <a:pt x="3655" y="2524"/>
                  </a:lnTo>
                  <a:cubicBezTo>
                    <a:pt x="3661" y="2525"/>
                    <a:pt x="3667" y="2526"/>
                    <a:pt x="3673" y="2526"/>
                  </a:cubicBezTo>
                  <a:cubicBezTo>
                    <a:pt x="3711" y="2526"/>
                    <a:pt x="3739" y="2500"/>
                    <a:pt x="3739" y="2459"/>
                  </a:cubicBezTo>
                  <a:lnTo>
                    <a:pt x="3822" y="1958"/>
                  </a:lnTo>
                  <a:cubicBezTo>
                    <a:pt x="3832" y="1921"/>
                    <a:pt x="3804" y="1875"/>
                    <a:pt x="3757" y="1875"/>
                  </a:cubicBezTo>
                  <a:lnTo>
                    <a:pt x="3433" y="1819"/>
                  </a:lnTo>
                  <a:cubicBezTo>
                    <a:pt x="3405" y="1810"/>
                    <a:pt x="3377" y="1791"/>
                    <a:pt x="3377" y="1754"/>
                  </a:cubicBezTo>
                  <a:cubicBezTo>
                    <a:pt x="3359" y="1634"/>
                    <a:pt x="3331" y="1513"/>
                    <a:pt x="3284" y="1392"/>
                  </a:cubicBezTo>
                  <a:cubicBezTo>
                    <a:pt x="3275" y="1365"/>
                    <a:pt x="3284" y="1327"/>
                    <a:pt x="3312" y="1309"/>
                  </a:cubicBezTo>
                  <a:lnTo>
                    <a:pt x="3581" y="1114"/>
                  </a:lnTo>
                  <a:cubicBezTo>
                    <a:pt x="3609" y="1086"/>
                    <a:pt x="3618" y="1040"/>
                    <a:pt x="3600" y="1012"/>
                  </a:cubicBezTo>
                  <a:lnTo>
                    <a:pt x="3294" y="595"/>
                  </a:lnTo>
                  <a:cubicBezTo>
                    <a:pt x="3282" y="577"/>
                    <a:pt x="3258" y="566"/>
                    <a:pt x="3233" y="566"/>
                  </a:cubicBezTo>
                  <a:cubicBezTo>
                    <a:pt x="3219" y="566"/>
                    <a:pt x="3205" y="569"/>
                    <a:pt x="3192" y="576"/>
                  </a:cubicBezTo>
                  <a:lnTo>
                    <a:pt x="2922" y="771"/>
                  </a:lnTo>
                  <a:cubicBezTo>
                    <a:pt x="2913" y="780"/>
                    <a:pt x="2897" y="785"/>
                    <a:pt x="2881" y="785"/>
                  </a:cubicBezTo>
                  <a:cubicBezTo>
                    <a:pt x="2865" y="785"/>
                    <a:pt x="2848" y="780"/>
                    <a:pt x="2839" y="771"/>
                  </a:cubicBezTo>
                  <a:cubicBezTo>
                    <a:pt x="2737" y="697"/>
                    <a:pt x="2635" y="632"/>
                    <a:pt x="2524" y="576"/>
                  </a:cubicBezTo>
                  <a:cubicBezTo>
                    <a:pt x="2486" y="557"/>
                    <a:pt x="2468" y="530"/>
                    <a:pt x="2477" y="493"/>
                  </a:cubicBezTo>
                  <a:lnTo>
                    <a:pt x="2533" y="168"/>
                  </a:lnTo>
                  <a:cubicBezTo>
                    <a:pt x="2533" y="131"/>
                    <a:pt x="2505" y="94"/>
                    <a:pt x="2468" y="84"/>
                  </a:cubicBezTo>
                  <a:lnTo>
                    <a:pt x="19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130;p43">
              <a:extLst>
                <a:ext uri="{FF2B5EF4-FFF2-40B4-BE49-F238E27FC236}">
                  <a16:creationId xmlns:a16="http://schemas.microsoft.com/office/drawing/2014/main" id="{EA1A6A57-6A09-938F-A2C5-DB2C4CC27A04}"/>
                </a:ext>
              </a:extLst>
            </p:cNvPr>
            <p:cNvSpPr/>
            <p:nvPr/>
          </p:nvSpPr>
          <p:spPr>
            <a:xfrm>
              <a:off x="830200" y="2594850"/>
              <a:ext cx="98825" cy="98350"/>
            </a:xfrm>
            <a:custGeom>
              <a:avLst/>
              <a:gdLst/>
              <a:ahLst/>
              <a:cxnLst/>
              <a:rect l="l" t="t" r="r" b="b"/>
              <a:pathLst>
                <a:path w="3953" h="3934" extrusionOk="0">
                  <a:moveTo>
                    <a:pt x="1986" y="1151"/>
                  </a:moveTo>
                  <a:cubicBezTo>
                    <a:pt x="2032" y="1151"/>
                    <a:pt x="2088" y="1160"/>
                    <a:pt x="2134" y="1160"/>
                  </a:cubicBezTo>
                  <a:cubicBezTo>
                    <a:pt x="2366" y="1206"/>
                    <a:pt x="2570" y="1355"/>
                    <a:pt x="2691" y="1559"/>
                  </a:cubicBezTo>
                  <a:cubicBezTo>
                    <a:pt x="2811" y="1763"/>
                    <a:pt x="2830" y="2013"/>
                    <a:pt x="2746" y="2236"/>
                  </a:cubicBezTo>
                  <a:cubicBezTo>
                    <a:pt x="2632" y="2564"/>
                    <a:pt x="2314" y="2776"/>
                    <a:pt x="1973" y="2776"/>
                  </a:cubicBezTo>
                  <a:cubicBezTo>
                    <a:pt x="1928" y="2776"/>
                    <a:pt x="1882" y="2772"/>
                    <a:pt x="1837" y="2765"/>
                  </a:cubicBezTo>
                  <a:cubicBezTo>
                    <a:pt x="1605" y="2718"/>
                    <a:pt x="1401" y="2570"/>
                    <a:pt x="1281" y="2366"/>
                  </a:cubicBezTo>
                  <a:cubicBezTo>
                    <a:pt x="1160" y="2162"/>
                    <a:pt x="1141" y="1911"/>
                    <a:pt x="1225" y="1689"/>
                  </a:cubicBezTo>
                  <a:cubicBezTo>
                    <a:pt x="1336" y="1364"/>
                    <a:pt x="1652" y="1151"/>
                    <a:pt x="1986" y="1151"/>
                  </a:cubicBezTo>
                  <a:close/>
                  <a:moveTo>
                    <a:pt x="1985" y="1033"/>
                  </a:moveTo>
                  <a:cubicBezTo>
                    <a:pt x="1600" y="1033"/>
                    <a:pt x="1243" y="1278"/>
                    <a:pt x="1114" y="1651"/>
                  </a:cubicBezTo>
                  <a:cubicBezTo>
                    <a:pt x="1021" y="1902"/>
                    <a:pt x="1049" y="2189"/>
                    <a:pt x="1179" y="2421"/>
                  </a:cubicBezTo>
                  <a:cubicBezTo>
                    <a:pt x="1318" y="2663"/>
                    <a:pt x="1550" y="2830"/>
                    <a:pt x="1819" y="2876"/>
                  </a:cubicBezTo>
                  <a:cubicBezTo>
                    <a:pt x="1874" y="2885"/>
                    <a:pt x="1930" y="2895"/>
                    <a:pt x="1986" y="2895"/>
                  </a:cubicBezTo>
                  <a:cubicBezTo>
                    <a:pt x="2366" y="2895"/>
                    <a:pt x="2728" y="2653"/>
                    <a:pt x="2858" y="2282"/>
                  </a:cubicBezTo>
                  <a:cubicBezTo>
                    <a:pt x="2950" y="2023"/>
                    <a:pt x="2923" y="1735"/>
                    <a:pt x="2793" y="1503"/>
                  </a:cubicBezTo>
                  <a:cubicBezTo>
                    <a:pt x="2654" y="1262"/>
                    <a:pt x="2422" y="1104"/>
                    <a:pt x="2153" y="1048"/>
                  </a:cubicBezTo>
                  <a:cubicBezTo>
                    <a:pt x="2097" y="1038"/>
                    <a:pt x="2041" y="1033"/>
                    <a:pt x="1985" y="1033"/>
                  </a:cubicBezTo>
                  <a:close/>
                  <a:moveTo>
                    <a:pt x="2013" y="112"/>
                  </a:moveTo>
                  <a:lnTo>
                    <a:pt x="2524" y="195"/>
                  </a:lnTo>
                  <a:cubicBezTo>
                    <a:pt x="2524" y="195"/>
                    <a:pt x="2533" y="204"/>
                    <a:pt x="2533" y="204"/>
                  </a:cubicBezTo>
                  <a:cubicBezTo>
                    <a:pt x="2533" y="204"/>
                    <a:pt x="2533" y="214"/>
                    <a:pt x="2533" y="214"/>
                  </a:cubicBezTo>
                  <a:lnTo>
                    <a:pt x="2487" y="538"/>
                  </a:lnTo>
                  <a:cubicBezTo>
                    <a:pt x="2477" y="603"/>
                    <a:pt x="2505" y="659"/>
                    <a:pt x="2561" y="687"/>
                  </a:cubicBezTo>
                  <a:cubicBezTo>
                    <a:pt x="2672" y="733"/>
                    <a:pt x="2774" y="798"/>
                    <a:pt x="2867" y="872"/>
                  </a:cubicBezTo>
                  <a:cubicBezTo>
                    <a:pt x="2890" y="891"/>
                    <a:pt x="2918" y="900"/>
                    <a:pt x="2946" y="900"/>
                  </a:cubicBezTo>
                  <a:cubicBezTo>
                    <a:pt x="2974" y="900"/>
                    <a:pt x="3001" y="891"/>
                    <a:pt x="3025" y="872"/>
                  </a:cubicBezTo>
                  <a:lnTo>
                    <a:pt x="3294" y="677"/>
                  </a:lnTo>
                  <a:cubicBezTo>
                    <a:pt x="3294" y="677"/>
                    <a:pt x="3312" y="677"/>
                    <a:pt x="3312" y="687"/>
                  </a:cubicBezTo>
                  <a:lnTo>
                    <a:pt x="3618" y="1095"/>
                  </a:lnTo>
                  <a:cubicBezTo>
                    <a:pt x="3618" y="1104"/>
                    <a:pt x="3618" y="1104"/>
                    <a:pt x="3618" y="1113"/>
                  </a:cubicBezTo>
                  <a:cubicBezTo>
                    <a:pt x="3618" y="1113"/>
                    <a:pt x="3618" y="1113"/>
                    <a:pt x="3609" y="1123"/>
                  </a:cubicBezTo>
                  <a:lnTo>
                    <a:pt x="3340" y="1317"/>
                  </a:lnTo>
                  <a:cubicBezTo>
                    <a:pt x="3294" y="1345"/>
                    <a:pt x="3275" y="1410"/>
                    <a:pt x="3294" y="1466"/>
                  </a:cubicBezTo>
                  <a:cubicBezTo>
                    <a:pt x="3340" y="1577"/>
                    <a:pt x="3368" y="1698"/>
                    <a:pt x="3377" y="1818"/>
                  </a:cubicBezTo>
                  <a:cubicBezTo>
                    <a:pt x="3386" y="1874"/>
                    <a:pt x="3433" y="1920"/>
                    <a:pt x="3488" y="1930"/>
                  </a:cubicBezTo>
                  <a:lnTo>
                    <a:pt x="3813" y="1985"/>
                  </a:lnTo>
                  <a:cubicBezTo>
                    <a:pt x="3822" y="1985"/>
                    <a:pt x="3832" y="1995"/>
                    <a:pt x="3832" y="2004"/>
                  </a:cubicBezTo>
                  <a:lnTo>
                    <a:pt x="3748" y="2505"/>
                  </a:lnTo>
                  <a:cubicBezTo>
                    <a:pt x="3748" y="2514"/>
                    <a:pt x="3739" y="2523"/>
                    <a:pt x="3730" y="2523"/>
                  </a:cubicBezTo>
                  <a:lnTo>
                    <a:pt x="3405" y="2468"/>
                  </a:lnTo>
                  <a:cubicBezTo>
                    <a:pt x="3398" y="2467"/>
                    <a:pt x="3391" y="2466"/>
                    <a:pt x="3383" y="2466"/>
                  </a:cubicBezTo>
                  <a:cubicBezTo>
                    <a:pt x="3334" y="2466"/>
                    <a:pt x="3282" y="2493"/>
                    <a:pt x="3266" y="2542"/>
                  </a:cubicBezTo>
                  <a:cubicBezTo>
                    <a:pt x="3210" y="2653"/>
                    <a:pt x="3154" y="2755"/>
                    <a:pt x="3080" y="2848"/>
                  </a:cubicBezTo>
                  <a:cubicBezTo>
                    <a:pt x="3043" y="2895"/>
                    <a:pt x="3034" y="2959"/>
                    <a:pt x="3071" y="3006"/>
                  </a:cubicBezTo>
                  <a:lnTo>
                    <a:pt x="3266" y="3275"/>
                  </a:lnTo>
                  <a:cubicBezTo>
                    <a:pt x="3275" y="3284"/>
                    <a:pt x="3266" y="3293"/>
                    <a:pt x="3266" y="3303"/>
                  </a:cubicBezTo>
                  <a:lnTo>
                    <a:pt x="2848" y="3600"/>
                  </a:lnTo>
                  <a:cubicBezTo>
                    <a:pt x="2845" y="3603"/>
                    <a:pt x="2842" y="3604"/>
                    <a:pt x="2839" y="3604"/>
                  </a:cubicBezTo>
                  <a:cubicBezTo>
                    <a:pt x="2833" y="3604"/>
                    <a:pt x="2827" y="3600"/>
                    <a:pt x="2821" y="3600"/>
                  </a:cubicBezTo>
                  <a:lnTo>
                    <a:pt x="2635" y="3331"/>
                  </a:lnTo>
                  <a:cubicBezTo>
                    <a:pt x="2607" y="3296"/>
                    <a:pt x="2565" y="3277"/>
                    <a:pt x="2522" y="3277"/>
                  </a:cubicBezTo>
                  <a:cubicBezTo>
                    <a:pt x="2507" y="3277"/>
                    <a:pt x="2492" y="3279"/>
                    <a:pt x="2477" y="3284"/>
                  </a:cubicBezTo>
                  <a:cubicBezTo>
                    <a:pt x="2366" y="3321"/>
                    <a:pt x="2245" y="3349"/>
                    <a:pt x="2134" y="3368"/>
                  </a:cubicBezTo>
                  <a:cubicBezTo>
                    <a:pt x="2069" y="3368"/>
                    <a:pt x="2023" y="3414"/>
                    <a:pt x="2013" y="3479"/>
                  </a:cubicBezTo>
                  <a:lnTo>
                    <a:pt x="1967" y="3804"/>
                  </a:lnTo>
                  <a:cubicBezTo>
                    <a:pt x="1958" y="3813"/>
                    <a:pt x="1949" y="3813"/>
                    <a:pt x="1939" y="3813"/>
                  </a:cubicBezTo>
                  <a:lnTo>
                    <a:pt x="1438" y="3739"/>
                  </a:lnTo>
                  <a:cubicBezTo>
                    <a:pt x="1429" y="3739"/>
                    <a:pt x="1420" y="3729"/>
                    <a:pt x="1429" y="3720"/>
                  </a:cubicBezTo>
                  <a:lnTo>
                    <a:pt x="1475" y="3395"/>
                  </a:lnTo>
                  <a:cubicBezTo>
                    <a:pt x="1485" y="3331"/>
                    <a:pt x="1457" y="3275"/>
                    <a:pt x="1401" y="3247"/>
                  </a:cubicBezTo>
                  <a:cubicBezTo>
                    <a:pt x="1290" y="3201"/>
                    <a:pt x="1188" y="3136"/>
                    <a:pt x="1095" y="3061"/>
                  </a:cubicBezTo>
                  <a:cubicBezTo>
                    <a:pt x="1076" y="3043"/>
                    <a:pt x="1049" y="3034"/>
                    <a:pt x="1012" y="3034"/>
                  </a:cubicBezTo>
                  <a:cubicBezTo>
                    <a:pt x="984" y="3034"/>
                    <a:pt x="956" y="3043"/>
                    <a:pt x="937" y="3061"/>
                  </a:cubicBezTo>
                  <a:lnTo>
                    <a:pt x="668" y="3247"/>
                  </a:lnTo>
                  <a:cubicBezTo>
                    <a:pt x="668" y="3256"/>
                    <a:pt x="659" y="3256"/>
                    <a:pt x="659" y="3256"/>
                  </a:cubicBezTo>
                  <a:cubicBezTo>
                    <a:pt x="659" y="3256"/>
                    <a:pt x="650" y="3256"/>
                    <a:pt x="650" y="3247"/>
                  </a:cubicBezTo>
                  <a:lnTo>
                    <a:pt x="344" y="2839"/>
                  </a:lnTo>
                  <a:cubicBezTo>
                    <a:pt x="344" y="2830"/>
                    <a:pt x="344" y="2830"/>
                    <a:pt x="344" y="2820"/>
                  </a:cubicBezTo>
                  <a:cubicBezTo>
                    <a:pt x="344" y="2820"/>
                    <a:pt x="344" y="2811"/>
                    <a:pt x="353" y="2811"/>
                  </a:cubicBezTo>
                  <a:lnTo>
                    <a:pt x="613" y="2616"/>
                  </a:lnTo>
                  <a:cubicBezTo>
                    <a:pt x="668" y="2579"/>
                    <a:pt x="687" y="2523"/>
                    <a:pt x="668" y="2468"/>
                  </a:cubicBezTo>
                  <a:cubicBezTo>
                    <a:pt x="622" y="2356"/>
                    <a:pt x="594" y="2236"/>
                    <a:pt x="585" y="2115"/>
                  </a:cubicBezTo>
                  <a:cubicBezTo>
                    <a:pt x="576" y="2060"/>
                    <a:pt x="529" y="2013"/>
                    <a:pt x="474" y="2004"/>
                  </a:cubicBezTo>
                  <a:lnTo>
                    <a:pt x="149" y="1948"/>
                  </a:lnTo>
                  <a:cubicBezTo>
                    <a:pt x="130" y="1948"/>
                    <a:pt x="130" y="1939"/>
                    <a:pt x="130" y="1930"/>
                  </a:cubicBezTo>
                  <a:lnTo>
                    <a:pt x="214" y="1429"/>
                  </a:lnTo>
                  <a:cubicBezTo>
                    <a:pt x="214" y="1420"/>
                    <a:pt x="223" y="1410"/>
                    <a:pt x="232" y="1410"/>
                  </a:cubicBezTo>
                  <a:lnTo>
                    <a:pt x="557" y="1466"/>
                  </a:lnTo>
                  <a:cubicBezTo>
                    <a:pt x="563" y="1467"/>
                    <a:pt x="569" y="1467"/>
                    <a:pt x="574" y="1467"/>
                  </a:cubicBezTo>
                  <a:cubicBezTo>
                    <a:pt x="624" y="1467"/>
                    <a:pt x="671" y="1433"/>
                    <a:pt x="696" y="1392"/>
                  </a:cubicBezTo>
                  <a:cubicBezTo>
                    <a:pt x="743" y="1280"/>
                    <a:pt x="807" y="1178"/>
                    <a:pt x="882" y="1086"/>
                  </a:cubicBezTo>
                  <a:cubicBezTo>
                    <a:pt x="919" y="1039"/>
                    <a:pt x="919" y="974"/>
                    <a:pt x="891" y="919"/>
                  </a:cubicBezTo>
                  <a:lnTo>
                    <a:pt x="696" y="659"/>
                  </a:lnTo>
                  <a:cubicBezTo>
                    <a:pt x="687" y="650"/>
                    <a:pt x="696" y="640"/>
                    <a:pt x="696" y="631"/>
                  </a:cubicBezTo>
                  <a:lnTo>
                    <a:pt x="1114" y="334"/>
                  </a:lnTo>
                  <a:cubicBezTo>
                    <a:pt x="1118" y="330"/>
                    <a:pt x="1123" y="327"/>
                    <a:pt x="1126" y="327"/>
                  </a:cubicBezTo>
                  <a:cubicBezTo>
                    <a:pt x="1130" y="327"/>
                    <a:pt x="1132" y="330"/>
                    <a:pt x="1132" y="334"/>
                  </a:cubicBezTo>
                  <a:lnTo>
                    <a:pt x="1327" y="603"/>
                  </a:lnTo>
                  <a:cubicBezTo>
                    <a:pt x="1354" y="638"/>
                    <a:pt x="1397" y="657"/>
                    <a:pt x="1440" y="657"/>
                  </a:cubicBezTo>
                  <a:cubicBezTo>
                    <a:pt x="1455" y="657"/>
                    <a:pt x="1470" y="654"/>
                    <a:pt x="1485" y="650"/>
                  </a:cubicBezTo>
                  <a:cubicBezTo>
                    <a:pt x="1596" y="603"/>
                    <a:pt x="1707" y="575"/>
                    <a:pt x="1828" y="566"/>
                  </a:cubicBezTo>
                  <a:cubicBezTo>
                    <a:pt x="1893" y="557"/>
                    <a:pt x="1939" y="510"/>
                    <a:pt x="1949" y="455"/>
                  </a:cubicBezTo>
                  <a:lnTo>
                    <a:pt x="1995" y="130"/>
                  </a:lnTo>
                  <a:cubicBezTo>
                    <a:pt x="1995" y="121"/>
                    <a:pt x="2013" y="112"/>
                    <a:pt x="2013" y="112"/>
                  </a:cubicBezTo>
                  <a:close/>
                  <a:moveTo>
                    <a:pt x="2032" y="0"/>
                  </a:moveTo>
                  <a:cubicBezTo>
                    <a:pt x="2004" y="0"/>
                    <a:pt x="1967" y="0"/>
                    <a:pt x="1939" y="28"/>
                  </a:cubicBezTo>
                  <a:cubicBezTo>
                    <a:pt x="1911" y="47"/>
                    <a:pt x="1893" y="74"/>
                    <a:pt x="1884" y="112"/>
                  </a:cubicBezTo>
                  <a:lnTo>
                    <a:pt x="1828" y="436"/>
                  </a:lnTo>
                  <a:cubicBezTo>
                    <a:pt x="1828" y="445"/>
                    <a:pt x="1828" y="455"/>
                    <a:pt x="1819" y="455"/>
                  </a:cubicBezTo>
                  <a:cubicBezTo>
                    <a:pt x="1689" y="464"/>
                    <a:pt x="1559" y="492"/>
                    <a:pt x="1438" y="538"/>
                  </a:cubicBezTo>
                  <a:cubicBezTo>
                    <a:pt x="1438" y="541"/>
                    <a:pt x="1437" y="542"/>
                    <a:pt x="1436" y="542"/>
                  </a:cubicBezTo>
                  <a:cubicBezTo>
                    <a:pt x="1432" y="542"/>
                    <a:pt x="1426" y="538"/>
                    <a:pt x="1420" y="538"/>
                  </a:cubicBezTo>
                  <a:lnTo>
                    <a:pt x="1234" y="269"/>
                  </a:lnTo>
                  <a:cubicBezTo>
                    <a:pt x="1207" y="231"/>
                    <a:pt x="1167" y="212"/>
                    <a:pt x="1126" y="212"/>
                  </a:cubicBezTo>
                  <a:cubicBezTo>
                    <a:pt x="1097" y="212"/>
                    <a:pt x="1066" y="222"/>
                    <a:pt x="1039" y="241"/>
                  </a:cubicBezTo>
                  <a:lnTo>
                    <a:pt x="631" y="538"/>
                  </a:lnTo>
                  <a:cubicBezTo>
                    <a:pt x="566" y="575"/>
                    <a:pt x="557" y="659"/>
                    <a:pt x="603" y="724"/>
                  </a:cubicBezTo>
                  <a:lnTo>
                    <a:pt x="789" y="993"/>
                  </a:lnTo>
                  <a:cubicBezTo>
                    <a:pt x="798" y="993"/>
                    <a:pt x="798" y="1002"/>
                    <a:pt x="789" y="1011"/>
                  </a:cubicBezTo>
                  <a:cubicBezTo>
                    <a:pt x="715" y="1113"/>
                    <a:pt x="640" y="1225"/>
                    <a:pt x="594" y="1336"/>
                  </a:cubicBezTo>
                  <a:cubicBezTo>
                    <a:pt x="585" y="1345"/>
                    <a:pt x="576" y="1345"/>
                    <a:pt x="576" y="1345"/>
                  </a:cubicBezTo>
                  <a:lnTo>
                    <a:pt x="251" y="1299"/>
                  </a:lnTo>
                  <a:cubicBezTo>
                    <a:pt x="241" y="1296"/>
                    <a:pt x="231" y="1295"/>
                    <a:pt x="221" y="1295"/>
                  </a:cubicBezTo>
                  <a:cubicBezTo>
                    <a:pt x="195" y="1295"/>
                    <a:pt x="169" y="1304"/>
                    <a:pt x="149" y="1317"/>
                  </a:cubicBezTo>
                  <a:cubicBezTo>
                    <a:pt x="121" y="1336"/>
                    <a:pt x="102" y="1373"/>
                    <a:pt x="93" y="1410"/>
                  </a:cubicBezTo>
                  <a:lnTo>
                    <a:pt x="19" y="1911"/>
                  </a:lnTo>
                  <a:cubicBezTo>
                    <a:pt x="0" y="1985"/>
                    <a:pt x="56" y="2050"/>
                    <a:pt x="130" y="2060"/>
                  </a:cubicBezTo>
                  <a:lnTo>
                    <a:pt x="455" y="2115"/>
                  </a:lnTo>
                  <a:cubicBezTo>
                    <a:pt x="455" y="2115"/>
                    <a:pt x="464" y="2125"/>
                    <a:pt x="464" y="2125"/>
                  </a:cubicBezTo>
                  <a:cubicBezTo>
                    <a:pt x="483" y="2254"/>
                    <a:pt x="511" y="2384"/>
                    <a:pt x="557" y="2505"/>
                  </a:cubicBezTo>
                  <a:cubicBezTo>
                    <a:pt x="557" y="2514"/>
                    <a:pt x="557" y="2514"/>
                    <a:pt x="548" y="2523"/>
                  </a:cubicBezTo>
                  <a:lnTo>
                    <a:pt x="279" y="2718"/>
                  </a:lnTo>
                  <a:cubicBezTo>
                    <a:pt x="251" y="2737"/>
                    <a:pt x="232" y="2765"/>
                    <a:pt x="223" y="2802"/>
                  </a:cubicBezTo>
                  <a:cubicBezTo>
                    <a:pt x="223" y="2839"/>
                    <a:pt x="232" y="2876"/>
                    <a:pt x="251" y="2904"/>
                  </a:cubicBezTo>
                  <a:lnTo>
                    <a:pt x="548" y="3312"/>
                  </a:lnTo>
                  <a:cubicBezTo>
                    <a:pt x="566" y="3349"/>
                    <a:pt x="603" y="3368"/>
                    <a:pt x="640" y="3368"/>
                  </a:cubicBezTo>
                  <a:cubicBezTo>
                    <a:pt x="648" y="3370"/>
                    <a:pt x="656" y="3371"/>
                    <a:pt x="665" y="3371"/>
                  </a:cubicBezTo>
                  <a:cubicBezTo>
                    <a:pt x="688" y="3371"/>
                    <a:pt x="713" y="3363"/>
                    <a:pt x="733" y="3349"/>
                  </a:cubicBezTo>
                  <a:lnTo>
                    <a:pt x="1002" y="3154"/>
                  </a:lnTo>
                  <a:cubicBezTo>
                    <a:pt x="1007" y="3150"/>
                    <a:pt x="1012" y="3147"/>
                    <a:pt x="1015" y="3147"/>
                  </a:cubicBezTo>
                  <a:cubicBezTo>
                    <a:pt x="1019" y="3147"/>
                    <a:pt x="1021" y="3150"/>
                    <a:pt x="1021" y="3154"/>
                  </a:cubicBezTo>
                  <a:cubicBezTo>
                    <a:pt x="1123" y="3238"/>
                    <a:pt x="1234" y="3303"/>
                    <a:pt x="1355" y="3358"/>
                  </a:cubicBezTo>
                  <a:cubicBezTo>
                    <a:pt x="1355" y="3358"/>
                    <a:pt x="1364" y="3368"/>
                    <a:pt x="1364" y="3377"/>
                  </a:cubicBezTo>
                  <a:lnTo>
                    <a:pt x="1308" y="3702"/>
                  </a:lnTo>
                  <a:cubicBezTo>
                    <a:pt x="1299" y="3776"/>
                    <a:pt x="1346" y="3841"/>
                    <a:pt x="1420" y="3850"/>
                  </a:cubicBezTo>
                  <a:lnTo>
                    <a:pt x="1921" y="3934"/>
                  </a:lnTo>
                  <a:lnTo>
                    <a:pt x="1949" y="3934"/>
                  </a:lnTo>
                  <a:cubicBezTo>
                    <a:pt x="1976" y="3934"/>
                    <a:pt x="2004" y="3924"/>
                    <a:pt x="2023" y="3906"/>
                  </a:cubicBezTo>
                  <a:cubicBezTo>
                    <a:pt x="2051" y="3887"/>
                    <a:pt x="2069" y="3859"/>
                    <a:pt x="2078" y="3822"/>
                  </a:cubicBezTo>
                  <a:lnTo>
                    <a:pt x="2125" y="3498"/>
                  </a:lnTo>
                  <a:cubicBezTo>
                    <a:pt x="2134" y="3488"/>
                    <a:pt x="2134" y="3479"/>
                    <a:pt x="2143" y="3479"/>
                  </a:cubicBezTo>
                  <a:cubicBezTo>
                    <a:pt x="2273" y="3470"/>
                    <a:pt x="2394" y="3442"/>
                    <a:pt x="2514" y="3395"/>
                  </a:cubicBezTo>
                  <a:cubicBezTo>
                    <a:pt x="2517" y="3392"/>
                    <a:pt x="2521" y="3391"/>
                    <a:pt x="2523" y="3391"/>
                  </a:cubicBezTo>
                  <a:cubicBezTo>
                    <a:pt x="2529" y="3391"/>
                    <a:pt x="2533" y="3395"/>
                    <a:pt x="2533" y="3395"/>
                  </a:cubicBezTo>
                  <a:lnTo>
                    <a:pt x="2728" y="3664"/>
                  </a:lnTo>
                  <a:cubicBezTo>
                    <a:pt x="2755" y="3702"/>
                    <a:pt x="2794" y="3721"/>
                    <a:pt x="2834" y="3721"/>
                  </a:cubicBezTo>
                  <a:cubicBezTo>
                    <a:pt x="2862" y="3721"/>
                    <a:pt x="2890" y="3712"/>
                    <a:pt x="2913" y="3692"/>
                  </a:cubicBezTo>
                  <a:lnTo>
                    <a:pt x="3331" y="3395"/>
                  </a:lnTo>
                  <a:cubicBezTo>
                    <a:pt x="3386" y="3358"/>
                    <a:pt x="3405" y="3266"/>
                    <a:pt x="3359" y="3210"/>
                  </a:cubicBezTo>
                  <a:lnTo>
                    <a:pt x="3164" y="2941"/>
                  </a:lnTo>
                  <a:cubicBezTo>
                    <a:pt x="3164" y="2941"/>
                    <a:pt x="3164" y="2932"/>
                    <a:pt x="3164" y="2922"/>
                  </a:cubicBezTo>
                  <a:cubicBezTo>
                    <a:pt x="3247" y="2820"/>
                    <a:pt x="3312" y="2709"/>
                    <a:pt x="3368" y="2598"/>
                  </a:cubicBezTo>
                  <a:cubicBezTo>
                    <a:pt x="3368" y="2588"/>
                    <a:pt x="3377" y="2588"/>
                    <a:pt x="3386" y="2588"/>
                  </a:cubicBezTo>
                  <a:lnTo>
                    <a:pt x="3711" y="2635"/>
                  </a:lnTo>
                  <a:cubicBezTo>
                    <a:pt x="3721" y="2637"/>
                    <a:pt x="3730" y="2638"/>
                    <a:pt x="3740" y="2638"/>
                  </a:cubicBezTo>
                  <a:cubicBezTo>
                    <a:pt x="3802" y="2638"/>
                    <a:pt x="3853" y="2588"/>
                    <a:pt x="3869" y="2523"/>
                  </a:cubicBezTo>
                  <a:lnTo>
                    <a:pt x="3943" y="2023"/>
                  </a:lnTo>
                  <a:cubicBezTo>
                    <a:pt x="3952" y="1948"/>
                    <a:pt x="3906" y="1883"/>
                    <a:pt x="3832" y="1874"/>
                  </a:cubicBezTo>
                  <a:lnTo>
                    <a:pt x="3507" y="1818"/>
                  </a:lnTo>
                  <a:cubicBezTo>
                    <a:pt x="3498" y="1818"/>
                    <a:pt x="3498" y="1809"/>
                    <a:pt x="3498" y="1800"/>
                  </a:cubicBezTo>
                  <a:cubicBezTo>
                    <a:pt x="3479" y="1679"/>
                    <a:pt x="3451" y="1549"/>
                    <a:pt x="3405" y="1429"/>
                  </a:cubicBezTo>
                  <a:cubicBezTo>
                    <a:pt x="3405" y="1420"/>
                    <a:pt x="3405" y="1410"/>
                    <a:pt x="3414" y="1410"/>
                  </a:cubicBezTo>
                  <a:lnTo>
                    <a:pt x="3674" y="1215"/>
                  </a:lnTo>
                  <a:cubicBezTo>
                    <a:pt x="3711" y="1197"/>
                    <a:pt x="3730" y="1169"/>
                    <a:pt x="3730" y="1132"/>
                  </a:cubicBezTo>
                  <a:cubicBezTo>
                    <a:pt x="3739" y="1095"/>
                    <a:pt x="3730" y="1058"/>
                    <a:pt x="3711" y="1030"/>
                  </a:cubicBezTo>
                  <a:lnTo>
                    <a:pt x="3405" y="622"/>
                  </a:lnTo>
                  <a:cubicBezTo>
                    <a:pt x="3382" y="582"/>
                    <a:pt x="3342" y="563"/>
                    <a:pt x="3299" y="563"/>
                  </a:cubicBezTo>
                  <a:cubicBezTo>
                    <a:pt x="3272" y="563"/>
                    <a:pt x="3244" y="570"/>
                    <a:pt x="3219" y="585"/>
                  </a:cubicBezTo>
                  <a:lnTo>
                    <a:pt x="2950" y="779"/>
                  </a:lnTo>
                  <a:cubicBezTo>
                    <a:pt x="2950" y="784"/>
                    <a:pt x="2948" y="786"/>
                    <a:pt x="2945" y="786"/>
                  </a:cubicBezTo>
                  <a:cubicBezTo>
                    <a:pt x="2941" y="786"/>
                    <a:pt x="2936" y="784"/>
                    <a:pt x="2932" y="779"/>
                  </a:cubicBezTo>
                  <a:cubicBezTo>
                    <a:pt x="2839" y="696"/>
                    <a:pt x="2728" y="631"/>
                    <a:pt x="2607" y="575"/>
                  </a:cubicBezTo>
                  <a:cubicBezTo>
                    <a:pt x="2598" y="575"/>
                    <a:pt x="2598" y="566"/>
                    <a:pt x="2598" y="557"/>
                  </a:cubicBezTo>
                  <a:lnTo>
                    <a:pt x="2654" y="232"/>
                  </a:lnTo>
                  <a:cubicBezTo>
                    <a:pt x="2654" y="195"/>
                    <a:pt x="2644" y="167"/>
                    <a:pt x="2626" y="139"/>
                  </a:cubicBezTo>
                  <a:cubicBezTo>
                    <a:pt x="2607" y="102"/>
                    <a:pt x="2570" y="84"/>
                    <a:pt x="2542" y="84"/>
                  </a:cubicBezTo>
                  <a:lnTo>
                    <a:pt x="20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131;p43">
              <a:extLst>
                <a:ext uri="{FF2B5EF4-FFF2-40B4-BE49-F238E27FC236}">
                  <a16:creationId xmlns:a16="http://schemas.microsoft.com/office/drawing/2014/main" id="{2D2669EE-D5FF-EE9D-0A26-6CFD76BE4DEB}"/>
                </a:ext>
              </a:extLst>
            </p:cNvPr>
            <p:cNvSpPr/>
            <p:nvPr/>
          </p:nvSpPr>
          <p:spPr>
            <a:xfrm>
              <a:off x="849225" y="2701300"/>
              <a:ext cx="3025" cy="246550"/>
            </a:xfrm>
            <a:custGeom>
              <a:avLst/>
              <a:gdLst/>
              <a:ahLst/>
              <a:cxnLst/>
              <a:rect l="l" t="t" r="r" b="b"/>
              <a:pathLst>
                <a:path w="121" h="98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520"/>
                  </a:lnTo>
                  <a:cubicBezTo>
                    <a:pt x="0" y="557"/>
                    <a:pt x="28" y="585"/>
                    <a:pt x="56" y="585"/>
                  </a:cubicBezTo>
                  <a:cubicBezTo>
                    <a:pt x="93" y="585"/>
                    <a:pt x="121" y="557"/>
                    <a:pt x="121" y="520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  <a:moveTo>
                    <a:pt x="56" y="928"/>
                  </a:moveTo>
                  <a:cubicBezTo>
                    <a:pt x="28" y="928"/>
                    <a:pt x="0" y="956"/>
                    <a:pt x="0" y="984"/>
                  </a:cubicBezTo>
                  <a:lnTo>
                    <a:pt x="0" y="1447"/>
                  </a:lnTo>
                  <a:cubicBezTo>
                    <a:pt x="0" y="1484"/>
                    <a:pt x="28" y="1512"/>
                    <a:pt x="56" y="1512"/>
                  </a:cubicBezTo>
                  <a:cubicBezTo>
                    <a:pt x="93" y="1512"/>
                    <a:pt x="121" y="1484"/>
                    <a:pt x="121" y="1447"/>
                  </a:cubicBezTo>
                  <a:lnTo>
                    <a:pt x="121" y="984"/>
                  </a:lnTo>
                  <a:cubicBezTo>
                    <a:pt x="121" y="956"/>
                    <a:pt x="93" y="928"/>
                    <a:pt x="56" y="928"/>
                  </a:cubicBezTo>
                  <a:close/>
                  <a:moveTo>
                    <a:pt x="56" y="1856"/>
                  </a:moveTo>
                  <a:cubicBezTo>
                    <a:pt x="28" y="1856"/>
                    <a:pt x="0" y="1883"/>
                    <a:pt x="0" y="1911"/>
                  </a:cubicBezTo>
                  <a:lnTo>
                    <a:pt x="0" y="2375"/>
                  </a:lnTo>
                  <a:cubicBezTo>
                    <a:pt x="0" y="2412"/>
                    <a:pt x="28" y="2440"/>
                    <a:pt x="56" y="2440"/>
                  </a:cubicBezTo>
                  <a:cubicBezTo>
                    <a:pt x="93" y="2440"/>
                    <a:pt x="121" y="2412"/>
                    <a:pt x="121" y="2375"/>
                  </a:cubicBezTo>
                  <a:lnTo>
                    <a:pt x="121" y="1911"/>
                  </a:lnTo>
                  <a:cubicBezTo>
                    <a:pt x="121" y="1883"/>
                    <a:pt x="93" y="1856"/>
                    <a:pt x="56" y="1856"/>
                  </a:cubicBezTo>
                  <a:close/>
                  <a:moveTo>
                    <a:pt x="56" y="2783"/>
                  </a:moveTo>
                  <a:cubicBezTo>
                    <a:pt x="28" y="2783"/>
                    <a:pt x="0" y="2811"/>
                    <a:pt x="0" y="2839"/>
                  </a:cubicBezTo>
                  <a:lnTo>
                    <a:pt x="0" y="3303"/>
                  </a:lnTo>
                  <a:cubicBezTo>
                    <a:pt x="0" y="3340"/>
                    <a:pt x="28" y="3368"/>
                    <a:pt x="56" y="3368"/>
                  </a:cubicBezTo>
                  <a:cubicBezTo>
                    <a:pt x="93" y="3368"/>
                    <a:pt x="121" y="3340"/>
                    <a:pt x="121" y="3303"/>
                  </a:cubicBezTo>
                  <a:lnTo>
                    <a:pt x="121" y="2839"/>
                  </a:lnTo>
                  <a:cubicBezTo>
                    <a:pt x="121" y="2811"/>
                    <a:pt x="93" y="2783"/>
                    <a:pt x="56" y="2783"/>
                  </a:cubicBezTo>
                  <a:close/>
                  <a:moveTo>
                    <a:pt x="56" y="3711"/>
                  </a:moveTo>
                  <a:cubicBezTo>
                    <a:pt x="28" y="3711"/>
                    <a:pt x="0" y="3739"/>
                    <a:pt x="0" y="3767"/>
                  </a:cubicBezTo>
                  <a:lnTo>
                    <a:pt x="0" y="4230"/>
                  </a:lnTo>
                  <a:cubicBezTo>
                    <a:pt x="0" y="4267"/>
                    <a:pt x="28" y="4295"/>
                    <a:pt x="56" y="4295"/>
                  </a:cubicBezTo>
                  <a:cubicBezTo>
                    <a:pt x="93" y="4295"/>
                    <a:pt x="121" y="4267"/>
                    <a:pt x="121" y="4230"/>
                  </a:cubicBezTo>
                  <a:lnTo>
                    <a:pt x="121" y="3767"/>
                  </a:lnTo>
                  <a:cubicBezTo>
                    <a:pt x="121" y="3739"/>
                    <a:pt x="93" y="3711"/>
                    <a:pt x="56" y="3711"/>
                  </a:cubicBezTo>
                  <a:close/>
                  <a:moveTo>
                    <a:pt x="56" y="4639"/>
                  </a:moveTo>
                  <a:cubicBezTo>
                    <a:pt x="28" y="4639"/>
                    <a:pt x="0" y="4666"/>
                    <a:pt x="0" y="4694"/>
                  </a:cubicBezTo>
                  <a:lnTo>
                    <a:pt x="0" y="5158"/>
                  </a:lnTo>
                  <a:cubicBezTo>
                    <a:pt x="0" y="5195"/>
                    <a:pt x="28" y="5223"/>
                    <a:pt x="56" y="5223"/>
                  </a:cubicBezTo>
                  <a:cubicBezTo>
                    <a:pt x="93" y="5223"/>
                    <a:pt x="121" y="5195"/>
                    <a:pt x="121" y="5158"/>
                  </a:cubicBezTo>
                  <a:lnTo>
                    <a:pt x="121" y="4694"/>
                  </a:lnTo>
                  <a:cubicBezTo>
                    <a:pt x="121" y="4666"/>
                    <a:pt x="93" y="4639"/>
                    <a:pt x="56" y="4639"/>
                  </a:cubicBezTo>
                  <a:close/>
                  <a:moveTo>
                    <a:pt x="56" y="5566"/>
                  </a:moveTo>
                  <a:cubicBezTo>
                    <a:pt x="28" y="5566"/>
                    <a:pt x="0" y="5594"/>
                    <a:pt x="0" y="5622"/>
                  </a:cubicBezTo>
                  <a:lnTo>
                    <a:pt x="0" y="6086"/>
                  </a:lnTo>
                  <a:cubicBezTo>
                    <a:pt x="0" y="6123"/>
                    <a:pt x="28" y="6151"/>
                    <a:pt x="56" y="6151"/>
                  </a:cubicBezTo>
                  <a:cubicBezTo>
                    <a:pt x="93" y="6151"/>
                    <a:pt x="121" y="6123"/>
                    <a:pt x="121" y="6086"/>
                  </a:cubicBezTo>
                  <a:lnTo>
                    <a:pt x="121" y="5622"/>
                  </a:lnTo>
                  <a:cubicBezTo>
                    <a:pt x="121" y="5594"/>
                    <a:pt x="93" y="5566"/>
                    <a:pt x="56" y="5566"/>
                  </a:cubicBezTo>
                  <a:close/>
                  <a:moveTo>
                    <a:pt x="56" y="6494"/>
                  </a:moveTo>
                  <a:cubicBezTo>
                    <a:pt x="28" y="6494"/>
                    <a:pt x="0" y="6522"/>
                    <a:pt x="0" y="6549"/>
                  </a:cubicBezTo>
                  <a:lnTo>
                    <a:pt x="0" y="7013"/>
                  </a:lnTo>
                  <a:cubicBezTo>
                    <a:pt x="0" y="7050"/>
                    <a:pt x="28" y="7078"/>
                    <a:pt x="56" y="7078"/>
                  </a:cubicBezTo>
                  <a:cubicBezTo>
                    <a:pt x="93" y="7078"/>
                    <a:pt x="121" y="7050"/>
                    <a:pt x="121" y="7013"/>
                  </a:cubicBezTo>
                  <a:lnTo>
                    <a:pt x="121" y="6549"/>
                  </a:lnTo>
                  <a:cubicBezTo>
                    <a:pt x="121" y="6522"/>
                    <a:pt x="93" y="6494"/>
                    <a:pt x="56" y="6494"/>
                  </a:cubicBezTo>
                  <a:close/>
                  <a:moveTo>
                    <a:pt x="56" y="7421"/>
                  </a:moveTo>
                  <a:cubicBezTo>
                    <a:pt x="28" y="7421"/>
                    <a:pt x="0" y="7449"/>
                    <a:pt x="0" y="7477"/>
                  </a:cubicBezTo>
                  <a:lnTo>
                    <a:pt x="0" y="7941"/>
                  </a:lnTo>
                  <a:cubicBezTo>
                    <a:pt x="0" y="7978"/>
                    <a:pt x="28" y="8006"/>
                    <a:pt x="56" y="8006"/>
                  </a:cubicBezTo>
                  <a:cubicBezTo>
                    <a:pt x="93" y="8006"/>
                    <a:pt x="121" y="7978"/>
                    <a:pt x="121" y="7941"/>
                  </a:cubicBezTo>
                  <a:lnTo>
                    <a:pt x="121" y="7477"/>
                  </a:lnTo>
                  <a:cubicBezTo>
                    <a:pt x="121" y="7449"/>
                    <a:pt x="93" y="7421"/>
                    <a:pt x="56" y="7421"/>
                  </a:cubicBezTo>
                  <a:close/>
                  <a:moveTo>
                    <a:pt x="56" y="8349"/>
                  </a:moveTo>
                  <a:cubicBezTo>
                    <a:pt x="28" y="8349"/>
                    <a:pt x="0" y="8377"/>
                    <a:pt x="0" y="8405"/>
                  </a:cubicBezTo>
                  <a:lnTo>
                    <a:pt x="0" y="8869"/>
                  </a:lnTo>
                  <a:cubicBezTo>
                    <a:pt x="0" y="8906"/>
                    <a:pt x="28" y="8934"/>
                    <a:pt x="56" y="8934"/>
                  </a:cubicBezTo>
                  <a:cubicBezTo>
                    <a:pt x="93" y="8934"/>
                    <a:pt x="121" y="8906"/>
                    <a:pt x="121" y="8869"/>
                  </a:cubicBezTo>
                  <a:lnTo>
                    <a:pt x="121" y="8405"/>
                  </a:lnTo>
                  <a:cubicBezTo>
                    <a:pt x="121" y="8377"/>
                    <a:pt x="93" y="8349"/>
                    <a:pt x="56" y="8349"/>
                  </a:cubicBezTo>
                  <a:close/>
                  <a:moveTo>
                    <a:pt x="56" y="9277"/>
                  </a:moveTo>
                  <a:cubicBezTo>
                    <a:pt x="28" y="9277"/>
                    <a:pt x="0" y="9305"/>
                    <a:pt x="0" y="9332"/>
                  </a:cubicBezTo>
                  <a:lnTo>
                    <a:pt x="0" y="9796"/>
                  </a:lnTo>
                  <a:cubicBezTo>
                    <a:pt x="0" y="9833"/>
                    <a:pt x="28" y="9861"/>
                    <a:pt x="56" y="9861"/>
                  </a:cubicBezTo>
                  <a:cubicBezTo>
                    <a:pt x="93" y="9861"/>
                    <a:pt x="121" y="9833"/>
                    <a:pt x="121" y="9796"/>
                  </a:cubicBezTo>
                  <a:lnTo>
                    <a:pt x="121" y="9332"/>
                  </a:lnTo>
                  <a:cubicBezTo>
                    <a:pt x="121" y="9305"/>
                    <a:pt x="93" y="9277"/>
                    <a:pt x="56" y="92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132;p43">
              <a:extLst>
                <a:ext uri="{FF2B5EF4-FFF2-40B4-BE49-F238E27FC236}">
                  <a16:creationId xmlns:a16="http://schemas.microsoft.com/office/drawing/2014/main" id="{7ED96FE3-7550-DAAA-A59C-7DBB5475A2B3}"/>
                </a:ext>
              </a:extLst>
            </p:cNvPr>
            <p:cNvSpPr/>
            <p:nvPr/>
          </p:nvSpPr>
          <p:spPr>
            <a:xfrm>
              <a:off x="888650" y="2354575"/>
              <a:ext cx="43150" cy="43400"/>
            </a:xfrm>
            <a:custGeom>
              <a:avLst/>
              <a:gdLst/>
              <a:ahLst/>
              <a:cxnLst/>
              <a:rect l="l" t="t" r="r" b="b"/>
              <a:pathLst>
                <a:path w="1726" h="1736" extrusionOk="0">
                  <a:moveTo>
                    <a:pt x="863" y="177"/>
                  </a:moveTo>
                  <a:lnTo>
                    <a:pt x="1095" y="613"/>
                  </a:lnTo>
                  <a:cubicBezTo>
                    <a:pt x="1104" y="622"/>
                    <a:pt x="1113" y="631"/>
                    <a:pt x="1123" y="631"/>
                  </a:cubicBezTo>
                  <a:lnTo>
                    <a:pt x="1549" y="873"/>
                  </a:lnTo>
                  <a:lnTo>
                    <a:pt x="1113" y="1105"/>
                  </a:lnTo>
                  <a:cubicBezTo>
                    <a:pt x="1104" y="1105"/>
                    <a:pt x="1104" y="1114"/>
                    <a:pt x="1095" y="1123"/>
                  </a:cubicBezTo>
                  <a:lnTo>
                    <a:pt x="863" y="1550"/>
                  </a:lnTo>
                  <a:lnTo>
                    <a:pt x="631" y="1123"/>
                  </a:lnTo>
                  <a:cubicBezTo>
                    <a:pt x="622" y="1114"/>
                    <a:pt x="612" y="1105"/>
                    <a:pt x="603" y="1105"/>
                  </a:cubicBezTo>
                  <a:lnTo>
                    <a:pt x="176" y="863"/>
                  </a:lnTo>
                  <a:lnTo>
                    <a:pt x="603" y="631"/>
                  </a:lnTo>
                  <a:cubicBezTo>
                    <a:pt x="612" y="622"/>
                    <a:pt x="622" y="622"/>
                    <a:pt x="631" y="613"/>
                  </a:cubicBezTo>
                  <a:lnTo>
                    <a:pt x="863" y="177"/>
                  </a:lnTo>
                  <a:close/>
                  <a:moveTo>
                    <a:pt x="863" y="1"/>
                  </a:moveTo>
                  <a:cubicBezTo>
                    <a:pt x="844" y="1"/>
                    <a:pt x="826" y="10"/>
                    <a:pt x="816" y="28"/>
                  </a:cubicBezTo>
                  <a:lnTo>
                    <a:pt x="538" y="539"/>
                  </a:lnTo>
                  <a:lnTo>
                    <a:pt x="28" y="817"/>
                  </a:lnTo>
                  <a:cubicBezTo>
                    <a:pt x="9" y="826"/>
                    <a:pt x="0" y="845"/>
                    <a:pt x="0" y="863"/>
                  </a:cubicBezTo>
                  <a:cubicBezTo>
                    <a:pt x="0" y="882"/>
                    <a:pt x="9" y="910"/>
                    <a:pt x="28" y="919"/>
                  </a:cubicBezTo>
                  <a:lnTo>
                    <a:pt x="529" y="1197"/>
                  </a:lnTo>
                  <a:lnTo>
                    <a:pt x="807" y="1698"/>
                  </a:lnTo>
                  <a:cubicBezTo>
                    <a:pt x="816" y="1717"/>
                    <a:pt x="835" y="1735"/>
                    <a:pt x="863" y="1735"/>
                  </a:cubicBezTo>
                  <a:cubicBezTo>
                    <a:pt x="881" y="1735"/>
                    <a:pt x="900" y="1717"/>
                    <a:pt x="909" y="1698"/>
                  </a:cubicBezTo>
                  <a:lnTo>
                    <a:pt x="1188" y="1197"/>
                  </a:lnTo>
                  <a:lnTo>
                    <a:pt x="1698" y="919"/>
                  </a:lnTo>
                  <a:cubicBezTo>
                    <a:pt x="1716" y="910"/>
                    <a:pt x="1726" y="891"/>
                    <a:pt x="1726" y="873"/>
                  </a:cubicBezTo>
                  <a:cubicBezTo>
                    <a:pt x="1726" y="845"/>
                    <a:pt x="1716" y="826"/>
                    <a:pt x="1698" y="817"/>
                  </a:cubicBezTo>
                  <a:lnTo>
                    <a:pt x="1188" y="539"/>
                  </a:lnTo>
                  <a:lnTo>
                    <a:pt x="919" y="28"/>
                  </a:lnTo>
                  <a:cubicBezTo>
                    <a:pt x="909" y="10"/>
                    <a:pt x="881" y="1"/>
                    <a:pt x="8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133;p43">
              <a:extLst>
                <a:ext uri="{FF2B5EF4-FFF2-40B4-BE49-F238E27FC236}">
                  <a16:creationId xmlns:a16="http://schemas.microsoft.com/office/drawing/2014/main" id="{7E75D8B6-E1B9-3D73-6DB8-243B8177532E}"/>
                </a:ext>
              </a:extLst>
            </p:cNvPr>
            <p:cNvSpPr/>
            <p:nvPr/>
          </p:nvSpPr>
          <p:spPr>
            <a:xfrm>
              <a:off x="1122175" y="3270875"/>
              <a:ext cx="44800" cy="44550"/>
            </a:xfrm>
            <a:custGeom>
              <a:avLst/>
              <a:gdLst/>
              <a:ahLst/>
              <a:cxnLst/>
              <a:rect l="l" t="t" r="r" b="b"/>
              <a:pathLst>
                <a:path w="1792" h="1782" extrusionOk="0">
                  <a:moveTo>
                    <a:pt x="901" y="177"/>
                  </a:moveTo>
                  <a:lnTo>
                    <a:pt x="1142" y="622"/>
                  </a:lnTo>
                  <a:cubicBezTo>
                    <a:pt x="1151" y="631"/>
                    <a:pt x="1160" y="641"/>
                    <a:pt x="1170" y="650"/>
                  </a:cubicBezTo>
                  <a:lnTo>
                    <a:pt x="1615" y="891"/>
                  </a:lnTo>
                  <a:lnTo>
                    <a:pt x="1170" y="1142"/>
                  </a:lnTo>
                  <a:cubicBezTo>
                    <a:pt x="1160" y="1142"/>
                    <a:pt x="1151" y="1151"/>
                    <a:pt x="1142" y="1160"/>
                  </a:cubicBezTo>
                  <a:lnTo>
                    <a:pt x="901" y="1605"/>
                  </a:lnTo>
                  <a:lnTo>
                    <a:pt x="650" y="1160"/>
                  </a:lnTo>
                  <a:cubicBezTo>
                    <a:pt x="650" y="1151"/>
                    <a:pt x="641" y="1142"/>
                    <a:pt x="632" y="1132"/>
                  </a:cubicBezTo>
                  <a:lnTo>
                    <a:pt x="186" y="891"/>
                  </a:lnTo>
                  <a:lnTo>
                    <a:pt x="632" y="650"/>
                  </a:lnTo>
                  <a:cubicBezTo>
                    <a:pt x="641" y="641"/>
                    <a:pt x="650" y="631"/>
                    <a:pt x="650" y="622"/>
                  </a:cubicBezTo>
                  <a:lnTo>
                    <a:pt x="901" y="177"/>
                  </a:lnTo>
                  <a:close/>
                  <a:moveTo>
                    <a:pt x="901" y="1"/>
                  </a:moveTo>
                  <a:cubicBezTo>
                    <a:pt x="882" y="1"/>
                    <a:pt x="854" y="10"/>
                    <a:pt x="845" y="28"/>
                  </a:cubicBezTo>
                  <a:lnTo>
                    <a:pt x="557" y="557"/>
                  </a:lnTo>
                  <a:lnTo>
                    <a:pt x="38" y="836"/>
                  </a:lnTo>
                  <a:cubicBezTo>
                    <a:pt x="19" y="845"/>
                    <a:pt x="1" y="873"/>
                    <a:pt x="1" y="891"/>
                  </a:cubicBezTo>
                  <a:cubicBezTo>
                    <a:pt x="1" y="910"/>
                    <a:pt x="19" y="928"/>
                    <a:pt x="38" y="938"/>
                  </a:cubicBezTo>
                  <a:lnTo>
                    <a:pt x="557" y="1225"/>
                  </a:lnTo>
                  <a:lnTo>
                    <a:pt x="845" y="1754"/>
                  </a:lnTo>
                  <a:cubicBezTo>
                    <a:pt x="854" y="1772"/>
                    <a:pt x="873" y="1782"/>
                    <a:pt x="891" y="1782"/>
                  </a:cubicBezTo>
                  <a:cubicBezTo>
                    <a:pt x="919" y="1782"/>
                    <a:pt x="938" y="1772"/>
                    <a:pt x="947" y="1754"/>
                  </a:cubicBezTo>
                  <a:lnTo>
                    <a:pt x="1235" y="1234"/>
                  </a:lnTo>
                  <a:lnTo>
                    <a:pt x="1763" y="947"/>
                  </a:lnTo>
                  <a:cubicBezTo>
                    <a:pt x="1773" y="938"/>
                    <a:pt x="1791" y="919"/>
                    <a:pt x="1791" y="891"/>
                  </a:cubicBezTo>
                  <a:cubicBezTo>
                    <a:pt x="1791" y="873"/>
                    <a:pt x="1782" y="854"/>
                    <a:pt x="1763" y="845"/>
                  </a:cubicBezTo>
                  <a:lnTo>
                    <a:pt x="1235" y="557"/>
                  </a:lnTo>
                  <a:lnTo>
                    <a:pt x="947" y="28"/>
                  </a:lnTo>
                  <a:cubicBezTo>
                    <a:pt x="938" y="10"/>
                    <a:pt x="919" y="1"/>
                    <a:pt x="9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134;p43">
              <a:extLst>
                <a:ext uri="{FF2B5EF4-FFF2-40B4-BE49-F238E27FC236}">
                  <a16:creationId xmlns:a16="http://schemas.microsoft.com/office/drawing/2014/main" id="{4112944C-35D2-5E8A-6990-4A129BECC485}"/>
                </a:ext>
              </a:extLst>
            </p:cNvPr>
            <p:cNvSpPr/>
            <p:nvPr/>
          </p:nvSpPr>
          <p:spPr>
            <a:xfrm>
              <a:off x="1306550" y="2306100"/>
              <a:ext cx="2825" cy="16500"/>
            </a:xfrm>
            <a:custGeom>
              <a:avLst/>
              <a:gdLst/>
              <a:ahLst/>
              <a:cxnLst/>
              <a:rect l="l" t="t" r="r" b="b"/>
              <a:pathLst>
                <a:path w="113" h="660" extrusionOk="0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lnTo>
                    <a:pt x="1" y="604"/>
                  </a:lnTo>
                  <a:cubicBezTo>
                    <a:pt x="1" y="632"/>
                    <a:pt x="29" y="659"/>
                    <a:pt x="56" y="659"/>
                  </a:cubicBezTo>
                  <a:cubicBezTo>
                    <a:pt x="93" y="659"/>
                    <a:pt x="112" y="632"/>
                    <a:pt x="112" y="604"/>
                  </a:cubicBezTo>
                  <a:lnTo>
                    <a:pt x="112" y="56"/>
                  </a:lnTo>
                  <a:cubicBezTo>
                    <a:pt x="112" y="29"/>
                    <a:pt x="93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135;p43">
              <a:extLst>
                <a:ext uri="{FF2B5EF4-FFF2-40B4-BE49-F238E27FC236}">
                  <a16:creationId xmlns:a16="http://schemas.microsoft.com/office/drawing/2014/main" id="{227E7087-FC0C-820C-9D1D-FC13CAEE70BE}"/>
                </a:ext>
              </a:extLst>
            </p:cNvPr>
            <p:cNvSpPr/>
            <p:nvPr/>
          </p:nvSpPr>
          <p:spPr>
            <a:xfrm>
              <a:off x="1306550" y="2340900"/>
              <a:ext cx="2825" cy="16475"/>
            </a:xfrm>
            <a:custGeom>
              <a:avLst/>
              <a:gdLst/>
              <a:ahLst/>
              <a:cxnLst/>
              <a:rect l="l" t="t" r="r" b="b"/>
              <a:pathLst>
                <a:path w="113" h="659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03"/>
                  </a:lnTo>
                  <a:cubicBezTo>
                    <a:pt x="1" y="631"/>
                    <a:pt x="29" y="659"/>
                    <a:pt x="56" y="659"/>
                  </a:cubicBezTo>
                  <a:cubicBezTo>
                    <a:pt x="93" y="659"/>
                    <a:pt x="112" y="631"/>
                    <a:pt x="112" y="603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36;p43">
              <a:extLst>
                <a:ext uri="{FF2B5EF4-FFF2-40B4-BE49-F238E27FC236}">
                  <a16:creationId xmlns:a16="http://schemas.microsoft.com/office/drawing/2014/main" id="{FC98D885-A80A-BF87-05C0-C334FCD04FAB}"/>
                </a:ext>
              </a:extLst>
            </p:cNvPr>
            <p:cNvSpPr/>
            <p:nvPr/>
          </p:nvSpPr>
          <p:spPr>
            <a:xfrm>
              <a:off x="1317225" y="2330225"/>
              <a:ext cx="16500" cy="3050"/>
            </a:xfrm>
            <a:custGeom>
              <a:avLst/>
              <a:gdLst/>
              <a:ahLst/>
              <a:cxnLst/>
              <a:rect l="l" t="t" r="r" b="b"/>
              <a:pathLst>
                <a:path w="660" h="122" extrusionOk="0">
                  <a:moveTo>
                    <a:pt x="56" y="1"/>
                  </a:moveTo>
                  <a:cubicBezTo>
                    <a:pt x="19" y="1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594" y="121"/>
                  </a:lnTo>
                  <a:cubicBezTo>
                    <a:pt x="631" y="121"/>
                    <a:pt x="659" y="93"/>
                    <a:pt x="659" y="65"/>
                  </a:cubicBezTo>
                  <a:cubicBezTo>
                    <a:pt x="659" y="28"/>
                    <a:pt x="631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137;p43">
              <a:extLst>
                <a:ext uri="{FF2B5EF4-FFF2-40B4-BE49-F238E27FC236}">
                  <a16:creationId xmlns:a16="http://schemas.microsoft.com/office/drawing/2014/main" id="{31FB28BE-693C-BF40-D0C8-AA7D597045C5}"/>
                </a:ext>
              </a:extLst>
            </p:cNvPr>
            <p:cNvSpPr/>
            <p:nvPr/>
          </p:nvSpPr>
          <p:spPr>
            <a:xfrm>
              <a:off x="1282425" y="2330225"/>
              <a:ext cx="16500" cy="3050"/>
            </a:xfrm>
            <a:custGeom>
              <a:avLst/>
              <a:gdLst/>
              <a:ahLst/>
              <a:cxnLst/>
              <a:rect l="l" t="t" r="r" b="b"/>
              <a:pathLst>
                <a:path w="660" h="122" extrusionOk="0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595" y="121"/>
                  </a:lnTo>
                  <a:cubicBezTo>
                    <a:pt x="632" y="121"/>
                    <a:pt x="660" y="93"/>
                    <a:pt x="660" y="65"/>
                  </a:cubicBezTo>
                  <a:cubicBezTo>
                    <a:pt x="660" y="28"/>
                    <a:pt x="632" y="1"/>
                    <a:pt x="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138;p43">
              <a:extLst>
                <a:ext uri="{FF2B5EF4-FFF2-40B4-BE49-F238E27FC236}">
                  <a16:creationId xmlns:a16="http://schemas.microsoft.com/office/drawing/2014/main" id="{DB1B9782-94AB-B625-C193-0F851C073FA0}"/>
                </a:ext>
              </a:extLst>
            </p:cNvPr>
            <p:cNvSpPr/>
            <p:nvPr/>
          </p:nvSpPr>
          <p:spPr>
            <a:xfrm>
              <a:off x="1290775" y="2339275"/>
              <a:ext cx="9775" cy="9525"/>
            </a:xfrm>
            <a:custGeom>
              <a:avLst/>
              <a:gdLst/>
              <a:ahLst/>
              <a:cxnLst/>
              <a:rect l="l" t="t" r="r" b="b"/>
              <a:pathLst>
                <a:path w="391" h="381" extrusionOk="0">
                  <a:moveTo>
                    <a:pt x="1" y="381"/>
                  </a:moveTo>
                  <a:lnTo>
                    <a:pt x="39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139;p43">
              <a:extLst>
                <a:ext uri="{FF2B5EF4-FFF2-40B4-BE49-F238E27FC236}">
                  <a16:creationId xmlns:a16="http://schemas.microsoft.com/office/drawing/2014/main" id="{D91759BC-9401-19F6-4270-D9E896D8EA2E}"/>
                </a:ext>
              </a:extLst>
            </p:cNvPr>
            <p:cNvSpPr/>
            <p:nvPr/>
          </p:nvSpPr>
          <p:spPr>
            <a:xfrm>
              <a:off x="1289400" y="2337775"/>
              <a:ext cx="12775" cy="12425"/>
            </a:xfrm>
            <a:custGeom>
              <a:avLst/>
              <a:gdLst/>
              <a:ahLst/>
              <a:cxnLst/>
              <a:rect l="l" t="t" r="r" b="b"/>
              <a:pathLst>
                <a:path w="511" h="497" extrusionOk="0">
                  <a:moveTo>
                    <a:pt x="444" y="0"/>
                  </a:moveTo>
                  <a:cubicBezTo>
                    <a:pt x="429" y="0"/>
                    <a:pt x="413" y="5"/>
                    <a:pt x="399" y="14"/>
                  </a:cubicBezTo>
                  <a:lnTo>
                    <a:pt x="19" y="404"/>
                  </a:lnTo>
                  <a:cubicBezTo>
                    <a:pt x="0" y="422"/>
                    <a:pt x="0" y="459"/>
                    <a:pt x="19" y="487"/>
                  </a:cubicBezTo>
                  <a:cubicBezTo>
                    <a:pt x="28" y="496"/>
                    <a:pt x="47" y="496"/>
                    <a:pt x="56" y="496"/>
                  </a:cubicBezTo>
                  <a:cubicBezTo>
                    <a:pt x="74" y="496"/>
                    <a:pt x="93" y="496"/>
                    <a:pt x="102" y="487"/>
                  </a:cubicBezTo>
                  <a:lnTo>
                    <a:pt x="483" y="97"/>
                  </a:lnTo>
                  <a:cubicBezTo>
                    <a:pt x="510" y="79"/>
                    <a:pt x="510" y="42"/>
                    <a:pt x="483" y="14"/>
                  </a:cubicBezTo>
                  <a:cubicBezTo>
                    <a:pt x="473" y="5"/>
                    <a:pt x="459" y="0"/>
                    <a:pt x="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140;p43">
              <a:extLst>
                <a:ext uri="{FF2B5EF4-FFF2-40B4-BE49-F238E27FC236}">
                  <a16:creationId xmlns:a16="http://schemas.microsoft.com/office/drawing/2014/main" id="{FF1E63CC-BDCA-360B-0AEA-3278C278AAAA}"/>
                </a:ext>
              </a:extLst>
            </p:cNvPr>
            <p:cNvSpPr/>
            <p:nvPr/>
          </p:nvSpPr>
          <p:spPr>
            <a:xfrm>
              <a:off x="1315375" y="2314700"/>
              <a:ext cx="9750" cy="9525"/>
            </a:xfrm>
            <a:custGeom>
              <a:avLst/>
              <a:gdLst/>
              <a:ahLst/>
              <a:cxnLst/>
              <a:rect l="l" t="t" r="r" b="b"/>
              <a:pathLst>
                <a:path w="390" h="381" extrusionOk="0">
                  <a:moveTo>
                    <a:pt x="0" y="380"/>
                  </a:moveTo>
                  <a:lnTo>
                    <a:pt x="3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141;p43">
              <a:extLst>
                <a:ext uri="{FF2B5EF4-FFF2-40B4-BE49-F238E27FC236}">
                  <a16:creationId xmlns:a16="http://schemas.microsoft.com/office/drawing/2014/main" id="{6B8C7F55-2744-C52C-6A64-3D0902E759B2}"/>
                </a:ext>
              </a:extLst>
            </p:cNvPr>
            <p:cNvSpPr/>
            <p:nvPr/>
          </p:nvSpPr>
          <p:spPr>
            <a:xfrm>
              <a:off x="1313975" y="2313175"/>
              <a:ext cx="12775" cy="12450"/>
            </a:xfrm>
            <a:custGeom>
              <a:avLst/>
              <a:gdLst/>
              <a:ahLst/>
              <a:cxnLst/>
              <a:rect l="l" t="t" r="r" b="b"/>
              <a:pathLst>
                <a:path w="511" h="498" extrusionOk="0">
                  <a:moveTo>
                    <a:pt x="445" y="1"/>
                  </a:moveTo>
                  <a:cubicBezTo>
                    <a:pt x="430" y="1"/>
                    <a:pt x="413" y="5"/>
                    <a:pt x="399" y="15"/>
                  </a:cubicBezTo>
                  <a:lnTo>
                    <a:pt x="19" y="404"/>
                  </a:lnTo>
                  <a:cubicBezTo>
                    <a:pt x="1" y="423"/>
                    <a:pt x="1" y="460"/>
                    <a:pt x="19" y="478"/>
                  </a:cubicBezTo>
                  <a:cubicBezTo>
                    <a:pt x="28" y="497"/>
                    <a:pt x="47" y="497"/>
                    <a:pt x="56" y="497"/>
                  </a:cubicBezTo>
                  <a:cubicBezTo>
                    <a:pt x="75" y="497"/>
                    <a:pt x="93" y="497"/>
                    <a:pt x="103" y="478"/>
                  </a:cubicBezTo>
                  <a:lnTo>
                    <a:pt x="483" y="98"/>
                  </a:lnTo>
                  <a:cubicBezTo>
                    <a:pt x="511" y="80"/>
                    <a:pt x="511" y="42"/>
                    <a:pt x="483" y="15"/>
                  </a:cubicBezTo>
                  <a:cubicBezTo>
                    <a:pt x="474" y="5"/>
                    <a:pt x="460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142;p43">
              <a:extLst>
                <a:ext uri="{FF2B5EF4-FFF2-40B4-BE49-F238E27FC236}">
                  <a16:creationId xmlns:a16="http://schemas.microsoft.com/office/drawing/2014/main" id="{61970E13-78EC-3B58-B8AB-04F9B1478131}"/>
                </a:ext>
              </a:extLst>
            </p:cNvPr>
            <p:cNvSpPr/>
            <p:nvPr/>
          </p:nvSpPr>
          <p:spPr>
            <a:xfrm>
              <a:off x="1290775" y="2314700"/>
              <a:ext cx="9775" cy="9525"/>
            </a:xfrm>
            <a:custGeom>
              <a:avLst/>
              <a:gdLst/>
              <a:ahLst/>
              <a:cxnLst/>
              <a:rect l="l" t="t" r="r" b="b"/>
              <a:pathLst>
                <a:path w="391" h="381" extrusionOk="0">
                  <a:moveTo>
                    <a:pt x="1" y="0"/>
                  </a:moveTo>
                  <a:lnTo>
                    <a:pt x="391" y="38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143;p43">
              <a:extLst>
                <a:ext uri="{FF2B5EF4-FFF2-40B4-BE49-F238E27FC236}">
                  <a16:creationId xmlns:a16="http://schemas.microsoft.com/office/drawing/2014/main" id="{4C1B012F-4057-864D-B0C1-32103DEF3817}"/>
                </a:ext>
              </a:extLst>
            </p:cNvPr>
            <p:cNvSpPr/>
            <p:nvPr/>
          </p:nvSpPr>
          <p:spPr>
            <a:xfrm>
              <a:off x="1289400" y="2313175"/>
              <a:ext cx="12775" cy="12450"/>
            </a:xfrm>
            <a:custGeom>
              <a:avLst/>
              <a:gdLst/>
              <a:ahLst/>
              <a:cxnLst/>
              <a:rect l="l" t="t" r="r" b="b"/>
              <a:pathLst>
                <a:path w="511" h="498" extrusionOk="0">
                  <a:moveTo>
                    <a:pt x="57" y="1"/>
                  </a:moveTo>
                  <a:cubicBezTo>
                    <a:pt x="42" y="1"/>
                    <a:pt x="28" y="5"/>
                    <a:pt x="19" y="15"/>
                  </a:cubicBezTo>
                  <a:cubicBezTo>
                    <a:pt x="0" y="42"/>
                    <a:pt x="0" y="80"/>
                    <a:pt x="19" y="98"/>
                  </a:cubicBezTo>
                  <a:lnTo>
                    <a:pt x="399" y="478"/>
                  </a:lnTo>
                  <a:cubicBezTo>
                    <a:pt x="408" y="497"/>
                    <a:pt x="427" y="497"/>
                    <a:pt x="446" y="497"/>
                  </a:cubicBezTo>
                  <a:cubicBezTo>
                    <a:pt x="455" y="497"/>
                    <a:pt x="473" y="497"/>
                    <a:pt x="483" y="478"/>
                  </a:cubicBezTo>
                  <a:cubicBezTo>
                    <a:pt x="510" y="460"/>
                    <a:pt x="510" y="423"/>
                    <a:pt x="483" y="404"/>
                  </a:cubicBezTo>
                  <a:lnTo>
                    <a:pt x="102" y="15"/>
                  </a:lnTo>
                  <a:cubicBezTo>
                    <a:pt x="88" y="5"/>
                    <a:pt x="72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144;p43">
              <a:extLst>
                <a:ext uri="{FF2B5EF4-FFF2-40B4-BE49-F238E27FC236}">
                  <a16:creationId xmlns:a16="http://schemas.microsoft.com/office/drawing/2014/main" id="{A8111C14-8C27-2D39-7F1A-5322B93E861F}"/>
                </a:ext>
              </a:extLst>
            </p:cNvPr>
            <p:cNvSpPr/>
            <p:nvPr/>
          </p:nvSpPr>
          <p:spPr>
            <a:xfrm>
              <a:off x="1315375" y="2339275"/>
              <a:ext cx="9750" cy="9525"/>
            </a:xfrm>
            <a:custGeom>
              <a:avLst/>
              <a:gdLst/>
              <a:ahLst/>
              <a:cxnLst/>
              <a:rect l="l" t="t" r="r" b="b"/>
              <a:pathLst>
                <a:path w="390" h="381" extrusionOk="0">
                  <a:moveTo>
                    <a:pt x="0" y="0"/>
                  </a:moveTo>
                  <a:lnTo>
                    <a:pt x="390" y="38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145;p43">
              <a:extLst>
                <a:ext uri="{FF2B5EF4-FFF2-40B4-BE49-F238E27FC236}">
                  <a16:creationId xmlns:a16="http://schemas.microsoft.com/office/drawing/2014/main" id="{05773A70-42BA-62E7-5F11-5A54023C6156}"/>
                </a:ext>
              </a:extLst>
            </p:cNvPr>
            <p:cNvSpPr/>
            <p:nvPr/>
          </p:nvSpPr>
          <p:spPr>
            <a:xfrm>
              <a:off x="1313975" y="2337775"/>
              <a:ext cx="12775" cy="12425"/>
            </a:xfrm>
            <a:custGeom>
              <a:avLst/>
              <a:gdLst/>
              <a:ahLst/>
              <a:cxnLst/>
              <a:rect l="l" t="t" r="r" b="b"/>
              <a:pathLst>
                <a:path w="511" h="497" extrusionOk="0">
                  <a:moveTo>
                    <a:pt x="61" y="0"/>
                  </a:moveTo>
                  <a:cubicBezTo>
                    <a:pt x="47" y="0"/>
                    <a:pt x="33" y="5"/>
                    <a:pt x="19" y="14"/>
                  </a:cubicBezTo>
                  <a:cubicBezTo>
                    <a:pt x="1" y="42"/>
                    <a:pt x="1" y="79"/>
                    <a:pt x="19" y="97"/>
                  </a:cubicBezTo>
                  <a:lnTo>
                    <a:pt x="399" y="487"/>
                  </a:lnTo>
                  <a:cubicBezTo>
                    <a:pt x="418" y="496"/>
                    <a:pt x="427" y="496"/>
                    <a:pt x="446" y="496"/>
                  </a:cubicBezTo>
                  <a:cubicBezTo>
                    <a:pt x="455" y="496"/>
                    <a:pt x="474" y="496"/>
                    <a:pt x="483" y="487"/>
                  </a:cubicBezTo>
                  <a:cubicBezTo>
                    <a:pt x="511" y="459"/>
                    <a:pt x="511" y="422"/>
                    <a:pt x="483" y="404"/>
                  </a:cubicBezTo>
                  <a:lnTo>
                    <a:pt x="103" y="14"/>
                  </a:lnTo>
                  <a:cubicBezTo>
                    <a:pt x="89" y="5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146;p43">
              <a:extLst>
                <a:ext uri="{FF2B5EF4-FFF2-40B4-BE49-F238E27FC236}">
                  <a16:creationId xmlns:a16="http://schemas.microsoft.com/office/drawing/2014/main" id="{136B6BD9-A8DD-895F-611B-57A74FDAA329}"/>
                </a:ext>
              </a:extLst>
            </p:cNvPr>
            <p:cNvSpPr/>
            <p:nvPr/>
          </p:nvSpPr>
          <p:spPr>
            <a:xfrm>
              <a:off x="791475" y="2851575"/>
              <a:ext cx="19500" cy="19500"/>
            </a:xfrm>
            <a:custGeom>
              <a:avLst/>
              <a:gdLst/>
              <a:ahLst/>
              <a:cxnLst/>
              <a:rect l="l" t="t" r="r" b="b"/>
              <a:pathLst>
                <a:path w="780" h="780" extrusionOk="0">
                  <a:moveTo>
                    <a:pt x="390" y="112"/>
                  </a:moveTo>
                  <a:cubicBezTo>
                    <a:pt x="538" y="112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1" y="659"/>
                    <a:pt x="112" y="538"/>
                    <a:pt x="112" y="390"/>
                  </a:cubicBezTo>
                  <a:cubicBezTo>
                    <a:pt x="112" y="242"/>
                    <a:pt x="241" y="112"/>
                    <a:pt x="390" y="112"/>
                  </a:cubicBezTo>
                  <a:close/>
                  <a:moveTo>
                    <a:pt x="390" y="0"/>
                  </a:moveTo>
                  <a:cubicBezTo>
                    <a:pt x="176" y="0"/>
                    <a:pt x="0" y="177"/>
                    <a:pt x="0" y="390"/>
                  </a:cubicBezTo>
                  <a:cubicBezTo>
                    <a:pt x="0" y="603"/>
                    <a:pt x="176" y="780"/>
                    <a:pt x="390" y="780"/>
                  </a:cubicBezTo>
                  <a:cubicBezTo>
                    <a:pt x="603" y="780"/>
                    <a:pt x="779" y="603"/>
                    <a:pt x="779" y="390"/>
                  </a:cubicBezTo>
                  <a:cubicBezTo>
                    <a:pt x="779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147;p43">
              <a:extLst>
                <a:ext uri="{FF2B5EF4-FFF2-40B4-BE49-F238E27FC236}">
                  <a16:creationId xmlns:a16="http://schemas.microsoft.com/office/drawing/2014/main" id="{3A08DE82-4258-5DAD-D45A-557A1F3C33BE}"/>
                </a:ext>
              </a:extLst>
            </p:cNvPr>
            <p:cNvSpPr/>
            <p:nvPr/>
          </p:nvSpPr>
          <p:spPr>
            <a:xfrm>
              <a:off x="745550" y="2652125"/>
              <a:ext cx="12550" cy="12775"/>
            </a:xfrm>
            <a:custGeom>
              <a:avLst/>
              <a:gdLst/>
              <a:ahLst/>
              <a:cxnLst/>
              <a:rect l="l" t="t" r="r" b="b"/>
              <a:pathLst>
                <a:path w="502" h="511" extrusionOk="0">
                  <a:moveTo>
                    <a:pt x="251" y="121"/>
                  </a:moveTo>
                  <a:cubicBezTo>
                    <a:pt x="325" y="121"/>
                    <a:pt x="390" y="177"/>
                    <a:pt x="390" y="260"/>
                  </a:cubicBezTo>
                  <a:cubicBezTo>
                    <a:pt x="390" y="334"/>
                    <a:pt x="325" y="390"/>
                    <a:pt x="251" y="390"/>
                  </a:cubicBezTo>
                  <a:cubicBezTo>
                    <a:pt x="177" y="390"/>
                    <a:pt x="121" y="334"/>
                    <a:pt x="121" y="260"/>
                  </a:cubicBezTo>
                  <a:cubicBezTo>
                    <a:pt x="121" y="177"/>
                    <a:pt x="177" y="121"/>
                    <a:pt x="251" y="121"/>
                  </a:cubicBezTo>
                  <a:close/>
                  <a:moveTo>
                    <a:pt x="251" y="1"/>
                  </a:moveTo>
                  <a:cubicBezTo>
                    <a:pt x="112" y="1"/>
                    <a:pt x="0" y="112"/>
                    <a:pt x="0" y="251"/>
                  </a:cubicBezTo>
                  <a:cubicBezTo>
                    <a:pt x="0" y="390"/>
                    <a:pt x="112" y="511"/>
                    <a:pt x="251" y="511"/>
                  </a:cubicBezTo>
                  <a:cubicBezTo>
                    <a:pt x="390" y="511"/>
                    <a:pt x="501" y="399"/>
                    <a:pt x="501" y="251"/>
                  </a:cubicBezTo>
                  <a:cubicBezTo>
                    <a:pt x="501" y="112"/>
                    <a:pt x="390" y="1"/>
                    <a:pt x="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148;p43">
              <a:extLst>
                <a:ext uri="{FF2B5EF4-FFF2-40B4-BE49-F238E27FC236}">
                  <a16:creationId xmlns:a16="http://schemas.microsoft.com/office/drawing/2014/main" id="{B8F19D74-2349-B798-F427-B211D726518B}"/>
                </a:ext>
              </a:extLst>
            </p:cNvPr>
            <p:cNvSpPr/>
            <p:nvPr/>
          </p:nvSpPr>
          <p:spPr>
            <a:xfrm>
              <a:off x="1494175" y="22991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1" y="121"/>
                  </a:moveTo>
                  <a:cubicBezTo>
                    <a:pt x="325" y="121"/>
                    <a:pt x="381" y="177"/>
                    <a:pt x="381" y="251"/>
                  </a:cubicBezTo>
                  <a:cubicBezTo>
                    <a:pt x="381" y="325"/>
                    <a:pt x="325" y="390"/>
                    <a:pt x="251" y="390"/>
                  </a:cubicBezTo>
                  <a:cubicBezTo>
                    <a:pt x="177" y="390"/>
                    <a:pt x="112" y="325"/>
                    <a:pt x="112" y="251"/>
                  </a:cubicBezTo>
                  <a:cubicBezTo>
                    <a:pt x="112" y="177"/>
                    <a:pt x="177" y="121"/>
                    <a:pt x="251" y="121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0"/>
                    <a:pt x="112" y="501"/>
                    <a:pt x="251" y="501"/>
                  </a:cubicBezTo>
                  <a:cubicBezTo>
                    <a:pt x="390" y="501"/>
                    <a:pt x="502" y="390"/>
                    <a:pt x="502" y="251"/>
                  </a:cubicBezTo>
                  <a:cubicBezTo>
                    <a:pt x="502" y="112"/>
                    <a:pt x="390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149;p43">
              <a:extLst>
                <a:ext uri="{FF2B5EF4-FFF2-40B4-BE49-F238E27FC236}">
                  <a16:creationId xmlns:a16="http://schemas.microsoft.com/office/drawing/2014/main" id="{24E4CE06-59FB-2352-7749-B728F85C09DF}"/>
                </a:ext>
              </a:extLst>
            </p:cNvPr>
            <p:cNvSpPr/>
            <p:nvPr/>
          </p:nvSpPr>
          <p:spPr>
            <a:xfrm>
              <a:off x="1219575" y="3181350"/>
              <a:ext cx="197175" cy="123175"/>
            </a:xfrm>
            <a:custGeom>
              <a:avLst/>
              <a:gdLst/>
              <a:ahLst/>
              <a:cxnLst/>
              <a:rect l="l" t="t" r="r" b="b"/>
              <a:pathLst>
                <a:path w="7887" h="4927" extrusionOk="0">
                  <a:moveTo>
                    <a:pt x="1328" y="1"/>
                  </a:moveTo>
                  <a:lnTo>
                    <a:pt x="1" y="4927"/>
                  </a:lnTo>
                  <a:lnTo>
                    <a:pt x="6550" y="4927"/>
                  </a:lnTo>
                  <a:lnTo>
                    <a:pt x="78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150;p43">
              <a:extLst>
                <a:ext uri="{FF2B5EF4-FFF2-40B4-BE49-F238E27FC236}">
                  <a16:creationId xmlns:a16="http://schemas.microsoft.com/office/drawing/2014/main" id="{702F2FA3-23F5-9790-44FE-1363677D8F34}"/>
                </a:ext>
              </a:extLst>
            </p:cNvPr>
            <p:cNvSpPr/>
            <p:nvPr/>
          </p:nvSpPr>
          <p:spPr>
            <a:xfrm>
              <a:off x="1218200" y="3179975"/>
              <a:ext cx="200175" cy="125950"/>
            </a:xfrm>
            <a:custGeom>
              <a:avLst/>
              <a:gdLst/>
              <a:ahLst/>
              <a:cxnLst/>
              <a:rect l="l" t="t" r="r" b="b"/>
              <a:pathLst>
                <a:path w="8007" h="5038" extrusionOk="0">
                  <a:moveTo>
                    <a:pt x="7867" y="111"/>
                  </a:moveTo>
                  <a:lnTo>
                    <a:pt x="6559" y="4926"/>
                  </a:lnTo>
                  <a:lnTo>
                    <a:pt x="130" y="4926"/>
                  </a:lnTo>
                  <a:lnTo>
                    <a:pt x="1429" y="111"/>
                  </a:lnTo>
                  <a:close/>
                  <a:moveTo>
                    <a:pt x="1383" y="0"/>
                  </a:moveTo>
                  <a:cubicBezTo>
                    <a:pt x="1355" y="0"/>
                    <a:pt x="1336" y="19"/>
                    <a:pt x="1327" y="47"/>
                  </a:cubicBezTo>
                  <a:lnTo>
                    <a:pt x="0" y="4963"/>
                  </a:lnTo>
                  <a:cubicBezTo>
                    <a:pt x="0" y="4982"/>
                    <a:pt x="0" y="5000"/>
                    <a:pt x="19" y="5019"/>
                  </a:cubicBezTo>
                  <a:cubicBezTo>
                    <a:pt x="28" y="5028"/>
                    <a:pt x="47" y="5037"/>
                    <a:pt x="65" y="5037"/>
                  </a:cubicBezTo>
                  <a:lnTo>
                    <a:pt x="6605" y="5037"/>
                  </a:lnTo>
                  <a:cubicBezTo>
                    <a:pt x="6633" y="5037"/>
                    <a:pt x="6652" y="5019"/>
                    <a:pt x="6661" y="4991"/>
                  </a:cubicBezTo>
                  <a:lnTo>
                    <a:pt x="7997" y="74"/>
                  </a:lnTo>
                  <a:cubicBezTo>
                    <a:pt x="8006" y="56"/>
                    <a:pt x="7997" y="37"/>
                    <a:pt x="7988" y="19"/>
                  </a:cubicBezTo>
                  <a:cubicBezTo>
                    <a:pt x="7978" y="9"/>
                    <a:pt x="7960" y="0"/>
                    <a:pt x="7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151;p43">
              <a:extLst>
                <a:ext uri="{FF2B5EF4-FFF2-40B4-BE49-F238E27FC236}">
                  <a16:creationId xmlns:a16="http://schemas.microsoft.com/office/drawing/2014/main" id="{E9093DC8-BB9A-CF18-73BC-9BB6D3140693}"/>
                </a:ext>
              </a:extLst>
            </p:cNvPr>
            <p:cNvSpPr/>
            <p:nvPr/>
          </p:nvSpPr>
          <p:spPr>
            <a:xfrm>
              <a:off x="1173675" y="3304500"/>
              <a:ext cx="335375" cy="40375"/>
            </a:xfrm>
            <a:custGeom>
              <a:avLst/>
              <a:gdLst/>
              <a:ahLst/>
              <a:cxnLst/>
              <a:rect l="l" t="t" r="r" b="b"/>
              <a:pathLst>
                <a:path w="13415" h="1615" extrusionOk="0">
                  <a:moveTo>
                    <a:pt x="1837" y="1"/>
                  </a:moveTo>
                  <a:cubicBezTo>
                    <a:pt x="1178" y="29"/>
                    <a:pt x="603" y="353"/>
                    <a:pt x="371" y="845"/>
                  </a:cubicBezTo>
                  <a:lnTo>
                    <a:pt x="0" y="1615"/>
                  </a:lnTo>
                  <a:lnTo>
                    <a:pt x="13414" y="1615"/>
                  </a:lnTo>
                  <a:cubicBezTo>
                    <a:pt x="13414" y="1105"/>
                    <a:pt x="13090" y="650"/>
                    <a:pt x="12598" y="353"/>
                  </a:cubicBezTo>
                  <a:cubicBezTo>
                    <a:pt x="12570" y="344"/>
                    <a:pt x="12552" y="335"/>
                    <a:pt x="12524" y="316"/>
                  </a:cubicBezTo>
                  <a:cubicBezTo>
                    <a:pt x="12162" y="121"/>
                    <a:pt x="11717" y="1"/>
                    <a:pt x="1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152;p43">
              <a:extLst>
                <a:ext uri="{FF2B5EF4-FFF2-40B4-BE49-F238E27FC236}">
                  <a16:creationId xmlns:a16="http://schemas.microsoft.com/office/drawing/2014/main" id="{429FA339-9C77-8AD4-3497-30DEBDBFF65A}"/>
                </a:ext>
              </a:extLst>
            </p:cNvPr>
            <p:cNvSpPr/>
            <p:nvPr/>
          </p:nvSpPr>
          <p:spPr>
            <a:xfrm>
              <a:off x="1230950" y="3197350"/>
              <a:ext cx="181625" cy="66600"/>
            </a:xfrm>
            <a:custGeom>
              <a:avLst/>
              <a:gdLst/>
              <a:ahLst/>
              <a:cxnLst/>
              <a:rect l="l" t="t" r="r" b="b"/>
              <a:pathLst>
                <a:path w="7265" h="2664" extrusionOk="0">
                  <a:moveTo>
                    <a:pt x="7255" y="29"/>
                  </a:moveTo>
                  <a:lnTo>
                    <a:pt x="1" y="2663"/>
                  </a:lnTo>
                  <a:lnTo>
                    <a:pt x="706" y="1"/>
                  </a:lnTo>
                  <a:lnTo>
                    <a:pt x="72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153;p43">
              <a:extLst>
                <a:ext uri="{FF2B5EF4-FFF2-40B4-BE49-F238E27FC236}">
                  <a16:creationId xmlns:a16="http://schemas.microsoft.com/office/drawing/2014/main" id="{70D5EB4C-B324-5063-7C00-49B93F7FAF90}"/>
                </a:ext>
              </a:extLst>
            </p:cNvPr>
            <p:cNvSpPr/>
            <p:nvPr/>
          </p:nvSpPr>
          <p:spPr>
            <a:xfrm>
              <a:off x="965175" y="2671850"/>
              <a:ext cx="779500" cy="525525"/>
            </a:xfrm>
            <a:custGeom>
              <a:avLst/>
              <a:gdLst/>
              <a:ahLst/>
              <a:cxnLst/>
              <a:rect l="l" t="t" r="r" b="b"/>
              <a:pathLst>
                <a:path w="31180" h="21021" extrusionOk="0">
                  <a:moveTo>
                    <a:pt x="993" y="0"/>
                  </a:moveTo>
                  <a:cubicBezTo>
                    <a:pt x="446" y="0"/>
                    <a:pt x="0" y="464"/>
                    <a:pt x="0" y="1048"/>
                  </a:cubicBezTo>
                  <a:lnTo>
                    <a:pt x="0" y="19973"/>
                  </a:lnTo>
                  <a:cubicBezTo>
                    <a:pt x="0" y="20548"/>
                    <a:pt x="446" y="21021"/>
                    <a:pt x="993" y="21021"/>
                  </a:cubicBezTo>
                  <a:lnTo>
                    <a:pt x="30178" y="21021"/>
                  </a:lnTo>
                  <a:cubicBezTo>
                    <a:pt x="30734" y="21021"/>
                    <a:pt x="31179" y="20548"/>
                    <a:pt x="31179" y="19973"/>
                  </a:cubicBezTo>
                  <a:lnTo>
                    <a:pt x="31179" y="1048"/>
                  </a:lnTo>
                  <a:cubicBezTo>
                    <a:pt x="31179" y="464"/>
                    <a:pt x="30734" y="0"/>
                    <a:pt x="30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154;p43">
              <a:extLst>
                <a:ext uri="{FF2B5EF4-FFF2-40B4-BE49-F238E27FC236}">
                  <a16:creationId xmlns:a16="http://schemas.microsoft.com/office/drawing/2014/main" id="{C3902983-EFD0-F7F0-EACF-596747AA65FC}"/>
                </a:ext>
              </a:extLst>
            </p:cNvPr>
            <p:cNvSpPr/>
            <p:nvPr/>
          </p:nvSpPr>
          <p:spPr>
            <a:xfrm>
              <a:off x="963550" y="2670450"/>
              <a:ext cx="782525" cy="528325"/>
            </a:xfrm>
            <a:custGeom>
              <a:avLst/>
              <a:gdLst/>
              <a:ahLst/>
              <a:cxnLst/>
              <a:rect l="l" t="t" r="r" b="b"/>
              <a:pathLst>
                <a:path w="31301" h="21133" extrusionOk="0">
                  <a:moveTo>
                    <a:pt x="30243" y="112"/>
                  </a:moveTo>
                  <a:cubicBezTo>
                    <a:pt x="30762" y="112"/>
                    <a:pt x="31189" y="557"/>
                    <a:pt x="31189" y="1104"/>
                  </a:cubicBezTo>
                  <a:lnTo>
                    <a:pt x="31189" y="20029"/>
                  </a:lnTo>
                  <a:cubicBezTo>
                    <a:pt x="31189" y="20576"/>
                    <a:pt x="30762" y="21021"/>
                    <a:pt x="30243" y="21021"/>
                  </a:cubicBezTo>
                  <a:lnTo>
                    <a:pt x="1058" y="21021"/>
                  </a:lnTo>
                  <a:cubicBezTo>
                    <a:pt x="539" y="21021"/>
                    <a:pt x="121" y="20576"/>
                    <a:pt x="121" y="20029"/>
                  </a:cubicBezTo>
                  <a:lnTo>
                    <a:pt x="121" y="1104"/>
                  </a:lnTo>
                  <a:cubicBezTo>
                    <a:pt x="121" y="557"/>
                    <a:pt x="548" y="112"/>
                    <a:pt x="1058" y="112"/>
                  </a:cubicBezTo>
                  <a:close/>
                  <a:moveTo>
                    <a:pt x="1058" y="0"/>
                  </a:moveTo>
                  <a:cubicBezTo>
                    <a:pt x="483" y="0"/>
                    <a:pt x="1" y="492"/>
                    <a:pt x="1" y="1104"/>
                  </a:cubicBezTo>
                  <a:lnTo>
                    <a:pt x="1" y="20029"/>
                  </a:lnTo>
                  <a:cubicBezTo>
                    <a:pt x="1" y="20641"/>
                    <a:pt x="483" y="21133"/>
                    <a:pt x="1058" y="21133"/>
                  </a:cubicBezTo>
                  <a:lnTo>
                    <a:pt x="30243" y="21133"/>
                  </a:lnTo>
                  <a:cubicBezTo>
                    <a:pt x="30827" y="21133"/>
                    <a:pt x="31300" y="20641"/>
                    <a:pt x="31300" y="20029"/>
                  </a:cubicBezTo>
                  <a:lnTo>
                    <a:pt x="31300" y="1104"/>
                  </a:lnTo>
                  <a:cubicBezTo>
                    <a:pt x="31300" y="492"/>
                    <a:pt x="30827" y="0"/>
                    <a:pt x="30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155;p43">
              <a:extLst>
                <a:ext uri="{FF2B5EF4-FFF2-40B4-BE49-F238E27FC236}">
                  <a16:creationId xmlns:a16="http://schemas.microsoft.com/office/drawing/2014/main" id="{4C7B224E-0605-0E2A-BAF5-3E130536CFA5}"/>
                </a:ext>
              </a:extLst>
            </p:cNvPr>
            <p:cNvSpPr/>
            <p:nvPr/>
          </p:nvSpPr>
          <p:spPr>
            <a:xfrm>
              <a:off x="938975" y="2671850"/>
              <a:ext cx="761625" cy="526700"/>
            </a:xfrm>
            <a:custGeom>
              <a:avLst/>
              <a:gdLst/>
              <a:ahLst/>
              <a:cxnLst/>
              <a:rect l="l" t="t" r="r" b="b"/>
              <a:pathLst>
                <a:path w="30465" h="21068" extrusionOk="0">
                  <a:moveTo>
                    <a:pt x="1002" y="0"/>
                  </a:moveTo>
                  <a:cubicBezTo>
                    <a:pt x="445" y="0"/>
                    <a:pt x="0" y="473"/>
                    <a:pt x="0" y="1048"/>
                  </a:cubicBezTo>
                  <a:lnTo>
                    <a:pt x="0" y="20019"/>
                  </a:lnTo>
                  <a:cubicBezTo>
                    <a:pt x="0" y="20594"/>
                    <a:pt x="445" y="21067"/>
                    <a:pt x="1002" y="21067"/>
                  </a:cubicBezTo>
                  <a:lnTo>
                    <a:pt x="30187" y="21067"/>
                  </a:lnTo>
                  <a:cubicBezTo>
                    <a:pt x="30279" y="21067"/>
                    <a:pt x="30372" y="21049"/>
                    <a:pt x="30465" y="21021"/>
                  </a:cubicBezTo>
                  <a:lnTo>
                    <a:pt x="2041" y="21021"/>
                  </a:lnTo>
                  <a:cubicBezTo>
                    <a:pt x="1494" y="21021"/>
                    <a:pt x="1048" y="20548"/>
                    <a:pt x="1048" y="19973"/>
                  </a:cubicBezTo>
                  <a:lnTo>
                    <a:pt x="1048" y="1048"/>
                  </a:lnTo>
                  <a:cubicBezTo>
                    <a:pt x="1048" y="473"/>
                    <a:pt x="1484" y="9"/>
                    <a:pt x="2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156;p43">
              <a:extLst>
                <a:ext uri="{FF2B5EF4-FFF2-40B4-BE49-F238E27FC236}">
                  <a16:creationId xmlns:a16="http://schemas.microsoft.com/office/drawing/2014/main" id="{126A9BCD-7D4A-BB48-4B84-4A36AE979DBA}"/>
                </a:ext>
              </a:extLst>
            </p:cNvPr>
            <p:cNvSpPr/>
            <p:nvPr/>
          </p:nvSpPr>
          <p:spPr>
            <a:xfrm>
              <a:off x="937575" y="2670450"/>
              <a:ext cx="772775" cy="529475"/>
            </a:xfrm>
            <a:custGeom>
              <a:avLst/>
              <a:gdLst/>
              <a:ahLst/>
              <a:cxnLst/>
              <a:rect l="l" t="t" r="r" b="b"/>
              <a:pathLst>
                <a:path w="30911" h="21179" extrusionOk="0">
                  <a:moveTo>
                    <a:pt x="1633" y="112"/>
                  </a:moveTo>
                  <a:cubicBezTo>
                    <a:pt x="1281" y="297"/>
                    <a:pt x="1049" y="668"/>
                    <a:pt x="1049" y="1104"/>
                  </a:cubicBezTo>
                  <a:lnTo>
                    <a:pt x="1049" y="20029"/>
                  </a:lnTo>
                  <a:cubicBezTo>
                    <a:pt x="1049" y="20502"/>
                    <a:pt x="1327" y="20901"/>
                    <a:pt x="1726" y="21058"/>
                  </a:cubicBezTo>
                  <a:lnTo>
                    <a:pt x="1058" y="21058"/>
                  </a:lnTo>
                  <a:cubicBezTo>
                    <a:pt x="539" y="21058"/>
                    <a:pt x="112" y="20613"/>
                    <a:pt x="112" y="20075"/>
                  </a:cubicBezTo>
                  <a:lnTo>
                    <a:pt x="112" y="1104"/>
                  </a:lnTo>
                  <a:cubicBezTo>
                    <a:pt x="112" y="557"/>
                    <a:pt x="539" y="112"/>
                    <a:pt x="1058" y="112"/>
                  </a:cubicBezTo>
                  <a:close/>
                  <a:moveTo>
                    <a:pt x="1058" y="0"/>
                  </a:moveTo>
                  <a:cubicBezTo>
                    <a:pt x="474" y="0"/>
                    <a:pt x="1" y="492"/>
                    <a:pt x="1" y="1104"/>
                  </a:cubicBezTo>
                  <a:lnTo>
                    <a:pt x="1" y="20066"/>
                  </a:lnTo>
                  <a:cubicBezTo>
                    <a:pt x="1" y="20678"/>
                    <a:pt x="474" y="21179"/>
                    <a:pt x="1058" y="21179"/>
                  </a:cubicBezTo>
                  <a:lnTo>
                    <a:pt x="30243" y="21179"/>
                  </a:lnTo>
                  <a:cubicBezTo>
                    <a:pt x="30335" y="21179"/>
                    <a:pt x="30437" y="21160"/>
                    <a:pt x="30539" y="21133"/>
                  </a:cubicBezTo>
                  <a:lnTo>
                    <a:pt x="30910" y="21021"/>
                  </a:lnTo>
                  <a:lnTo>
                    <a:pt x="2097" y="21021"/>
                  </a:lnTo>
                  <a:cubicBezTo>
                    <a:pt x="1578" y="21021"/>
                    <a:pt x="1160" y="20576"/>
                    <a:pt x="1160" y="20029"/>
                  </a:cubicBezTo>
                  <a:lnTo>
                    <a:pt x="1160" y="1104"/>
                  </a:lnTo>
                  <a:cubicBezTo>
                    <a:pt x="1160" y="566"/>
                    <a:pt x="1578" y="121"/>
                    <a:pt x="2088" y="112"/>
                  </a:cubicBezTo>
                  <a:lnTo>
                    <a:pt x="2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157;p43">
              <a:extLst>
                <a:ext uri="{FF2B5EF4-FFF2-40B4-BE49-F238E27FC236}">
                  <a16:creationId xmlns:a16="http://schemas.microsoft.com/office/drawing/2014/main" id="{F46E50C1-FA11-8F03-92E0-A38D017B0A41}"/>
                </a:ext>
              </a:extLst>
            </p:cNvPr>
            <p:cNvSpPr/>
            <p:nvPr/>
          </p:nvSpPr>
          <p:spPr>
            <a:xfrm>
              <a:off x="1012725" y="2700375"/>
              <a:ext cx="688800" cy="404700"/>
            </a:xfrm>
            <a:custGeom>
              <a:avLst/>
              <a:gdLst/>
              <a:ahLst/>
              <a:cxnLst/>
              <a:rect l="l" t="t" r="r" b="b"/>
              <a:pathLst>
                <a:path w="27552" h="16188" extrusionOk="0">
                  <a:moveTo>
                    <a:pt x="325" y="0"/>
                  </a:moveTo>
                  <a:cubicBezTo>
                    <a:pt x="149" y="0"/>
                    <a:pt x="0" y="149"/>
                    <a:pt x="0" y="325"/>
                  </a:cubicBezTo>
                  <a:lnTo>
                    <a:pt x="0" y="4583"/>
                  </a:lnTo>
                  <a:lnTo>
                    <a:pt x="0" y="11986"/>
                  </a:lnTo>
                  <a:lnTo>
                    <a:pt x="0" y="16188"/>
                  </a:lnTo>
                  <a:lnTo>
                    <a:pt x="27552" y="16188"/>
                  </a:lnTo>
                  <a:lnTo>
                    <a:pt x="27552" y="325"/>
                  </a:lnTo>
                  <a:cubicBezTo>
                    <a:pt x="27552" y="149"/>
                    <a:pt x="27404" y="0"/>
                    <a:pt x="27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158;p43">
              <a:extLst>
                <a:ext uri="{FF2B5EF4-FFF2-40B4-BE49-F238E27FC236}">
                  <a16:creationId xmlns:a16="http://schemas.microsoft.com/office/drawing/2014/main" id="{7BDBF512-2AE6-780D-B6D9-F4049755DF88}"/>
                </a:ext>
              </a:extLst>
            </p:cNvPr>
            <p:cNvSpPr/>
            <p:nvPr/>
          </p:nvSpPr>
          <p:spPr>
            <a:xfrm>
              <a:off x="1011325" y="2698975"/>
              <a:ext cx="691600" cy="407500"/>
            </a:xfrm>
            <a:custGeom>
              <a:avLst/>
              <a:gdLst/>
              <a:ahLst/>
              <a:cxnLst/>
              <a:rect l="l" t="t" r="r" b="b"/>
              <a:pathLst>
                <a:path w="27664" h="16300" extrusionOk="0">
                  <a:moveTo>
                    <a:pt x="381" y="0"/>
                  </a:moveTo>
                  <a:cubicBezTo>
                    <a:pt x="167" y="0"/>
                    <a:pt x="0" y="167"/>
                    <a:pt x="0" y="381"/>
                  </a:cubicBezTo>
                  <a:lnTo>
                    <a:pt x="0" y="4639"/>
                  </a:lnTo>
                  <a:cubicBezTo>
                    <a:pt x="0" y="4667"/>
                    <a:pt x="19" y="4694"/>
                    <a:pt x="56" y="4694"/>
                  </a:cubicBezTo>
                  <a:cubicBezTo>
                    <a:pt x="84" y="4694"/>
                    <a:pt x="112" y="4667"/>
                    <a:pt x="112" y="4639"/>
                  </a:cubicBezTo>
                  <a:lnTo>
                    <a:pt x="112" y="381"/>
                  </a:lnTo>
                  <a:cubicBezTo>
                    <a:pt x="112" y="232"/>
                    <a:pt x="232" y="112"/>
                    <a:pt x="381" y="112"/>
                  </a:cubicBezTo>
                  <a:lnTo>
                    <a:pt x="27283" y="112"/>
                  </a:lnTo>
                  <a:cubicBezTo>
                    <a:pt x="27432" y="112"/>
                    <a:pt x="27552" y="232"/>
                    <a:pt x="27552" y="381"/>
                  </a:cubicBezTo>
                  <a:lnTo>
                    <a:pt x="27552" y="16188"/>
                  </a:lnTo>
                  <a:lnTo>
                    <a:pt x="112" y="16188"/>
                  </a:lnTo>
                  <a:lnTo>
                    <a:pt x="112" y="12042"/>
                  </a:lnTo>
                  <a:cubicBezTo>
                    <a:pt x="112" y="12004"/>
                    <a:pt x="93" y="11977"/>
                    <a:pt x="56" y="11977"/>
                  </a:cubicBezTo>
                  <a:cubicBezTo>
                    <a:pt x="28" y="11977"/>
                    <a:pt x="0" y="12004"/>
                    <a:pt x="0" y="12042"/>
                  </a:cubicBezTo>
                  <a:lnTo>
                    <a:pt x="0" y="16244"/>
                  </a:lnTo>
                  <a:cubicBezTo>
                    <a:pt x="0" y="16281"/>
                    <a:pt x="28" y="16299"/>
                    <a:pt x="56" y="16299"/>
                  </a:cubicBezTo>
                  <a:lnTo>
                    <a:pt x="27608" y="16299"/>
                  </a:lnTo>
                  <a:cubicBezTo>
                    <a:pt x="27636" y="16299"/>
                    <a:pt x="27664" y="16281"/>
                    <a:pt x="27664" y="16244"/>
                  </a:cubicBezTo>
                  <a:lnTo>
                    <a:pt x="27664" y="381"/>
                  </a:lnTo>
                  <a:cubicBezTo>
                    <a:pt x="27664" y="167"/>
                    <a:pt x="27497" y="0"/>
                    <a:pt x="27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159;p43">
              <a:extLst>
                <a:ext uri="{FF2B5EF4-FFF2-40B4-BE49-F238E27FC236}">
                  <a16:creationId xmlns:a16="http://schemas.microsoft.com/office/drawing/2014/main" id="{AEC889C9-ACF8-A352-788F-F232DF71293B}"/>
                </a:ext>
              </a:extLst>
            </p:cNvPr>
            <p:cNvSpPr/>
            <p:nvPr/>
          </p:nvSpPr>
          <p:spPr>
            <a:xfrm>
              <a:off x="1011325" y="2862250"/>
              <a:ext cx="2800" cy="82125"/>
            </a:xfrm>
            <a:custGeom>
              <a:avLst/>
              <a:gdLst/>
              <a:ahLst/>
              <a:cxnLst/>
              <a:rect l="l" t="t" r="r" b="b"/>
              <a:pathLst>
                <a:path w="112" h="3285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lnTo>
                    <a:pt x="0" y="3228"/>
                  </a:lnTo>
                  <a:cubicBezTo>
                    <a:pt x="0" y="3256"/>
                    <a:pt x="19" y="3284"/>
                    <a:pt x="56" y="3284"/>
                  </a:cubicBezTo>
                  <a:cubicBezTo>
                    <a:pt x="84" y="3284"/>
                    <a:pt x="112" y="3256"/>
                    <a:pt x="112" y="3228"/>
                  </a:cubicBezTo>
                  <a:lnTo>
                    <a:pt x="112" y="65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160;p43">
              <a:extLst>
                <a:ext uri="{FF2B5EF4-FFF2-40B4-BE49-F238E27FC236}">
                  <a16:creationId xmlns:a16="http://schemas.microsoft.com/office/drawing/2014/main" id="{EE4635AC-34B5-9B25-D1B6-83B7CDAE508A}"/>
                </a:ext>
              </a:extLst>
            </p:cNvPr>
            <p:cNvSpPr/>
            <p:nvPr/>
          </p:nvSpPr>
          <p:spPr>
            <a:xfrm>
              <a:off x="968425" y="3105050"/>
              <a:ext cx="773475" cy="89775"/>
            </a:xfrm>
            <a:custGeom>
              <a:avLst/>
              <a:gdLst/>
              <a:ahLst/>
              <a:cxnLst/>
              <a:rect l="l" t="t" r="r" b="b"/>
              <a:pathLst>
                <a:path w="30939" h="3591" extrusionOk="0">
                  <a:moveTo>
                    <a:pt x="0" y="1"/>
                  </a:moveTo>
                  <a:lnTo>
                    <a:pt x="0" y="2617"/>
                  </a:lnTo>
                  <a:cubicBezTo>
                    <a:pt x="0" y="3155"/>
                    <a:pt x="446" y="3591"/>
                    <a:pt x="993" y="3591"/>
                  </a:cubicBezTo>
                  <a:lnTo>
                    <a:pt x="29945" y="3591"/>
                  </a:lnTo>
                  <a:cubicBezTo>
                    <a:pt x="30493" y="3591"/>
                    <a:pt x="30938" y="3155"/>
                    <a:pt x="30938" y="2617"/>
                  </a:cubicBezTo>
                  <a:lnTo>
                    <a:pt x="30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161;p43">
              <a:extLst>
                <a:ext uri="{FF2B5EF4-FFF2-40B4-BE49-F238E27FC236}">
                  <a16:creationId xmlns:a16="http://schemas.microsoft.com/office/drawing/2014/main" id="{A35567FC-7D02-EDE6-B5E2-0BABD53FD5B7}"/>
                </a:ext>
              </a:extLst>
            </p:cNvPr>
            <p:cNvSpPr/>
            <p:nvPr/>
          </p:nvSpPr>
          <p:spPr>
            <a:xfrm>
              <a:off x="967025" y="3103675"/>
              <a:ext cx="776250" cy="92550"/>
            </a:xfrm>
            <a:custGeom>
              <a:avLst/>
              <a:gdLst/>
              <a:ahLst/>
              <a:cxnLst/>
              <a:rect l="l" t="t" r="r" b="b"/>
              <a:pathLst>
                <a:path w="31050" h="3702" extrusionOk="0">
                  <a:moveTo>
                    <a:pt x="30929" y="111"/>
                  </a:moveTo>
                  <a:lnTo>
                    <a:pt x="30929" y="2672"/>
                  </a:lnTo>
                  <a:cubicBezTo>
                    <a:pt x="30929" y="3173"/>
                    <a:pt x="30512" y="3581"/>
                    <a:pt x="30001" y="3581"/>
                  </a:cubicBezTo>
                  <a:lnTo>
                    <a:pt x="1049" y="3581"/>
                  </a:lnTo>
                  <a:cubicBezTo>
                    <a:pt x="529" y="3581"/>
                    <a:pt x="112" y="3173"/>
                    <a:pt x="112" y="2672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lnTo>
                    <a:pt x="1" y="2672"/>
                  </a:lnTo>
                  <a:cubicBezTo>
                    <a:pt x="1" y="3238"/>
                    <a:pt x="464" y="3702"/>
                    <a:pt x="1049" y="3702"/>
                  </a:cubicBezTo>
                  <a:lnTo>
                    <a:pt x="30001" y="3702"/>
                  </a:lnTo>
                  <a:cubicBezTo>
                    <a:pt x="30577" y="3702"/>
                    <a:pt x="31050" y="3238"/>
                    <a:pt x="31050" y="2672"/>
                  </a:cubicBezTo>
                  <a:lnTo>
                    <a:pt x="31050" y="56"/>
                  </a:lnTo>
                  <a:cubicBezTo>
                    <a:pt x="31050" y="28"/>
                    <a:pt x="31022" y="0"/>
                    <a:pt x="309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162;p43">
              <a:extLst>
                <a:ext uri="{FF2B5EF4-FFF2-40B4-BE49-F238E27FC236}">
                  <a16:creationId xmlns:a16="http://schemas.microsoft.com/office/drawing/2014/main" id="{BFBA24DC-6E56-ADB6-BE92-F138385AD4F4}"/>
                </a:ext>
              </a:extLst>
            </p:cNvPr>
            <p:cNvSpPr/>
            <p:nvPr/>
          </p:nvSpPr>
          <p:spPr>
            <a:xfrm>
              <a:off x="1330450" y="3129400"/>
              <a:ext cx="45250" cy="45250"/>
            </a:xfrm>
            <a:custGeom>
              <a:avLst/>
              <a:gdLst/>
              <a:ahLst/>
              <a:cxnLst/>
              <a:rect l="l" t="t" r="r" b="b"/>
              <a:pathLst>
                <a:path w="1810" h="1810" extrusionOk="0">
                  <a:moveTo>
                    <a:pt x="900" y="112"/>
                  </a:moveTo>
                  <a:cubicBezTo>
                    <a:pt x="1336" y="112"/>
                    <a:pt x="1689" y="465"/>
                    <a:pt x="1689" y="901"/>
                  </a:cubicBezTo>
                  <a:cubicBezTo>
                    <a:pt x="1689" y="1337"/>
                    <a:pt x="1336" y="1689"/>
                    <a:pt x="900" y="1689"/>
                  </a:cubicBezTo>
                  <a:cubicBezTo>
                    <a:pt x="473" y="1689"/>
                    <a:pt x="112" y="1337"/>
                    <a:pt x="112" y="901"/>
                  </a:cubicBezTo>
                  <a:cubicBezTo>
                    <a:pt x="112" y="465"/>
                    <a:pt x="473" y="112"/>
                    <a:pt x="900" y="112"/>
                  </a:cubicBezTo>
                  <a:close/>
                  <a:moveTo>
                    <a:pt x="900" y="1"/>
                  </a:moveTo>
                  <a:cubicBezTo>
                    <a:pt x="408" y="1"/>
                    <a:pt x="0" y="409"/>
                    <a:pt x="0" y="901"/>
                  </a:cubicBezTo>
                  <a:cubicBezTo>
                    <a:pt x="0" y="1402"/>
                    <a:pt x="408" y="1810"/>
                    <a:pt x="900" y="1810"/>
                  </a:cubicBezTo>
                  <a:cubicBezTo>
                    <a:pt x="1401" y="1810"/>
                    <a:pt x="1809" y="1402"/>
                    <a:pt x="1809" y="901"/>
                  </a:cubicBezTo>
                  <a:cubicBezTo>
                    <a:pt x="1809" y="400"/>
                    <a:pt x="1401" y="1"/>
                    <a:pt x="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163;p43">
              <a:extLst>
                <a:ext uri="{FF2B5EF4-FFF2-40B4-BE49-F238E27FC236}">
                  <a16:creationId xmlns:a16="http://schemas.microsoft.com/office/drawing/2014/main" id="{09C6FD7C-7051-34DF-13A9-192E0B08317F}"/>
                </a:ext>
              </a:extLst>
            </p:cNvPr>
            <p:cNvSpPr/>
            <p:nvPr/>
          </p:nvSpPr>
          <p:spPr>
            <a:xfrm>
              <a:off x="1348075" y="2680875"/>
              <a:ext cx="10000" cy="9775"/>
            </a:xfrm>
            <a:custGeom>
              <a:avLst/>
              <a:gdLst/>
              <a:ahLst/>
              <a:cxnLst/>
              <a:rect l="l" t="t" r="r" b="b"/>
              <a:pathLst>
                <a:path w="400" h="391" extrusionOk="0">
                  <a:moveTo>
                    <a:pt x="195" y="1"/>
                  </a:moveTo>
                  <a:cubicBezTo>
                    <a:pt x="93" y="1"/>
                    <a:pt x="0" y="94"/>
                    <a:pt x="0" y="196"/>
                  </a:cubicBezTo>
                  <a:cubicBezTo>
                    <a:pt x="0" y="307"/>
                    <a:pt x="93" y="390"/>
                    <a:pt x="195" y="390"/>
                  </a:cubicBezTo>
                  <a:cubicBezTo>
                    <a:pt x="306" y="390"/>
                    <a:pt x="399" y="307"/>
                    <a:pt x="399" y="196"/>
                  </a:cubicBezTo>
                  <a:cubicBezTo>
                    <a:pt x="399" y="94"/>
                    <a:pt x="306" y="1"/>
                    <a:pt x="1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164;p43">
              <a:extLst>
                <a:ext uri="{FF2B5EF4-FFF2-40B4-BE49-F238E27FC236}">
                  <a16:creationId xmlns:a16="http://schemas.microsoft.com/office/drawing/2014/main" id="{20F1548E-71D4-6283-E97F-48BE6D9F09C6}"/>
                </a:ext>
              </a:extLst>
            </p:cNvPr>
            <p:cNvSpPr/>
            <p:nvPr/>
          </p:nvSpPr>
          <p:spPr>
            <a:xfrm>
              <a:off x="1346675" y="2679500"/>
              <a:ext cx="12775" cy="12775"/>
            </a:xfrm>
            <a:custGeom>
              <a:avLst/>
              <a:gdLst/>
              <a:ahLst/>
              <a:cxnLst/>
              <a:rect l="l" t="t" r="r" b="b"/>
              <a:pathLst>
                <a:path w="511" h="511" extrusionOk="0">
                  <a:moveTo>
                    <a:pt x="251" y="112"/>
                  </a:moveTo>
                  <a:cubicBezTo>
                    <a:pt x="335" y="112"/>
                    <a:pt x="390" y="176"/>
                    <a:pt x="390" y="251"/>
                  </a:cubicBezTo>
                  <a:cubicBezTo>
                    <a:pt x="390" y="334"/>
                    <a:pt x="335" y="390"/>
                    <a:pt x="251" y="390"/>
                  </a:cubicBezTo>
                  <a:cubicBezTo>
                    <a:pt x="177" y="390"/>
                    <a:pt x="121" y="334"/>
                    <a:pt x="121" y="251"/>
                  </a:cubicBezTo>
                  <a:cubicBezTo>
                    <a:pt x="121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0"/>
                    <a:pt x="112" y="510"/>
                    <a:pt x="251" y="510"/>
                  </a:cubicBezTo>
                  <a:cubicBezTo>
                    <a:pt x="390" y="510"/>
                    <a:pt x="511" y="390"/>
                    <a:pt x="511" y="251"/>
                  </a:cubicBezTo>
                  <a:cubicBezTo>
                    <a:pt x="511" y="112"/>
                    <a:pt x="39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165;p43">
              <a:extLst>
                <a:ext uri="{FF2B5EF4-FFF2-40B4-BE49-F238E27FC236}">
                  <a16:creationId xmlns:a16="http://schemas.microsoft.com/office/drawing/2014/main" id="{E3990CD1-9C9D-D94B-76D0-C25D54E6DE5C}"/>
                </a:ext>
              </a:extLst>
            </p:cNvPr>
            <p:cNvSpPr/>
            <p:nvPr/>
          </p:nvSpPr>
          <p:spPr>
            <a:xfrm>
              <a:off x="1345975" y="2836725"/>
              <a:ext cx="3050" cy="37375"/>
            </a:xfrm>
            <a:custGeom>
              <a:avLst/>
              <a:gdLst/>
              <a:ahLst/>
              <a:cxnLst/>
              <a:rect l="l" t="t" r="r" b="b"/>
              <a:pathLst>
                <a:path w="122" h="1495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lnTo>
                    <a:pt x="1" y="1439"/>
                  </a:lnTo>
                  <a:cubicBezTo>
                    <a:pt x="1" y="1466"/>
                    <a:pt x="29" y="1494"/>
                    <a:pt x="66" y="1494"/>
                  </a:cubicBezTo>
                  <a:cubicBezTo>
                    <a:pt x="94" y="1494"/>
                    <a:pt x="121" y="1466"/>
                    <a:pt x="121" y="1439"/>
                  </a:cubicBezTo>
                  <a:lnTo>
                    <a:pt x="121" y="66"/>
                  </a:lnTo>
                  <a:cubicBezTo>
                    <a:pt x="121" y="29"/>
                    <a:pt x="94" y="1"/>
                    <a:pt x="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166;p43">
              <a:extLst>
                <a:ext uri="{FF2B5EF4-FFF2-40B4-BE49-F238E27FC236}">
                  <a16:creationId xmlns:a16="http://schemas.microsoft.com/office/drawing/2014/main" id="{9BBB141A-61D1-D31F-3AF3-6005995BD282}"/>
                </a:ext>
              </a:extLst>
            </p:cNvPr>
            <p:cNvSpPr/>
            <p:nvPr/>
          </p:nvSpPr>
          <p:spPr>
            <a:xfrm>
              <a:off x="1345750" y="2953850"/>
              <a:ext cx="3050" cy="47575"/>
            </a:xfrm>
            <a:custGeom>
              <a:avLst/>
              <a:gdLst/>
              <a:ahLst/>
              <a:cxnLst/>
              <a:rect l="l" t="t" r="r" b="b"/>
              <a:pathLst>
                <a:path w="122" h="1903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847"/>
                  </a:lnTo>
                  <a:cubicBezTo>
                    <a:pt x="0" y="1874"/>
                    <a:pt x="28" y="1902"/>
                    <a:pt x="56" y="1902"/>
                  </a:cubicBezTo>
                  <a:cubicBezTo>
                    <a:pt x="93" y="1902"/>
                    <a:pt x="121" y="1884"/>
                    <a:pt x="121" y="1847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167;p43">
              <a:extLst>
                <a:ext uri="{FF2B5EF4-FFF2-40B4-BE49-F238E27FC236}">
                  <a16:creationId xmlns:a16="http://schemas.microsoft.com/office/drawing/2014/main" id="{6FB778CA-5831-AC02-3DEC-DF3D60FEA1AF}"/>
                </a:ext>
              </a:extLst>
            </p:cNvPr>
            <p:cNvSpPr/>
            <p:nvPr/>
          </p:nvSpPr>
          <p:spPr>
            <a:xfrm>
              <a:off x="1144450" y="3030625"/>
              <a:ext cx="37125" cy="2800"/>
            </a:xfrm>
            <a:custGeom>
              <a:avLst/>
              <a:gdLst/>
              <a:ahLst/>
              <a:cxnLst/>
              <a:rect l="l" t="t" r="r" b="b"/>
              <a:pathLst>
                <a:path w="1485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1"/>
                    <a:pt x="56" y="111"/>
                  </a:cubicBezTo>
                  <a:lnTo>
                    <a:pt x="1429" y="111"/>
                  </a:lnTo>
                  <a:cubicBezTo>
                    <a:pt x="1457" y="111"/>
                    <a:pt x="1485" y="84"/>
                    <a:pt x="1485" y="56"/>
                  </a:cubicBezTo>
                  <a:cubicBezTo>
                    <a:pt x="1485" y="19"/>
                    <a:pt x="1457" y="0"/>
                    <a:pt x="14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168;p43">
              <a:extLst>
                <a:ext uri="{FF2B5EF4-FFF2-40B4-BE49-F238E27FC236}">
                  <a16:creationId xmlns:a16="http://schemas.microsoft.com/office/drawing/2014/main" id="{9AE40A5B-A1C5-234A-0BB5-D4BDB3E36DA5}"/>
                </a:ext>
              </a:extLst>
            </p:cNvPr>
            <p:cNvSpPr/>
            <p:nvPr/>
          </p:nvSpPr>
          <p:spPr>
            <a:xfrm>
              <a:off x="1069300" y="2755800"/>
              <a:ext cx="323775" cy="82125"/>
            </a:xfrm>
            <a:custGeom>
              <a:avLst/>
              <a:gdLst/>
              <a:ahLst/>
              <a:cxnLst/>
              <a:rect l="l" t="t" r="r" b="b"/>
              <a:pathLst>
                <a:path w="12951" h="3285" extrusionOk="0">
                  <a:moveTo>
                    <a:pt x="12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154"/>
                  </a:lnTo>
                  <a:cubicBezTo>
                    <a:pt x="1" y="3228"/>
                    <a:pt x="56" y="3284"/>
                    <a:pt x="121" y="3284"/>
                  </a:cubicBezTo>
                  <a:lnTo>
                    <a:pt x="12830" y="3284"/>
                  </a:lnTo>
                  <a:cubicBezTo>
                    <a:pt x="12895" y="3284"/>
                    <a:pt x="12951" y="3228"/>
                    <a:pt x="12951" y="3154"/>
                  </a:cubicBezTo>
                  <a:lnTo>
                    <a:pt x="12951" y="121"/>
                  </a:lnTo>
                  <a:cubicBezTo>
                    <a:pt x="12951" y="56"/>
                    <a:pt x="12895" y="0"/>
                    <a:pt x="128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169;p43">
              <a:extLst>
                <a:ext uri="{FF2B5EF4-FFF2-40B4-BE49-F238E27FC236}">
                  <a16:creationId xmlns:a16="http://schemas.microsoft.com/office/drawing/2014/main" id="{4830884C-168A-22EF-884B-3426F9397AF1}"/>
                </a:ext>
              </a:extLst>
            </p:cNvPr>
            <p:cNvSpPr/>
            <p:nvPr/>
          </p:nvSpPr>
          <p:spPr>
            <a:xfrm>
              <a:off x="1067925" y="2754400"/>
              <a:ext cx="326775" cy="84900"/>
            </a:xfrm>
            <a:custGeom>
              <a:avLst/>
              <a:gdLst/>
              <a:ahLst/>
              <a:cxnLst/>
              <a:rect l="l" t="t" r="r" b="b"/>
              <a:pathLst>
                <a:path w="13071" h="3396" extrusionOk="0">
                  <a:moveTo>
                    <a:pt x="12885" y="112"/>
                  </a:moveTo>
                  <a:cubicBezTo>
                    <a:pt x="12922" y="112"/>
                    <a:pt x="12950" y="140"/>
                    <a:pt x="12950" y="177"/>
                  </a:cubicBezTo>
                  <a:lnTo>
                    <a:pt x="12950" y="3210"/>
                  </a:lnTo>
                  <a:cubicBezTo>
                    <a:pt x="12950" y="3247"/>
                    <a:pt x="12922" y="3275"/>
                    <a:pt x="12885" y="3275"/>
                  </a:cubicBezTo>
                  <a:lnTo>
                    <a:pt x="176" y="3275"/>
                  </a:lnTo>
                  <a:cubicBezTo>
                    <a:pt x="139" y="3275"/>
                    <a:pt x="111" y="3247"/>
                    <a:pt x="111" y="3210"/>
                  </a:cubicBezTo>
                  <a:lnTo>
                    <a:pt x="111" y="177"/>
                  </a:lnTo>
                  <a:cubicBezTo>
                    <a:pt x="111" y="140"/>
                    <a:pt x="139" y="112"/>
                    <a:pt x="176" y="112"/>
                  </a:cubicBezTo>
                  <a:close/>
                  <a:moveTo>
                    <a:pt x="176" y="1"/>
                  </a:moveTo>
                  <a:cubicBezTo>
                    <a:pt x="74" y="1"/>
                    <a:pt x="0" y="75"/>
                    <a:pt x="0" y="177"/>
                  </a:cubicBezTo>
                  <a:lnTo>
                    <a:pt x="0" y="3210"/>
                  </a:lnTo>
                  <a:cubicBezTo>
                    <a:pt x="0" y="3312"/>
                    <a:pt x="74" y="3396"/>
                    <a:pt x="176" y="3396"/>
                  </a:cubicBezTo>
                  <a:lnTo>
                    <a:pt x="12885" y="3396"/>
                  </a:lnTo>
                  <a:cubicBezTo>
                    <a:pt x="12987" y="3396"/>
                    <a:pt x="13071" y="3312"/>
                    <a:pt x="13071" y="3210"/>
                  </a:cubicBezTo>
                  <a:lnTo>
                    <a:pt x="13071" y="177"/>
                  </a:lnTo>
                  <a:cubicBezTo>
                    <a:pt x="13071" y="75"/>
                    <a:pt x="12987" y="1"/>
                    <a:pt x="128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170;p43">
              <a:extLst>
                <a:ext uri="{FF2B5EF4-FFF2-40B4-BE49-F238E27FC236}">
                  <a16:creationId xmlns:a16="http://schemas.microsoft.com/office/drawing/2014/main" id="{16D9E0CF-58A2-11A1-7A94-2FBE254E3560}"/>
                </a:ext>
              </a:extLst>
            </p:cNvPr>
            <p:cNvSpPr/>
            <p:nvPr/>
          </p:nvSpPr>
          <p:spPr>
            <a:xfrm>
              <a:off x="1070000" y="2873150"/>
              <a:ext cx="80725" cy="80725"/>
            </a:xfrm>
            <a:custGeom>
              <a:avLst/>
              <a:gdLst/>
              <a:ahLst/>
              <a:cxnLst/>
              <a:rect l="l" t="t" r="r" b="b"/>
              <a:pathLst>
                <a:path w="3229" h="3229" extrusionOk="0">
                  <a:moveTo>
                    <a:pt x="12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099"/>
                  </a:lnTo>
                  <a:cubicBezTo>
                    <a:pt x="1" y="3173"/>
                    <a:pt x="56" y="3228"/>
                    <a:pt x="121" y="3228"/>
                  </a:cubicBezTo>
                  <a:lnTo>
                    <a:pt x="3099" y="3228"/>
                  </a:lnTo>
                  <a:cubicBezTo>
                    <a:pt x="3173" y="3228"/>
                    <a:pt x="3229" y="3173"/>
                    <a:pt x="3229" y="3099"/>
                  </a:cubicBezTo>
                  <a:lnTo>
                    <a:pt x="3229" y="121"/>
                  </a:lnTo>
                  <a:cubicBezTo>
                    <a:pt x="3229" y="56"/>
                    <a:pt x="3173" y="0"/>
                    <a:pt x="30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171;p43">
              <a:extLst>
                <a:ext uri="{FF2B5EF4-FFF2-40B4-BE49-F238E27FC236}">
                  <a16:creationId xmlns:a16="http://schemas.microsoft.com/office/drawing/2014/main" id="{91EFD12B-9531-CA6E-AA0B-0DA4483D0F91}"/>
                </a:ext>
              </a:extLst>
            </p:cNvPr>
            <p:cNvSpPr/>
            <p:nvPr/>
          </p:nvSpPr>
          <p:spPr>
            <a:xfrm>
              <a:off x="1068600" y="2871750"/>
              <a:ext cx="83525" cy="83525"/>
            </a:xfrm>
            <a:custGeom>
              <a:avLst/>
              <a:gdLst/>
              <a:ahLst/>
              <a:cxnLst/>
              <a:rect l="l" t="t" r="r" b="b"/>
              <a:pathLst>
                <a:path w="3341" h="3341" extrusionOk="0">
                  <a:moveTo>
                    <a:pt x="3155" y="112"/>
                  </a:moveTo>
                  <a:cubicBezTo>
                    <a:pt x="3192" y="112"/>
                    <a:pt x="3220" y="140"/>
                    <a:pt x="3220" y="177"/>
                  </a:cubicBezTo>
                  <a:lnTo>
                    <a:pt x="3220" y="3155"/>
                  </a:lnTo>
                  <a:cubicBezTo>
                    <a:pt x="3220" y="3192"/>
                    <a:pt x="3192" y="3220"/>
                    <a:pt x="3155" y="3220"/>
                  </a:cubicBezTo>
                  <a:lnTo>
                    <a:pt x="177" y="3220"/>
                  </a:lnTo>
                  <a:cubicBezTo>
                    <a:pt x="140" y="3220"/>
                    <a:pt x="112" y="3192"/>
                    <a:pt x="112" y="3155"/>
                  </a:cubicBezTo>
                  <a:lnTo>
                    <a:pt x="112" y="177"/>
                  </a:lnTo>
                  <a:cubicBezTo>
                    <a:pt x="112" y="140"/>
                    <a:pt x="140" y="112"/>
                    <a:pt x="177" y="112"/>
                  </a:cubicBezTo>
                  <a:close/>
                  <a:moveTo>
                    <a:pt x="177" y="1"/>
                  </a:moveTo>
                  <a:cubicBezTo>
                    <a:pt x="75" y="1"/>
                    <a:pt x="1" y="84"/>
                    <a:pt x="1" y="177"/>
                  </a:cubicBezTo>
                  <a:lnTo>
                    <a:pt x="1" y="3155"/>
                  </a:lnTo>
                  <a:cubicBezTo>
                    <a:pt x="1" y="3257"/>
                    <a:pt x="75" y="3340"/>
                    <a:pt x="177" y="3340"/>
                  </a:cubicBezTo>
                  <a:lnTo>
                    <a:pt x="3155" y="3340"/>
                  </a:lnTo>
                  <a:cubicBezTo>
                    <a:pt x="3257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7" y="1"/>
                    <a:pt x="3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172;p43">
              <a:extLst>
                <a:ext uri="{FF2B5EF4-FFF2-40B4-BE49-F238E27FC236}">
                  <a16:creationId xmlns:a16="http://schemas.microsoft.com/office/drawing/2014/main" id="{4E97F009-2786-E877-200E-2C9418C75AC5}"/>
                </a:ext>
              </a:extLst>
            </p:cNvPr>
            <p:cNvSpPr/>
            <p:nvPr/>
          </p:nvSpPr>
          <p:spPr>
            <a:xfrm>
              <a:off x="1190825" y="2873150"/>
              <a:ext cx="80725" cy="80725"/>
            </a:xfrm>
            <a:custGeom>
              <a:avLst/>
              <a:gdLst/>
              <a:ahLst/>
              <a:cxnLst/>
              <a:rect l="l" t="t" r="r" b="b"/>
              <a:pathLst>
                <a:path w="3229" h="3229" extrusionOk="0">
                  <a:moveTo>
                    <a:pt x="13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099"/>
                  </a:lnTo>
                  <a:cubicBezTo>
                    <a:pt x="1" y="3173"/>
                    <a:pt x="56" y="3228"/>
                    <a:pt x="131" y="3228"/>
                  </a:cubicBezTo>
                  <a:lnTo>
                    <a:pt x="3108" y="3228"/>
                  </a:lnTo>
                  <a:cubicBezTo>
                    <a:pt x="3173" y="3228"/>
                    <a:pt x="3229" y="3173"/>
                    <a:pt x="3229" y="3099"/>
                  </a:cubicBezTo>
                  <a:lnTo>
                    <a:pt x="3229" y="121"/>
                  </a:lnTo>
                  <a:cubicBezTo>
                    <a:pt x="3229" y="56"/>
                    <a:pt x="3173" y="0"/>
                    <a:pt x="31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173;p43">
              <a:extLst>
                <a:ext uri="{FF2B5EF4-FFF2-40B4-BE49-F238E27FC236}">
                  <a16:creationId xmlns:a16="http://schemas.microsoft.com/office/drawing/2014/main" id="{FE0D0926-8E16-A0F0-4222-849CD8C767C5}"/>
                </a:ext>
              </a:extLst>
            </p:cNvPr>
            <p:cNvSpPr/>
            <p:nvPr/>
          </p:nvSpPr>
          <p:spPr>
            <a:xfrm>
              <a:off x="1189450" y="2871750"/>
              <a:ext cx="83500" cy="83525"/>
            </a:xfrm>
            <a:custGeom>
              <a:avLst/>
              <a:gdLst/>
              <a:ahLst/>
              <a:cxnLst/>
              <a:rect l="l" t="t" r="r" b="b"/>
              <a:pathLst>
                <a:path w="3340" h="3341" extrusionOk="0">
                  <a:moveTo>
                    <a:pt x="3163" y="112"/>
                  </a:moveTo>
                  <a:cubicBezTo>
                    <a:pt x="3200" y="112"/>
                    <a:pt x="3228" y="140"/>
                    <a:pt x="3228" y="177"/>
                  </a:cubicBezTo>
                  <a:lnTo>
                    <a:pt x="3228" y="3155"/>
                  </a:lnTo>
                  <a:cubicBezTo>
                    <a:pt x="3228" y="3192"/>
                    <a:pt x="3200" y="3220"/>
                    <a:pt x="3163" y="3220"/>
                  </a:cubicBezTo>
                  <a:lnTo>
                    <a:pt x="186" y="3220"/>
                  </a:lnTo>
                  <a:cubicBezTo>
                    <a:pt x="148" y="3220"/>
                    <a:pt x="121" y="3192"/>
                    <a:pt x="121" y="3155"/>
                  </a:cubicBezTo>
                  <a:lnTo>
                    <a:pt x="121" y="177"/>
                  </a:lnTo>
                  <a:cubicBezTo>
                    <a:pt x="121" y="140"/>
                    <a:pt x="148" y="112"/>
                    <a:pt x="186" y="112"/>
                  </a:cubicBezTo>
                  <a:close/>
                  <a:moveTo>
                    <a:pt x="186" y="1"/>
                  </a:moveTo>
                  <a:cubicBezTo>
                    <a:pt x="83" y="1"/>
                    <a:pt x="0" y="84"/>
                    <a:pt x="0" y="177"/>
                  </a:cubicBezTo>
                  <a:lnTo>
                    <a:pt x="0" y="3155"/>
                  </a:lnTo>
                  <a:cubicBezTo>
                    <a:pt x="0" y="3257"/>
                    <a:pt x="83" y="3340"/>
                    <a:pt x="186" y="3340"/>
                  </a:cubicBezTo>
                  <a:lnTo>
                    <a:pt x="3163" y="3340"/>
                  </a:lnTo>
                  <a:cubicBezTo>
                    <a:pt x="3256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6" y="1"/>
                    <a:pt x="31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174;p43">
              <a:extLst>
                <a:ext uri="{FF2B5EF4-FFF2-40B4-BE49-F238E27FC236}">
                  <a16:creationId xmlns:a16="http://schemas.microsoft.com/office/drawing/2014/main" id="{F17520FF-1224-2606-E5F8-392954B728C6}"/>
                </a:ext>
              </a:extLst>
            </p:cNvPr>
            <p:cNvSpPr/>
            <p:nvPr/>
          </p:nvSpPr>
          <p:spPr>
            <a:xfrm>
              <a:off x="1309350" y="2873150"/>
              <a:ext cx="80500" cy="80725"/>
            </a:xfrm>
            <a:custGeom>
              <a:avLst/>
              <a:gdLst/>
              <a:ahLst/>
              <a:cxnLst/>
              <a:rect l="l" t="t" r="r" b="b"/>
              <a:pathLst>
                <a:path w="3220" h="3229" extrusionOk="0">
                  <a:moveTo>
                    <a:pt x="121" y="0"/>
                  </a:moveTo>
                  <a:cubicBezTo>
                    <a:pt x="56" y="0"/>
                    <a:pt x="0" y="56"/>
                    <a:pt x="0" y="121"/>
                  </a:cubicBezTo>
                  <a:lnTo>
                    <a:pt x="0" y="3099"/>
                  </a:lnTo>
                  <a:cubicBezTo>
                    <a:pt x="0" y="3173"/>
                    <a:pt x="56" y="3228"/>
                    <a:pt x="121" y="3228"/>
                  </a:cubicBezTo>
                  <a:lnTo>
                    <a:pt x="3098" y="3228"/>
                  </a:lnTo>
                  <a:cubicBezTo>
                    <a:pt x="3173" y="3228"/>
                    <a:pt x="3219" y="3173"/>
                    <a:pt x="3219" y="3099"/>
                  </a:cubicBezTo>
                  <a:lnTo>
                    <a:pt x="3219" y="121"/>
                  </a:lnTo>
                  <a:cubicBezTo>
                    <a:pt x="3219" y="56"/>
                    <a:pt x="3173" y="0"/>
                    <a:pt x="30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175;p43">
              <a:extLst>
                <a:ext uri="{FF2B5EF4-FFF2-40B4-BE49-F238E27FC236}">
                  <a16:creationId xmlns:a16="http://schemas.microsoft.com/office/drawing/2014/main" id="{DB27F557-6DD0-2A19-074D-FFD74E2839B8}"/>
                </a:ext>
              </a:extLst>
            </p:cNvPr>
            <p:cNvSpPr/>
            <p:nvPr/>
          </p:nvSpPr>
          <p:spPr>
            <a:xfrm>
              <a:off x="1307950" y="2871750"/>
              <a:ext cx="83500" cy="83525"/>
            </a:xfrm>
            <a:custGeom>
              <a:avLst/>
              <a:gdLst/>
              <a:ahLst/>
              <a:cxnLst/>
              <a:rect l="l" t="t" r="r" b="b"/>
              <a:pathLst>
                <a:path w="3340" h="3341" extrusionOk="0">
                  <a:moveTo>
                    <a:pt x="3154" y="112"/>
                  </a:moveTo>
                  <a:cubicBezTo>
                    <a:pt x="3192" y="112"/>
                    <a:pt x="3219" y="140"/>
                    <a:pt x="3219" y="177"/>
                  </a:cubicBezTo>
                  <a:lnTo>
                    <a:pt x="3219" y="3155"/>
                  </a:lnTo>
                  <a:cubicBezTo>
                    <a:pt x="3219" y="3192"/>
                    <a:pt x="3192" y="3220"/>
                    <a:pt x="3154" y="3220"/>
                  </a:cubicBezTo>
                  <a:lnTo>
                    <a:pt x="177" y="3220"/>
                  </a:lnTo>
                  <a:cubicBezTo>
                    <a:pt x="140" y="3220"/>
                    <a:pt x="112" y="3192"/>
                    <a:pt x="112" y="3155"/>
                  </a:cubicBezTo>
                  <a:lnTo>
                    <a:pt x="112" y="177"/>
                  </a:lnTo>
                  <a:cubicBezTo>
                    <a:pt x="112" y="140"/>
                    <a:pt x="140" y="112"/>
                    <a:pt x="177" y="112"/>
                  </a:cubicBezTo>
                  <a:close/>
                  <a:moveTo>
                    <a:pt x="177" y="1"/>
                  </a:moveTo>
                  <a:cubicBezTo>
                    <a:pt x="75" y="1"/>
                    <a:pt x="0" y="84"/>
                    <a:pt x="0" y="177"/>
                  </a:cubicBezTo>
                  <a:lnTo>
                    <a:pt x="0" y="3155"/>
                  </a:lnTo>
                  <a:cubicBezTo>
                    <a:pt x="0" y="3257"/>
                    <a:pt x="75" y="3340"/>
                    <a:pt x="177" y="3340"/>
                  </a:cubicBezTo>
                  <a:lnTo>
                    <a:pt x="3154" y="3340"/>
                  </a:lnTo>
                  <a:cubicBezTo>
                    <a:pt x="3257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7" y="1"/>
                    <a:pt x="3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176;p43">
              <a:extLst>
                <a:ext uri="{FF2B5EF4-FFF2-40B4-BE49-F238E27FC236}">
                  <a16:creationId xmlns:a16="http://schemas.microsoft.com/office/drawing/2014/main" id="{88781EC3-9C10-3FBB-3D80-83A65E7A43D9}"/>
                </a:ext>
              </a:extLst>
            </p:cNvPr>
            <p:cNvSpPr/>
            <p:nvPr/>
          </p:nvSpPr>
          <p:spPr>
            <a:xfrm>
              <a:off x="1180850" y="3001400"/>
              <a:ext cx="207375" cy="61700"/>
            </a:xfrm>
            <a:custGeom>
              <a:avLst/>
              <a:gdLst/>
              <a:ahLst/>
              <a:cxnLst/>
              <a:rect l="l" t="t" r="r" b="b"/>
              <a:pathLst>
                <a:path w="8295" h="2468" extrusionOk="0">
                  <a:moveTo>
                    <a:pt x="1235" y="0"/>
                  </a:moveTo>
                  <a:cubicBezTo>
                    <a:pt x="557" y="0"/>
                    <a:pt x="1" y="547"/>
                    <a:pt x="1" y="1234"/>
                  </a:cubicBezTo>
                  <a:cubicBezTo>
                    <a:pt x="1" y="1920"/>
                    <a:pt x="557" y="2468"/>
                    <a:pt x="1235" y="2468"/>
                  </a:cubicBezTo>
                  <a:lnTo>
                    <a:pt x="7051" y="2468"/>
                  </a:lnTo>
                  <a:cubicBezTo>
                    <a:pt x="7738" y="2468"/>
                    <a:pt x="8294" y="1920"/>
                    <a:pt x="8294" y="1234"/>
                  </a:cubicBezTo>
                  <a:cubicBezTo>
                    <a:pt x="8294" y="547"/>
                    <a:pt x="7738" y="0"/>
                    <a:pt x="70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177;p43">
              <a:extLst>
                <a:ext uri="{FF2B5EF4-FFF2-40B4-BE49-F238E27FC236}">
                  <a16:creationId xmlns:a16="http://schemas.microsoft.com/office/drawing/2014/main" id="{FA92DC9F-7739-CE89-4034-BB478F78E262}"/>
                </a:ext>
              </a:extLst>
            </p:cNvPr>
            <p:cNvSpPr/>
            <p:nvPr/>
          </p:nvSpPr>
          <p:spPr>
            <a:xfrm>
              <a:off x="1179475" y="2999775"/>
              <a:ext cx="210125" cy="64950"/>
            </a:xfrm>
            <a:custGeom>
              <a:avLst/>
              <a:gdLst/>
              <a:ahLst/>
              <a:cxnLst/>
              <a:rect l="l" t="t" r="r" b="b"/>
              <a:pathLst>
                <a:path w="8405" h="2598" extrusionOk="0">
                  <a:moveTo>
                    <a:pt x="7106" y="121"/>
                  </a:moveTo>
                  <a:cubicBezTo>
                    <a:pt x="7755" y="121"/>
                    <a:pt x="8284" y="650"/>
                    <a:pt x="8284" y="1299"/>
                  </a:cubicBezTo>
                  <a:cubicBezTo>
                    <a:pt x="8284" y="1948"/>
                    <a:pt x="7755" y="2477"/>
                    <a:pt x="7106" y="2477"/>
                  </a:cubicBezTo>
                  <a:lnTo>
                    <a:pt x="1290" y="2477"/>
                  </a:lnTo>
                  <a:cubicBezTo>
                    <a:pt x="640" y="2477"/>
                    <a:pt x="111" y="1948"/>
                    <a:pt x="111" y="1299"/>
                  </a:cubicBezTo>
                  <a:cubicBezTo>
                    <a:pt x="111" y="650"/>
                    <a:pt x="640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5"/>
                    <a:pt x="0" y="1299"/>
                  </a:cubicBezTo>
                  <a:cubicBezTo>
                    <a:pt x="0" y="2013"/>
                    <a:pt x="575" y="2598"/>
                    <a:pt x="1290" y="2598"/>
                  </a:cubicBezTo>
                  <a:lnTo>
                    <a:pt x="7106" y="2598"/>
                  </a:lnTo>
                  <a:cubicBezTo>
                    <a:pt x="7820" y="2598"/>
                    <a:pt x="8405" y="2013"/>
                    <a:pt x="8405" y="1299"/>
                  </a:cubicBezTo>
                  <a:cubicBezTo>
                    <a:pt x="8405" y="585"/>
                    <a:pt x="7820" y="0"/>
                    <a:pt x="7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178;p43">
              <a:extLst>
                <a:ext uri="{FF2B5EF4-FFF2-40B4-BE49-F238E27FC236}">
                  <a16:creationId xmlns:a16="http://schemas.microsoft.com/office/drawing/2014/main" id="{731F68EE-1ABC-9D19-14BE-C0A4B6C2511F}"/>
                </a:ext>
              </a:extLst>
            </p:cNvPr>
            <p:cNvSpPr/>
            <p:nvPr/>
          </p:nvSpPr>
          <p:spPr>
            <a:xfrm>
              <a:off x="1458450" y="2935300"/>
              <a:ext cx="70075" cy="2800"/>
            </a:xfrm>
            <a:custGeom>
              <a:avLst/>
              <a:gdLst/>
              <a:ahLst/>
              <a:cxnLst/>
              <a:rect l="l" t="t" r="r" b="b"/>
              <a:pathLst>
                <a:path w="280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747" y="112"/>
                  </a:lnTo>
                  <a:cubicBezTo>
                    <a:pt x="2775" y="112"/>
                    <a:pt x="2803" y="93"/>
                    <a:pt x="2803" y="56"/>
                  </a:cubicBezTo>
                  <a:cubicBezTo>
                    <a:pt x="2803" y="28"/>
                    <a:pt x="2775" y="0"/>
                    <a:pt x="27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2179;p43">
              <a:extLst>
                <a:ext uri="{FF2B5EF4-FFF2-40B4-BE49-F238E27FC236}">
                  <a16:creationId xmlns:a16="http://schemas.microsoft.com/office/drawing/2014/main" id="{51F9BDB9-ED8C-72F8-3FAD-19D139C61F73}"/>
                </a:ext>
              </a:extLst>
            </p:cNvPr>
            <p:cNvSpPr/>
            <p:nvPr/>
          </p:nvSpPr>
          <p:spPr>
            <a:xfrm>
              <a:off x="1553325" y="2935300"/>
              <a:ext cx="84425" cy="2800"/>
            </a:xfrm>
            <a:custGeom>
              <a:avLst/>
              <a:gdLst/>
              <a:ahLst/>
              <a:cxnLst/>
              <a:rect l="l" t="t" r="r" b="b"/>
              <a:pathLst>
                <a:path w="3377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3312" y="112"/>
                  </a:lnTo>
                  <a:cubicBezTo>
                    <a:pt x="3349" y="112"/>
                    <a:pt x="3377" y="93"/>
                    <a:pt x="3377" y="56"/>
                  </a:cubicBezTo>
                  <a:cubicBezTo>
                    <a:pt x="3377" y="28"/>
                    <a:pt x="3349" y="0"/>
                    <a:pt x="3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2180;p43">
              <a:extLst>
                <a:ext uri="{FF2B5EF4-FFF2-40B4-BE49-F238E27FC236}">
                  <a16:creationId xmlns:a16="http://schemas.microsoft.com/office/drawing/2014/main" id="{FA2684B8-B2A0-7FCD-A6BF-F519C7116449}"/>
                </a:ext>
              </a:extLst>
            </p:cNvPr>
            <p:cNvSpPr/>
            <p:nvPr/>
          </p:nvSpPr>
          <p:spPr>
            <a:xfrm>
              <a:off x="1458450" y="3043125"/>
              <a:ext cx="125500" cy="2825"/>
            </a:xfrm>
            <a:custGeom>
              <a:avLst/>
              <a:gdLst/>
              <a:ahLst/>
              <a:cxnLst/>
              <a:rect l="l" t="t" r="r" b="b"/>
              <a:pathLst>
                <a:path w="5020" h="113" extrusionOk="0"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4964" y="112"/>
                  </a:lnTo>
                  <a:cubicBezTo>
                    <a:pt x="4992" y="112"/>
                    <a:pt x="5020" y="94"/>
                    <a:pt x="5020" y="57"/>
                  </a:cubicBezTo>
                  <a:cubicBezTo>
                    <a:pt x="5020" y="29"/>
                    <a:pt x="4992" y="1"/>
                    <a:pt x="49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2181;p43">
              <a:extLst>
                <a:ext uri="{FF2B5EF4-FFF2-40B4-BE49-F238E27FC236}">
                  <a16:creationId xmlns:a16="http://schemas.microsoft.com/office/drawing/2014/main" id="{72049075-7A2F-17CD-9FE5-B0AEF2AA0541}"/>
                </a:ext>
              </a:extLst>
            </p:cNvPr>
            <p:cNvSpPr/>
            <p:nvPr/>
          </p:nvSpPr>
          <p:spPr>
            <a:xfrm>
              <a:off x="1458450" y="2972625"/>
              <a:ext cx="195775" cy="2825"/>
            </a:xfrm>
            <a:custGeom>
              <a:avLst/>
              <a:gdLst/>
              <a:ahLst/>
              <a:cxnLst/>
              <a:rect l="l" t="t" r="r" b="b"/>
              <a:pathLst>
                <a:path w="7831" h="113" extrusionOk="0"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4"/>
                    <a:pt x="29" y="112"/>
                    <a:pt x="66" y="112"/>
                  </a:cubicBezTo>
                  <a:lnTo>
                    <a:pt x="7766" y="112"/>
                  </a:lnTo>
                  <a:cubicBezTo>
                    <a:pt x="7803" y="112"/>
                    <a:pt x="7830" y="94"/>
                    <a:pt x="7830" y="57"/>
                  </a:cubicBezTo>
                  <a:cubicBezTo>
                    <a:pt x="7830" y="29"/>
                    <a:pt x="7803" y="1"/>
                    <a:pt x="77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2182;p43">
              <a:extLst>
                <a:ext uri="{FF2B5EF4-FFF2-40B4-BE49-F238E27FC236}">
                  <a16:creationId xmlns:a16="http://schemas.microsoft.com/office/drawing/2014/main" id="{1E585FB4-DD2A-2A84-CB3B-17B02858B645}"/>
                </a:ext>
              </a:extLst>
            </p:cNvPr>
            <p:cNvSpPr/>
            <p:nvPr/>
          </p:nvSpPr>
          <p:spPr>
            <a:xfrm>
              <a:off x="1458450" y="3008125"/>
              <a:ext cx="64050" cy="3025"/>
            </a:xfrm>
            <a:custGeom>
              <a:avLst/>
              <a:gdLst/>
              <a:ahLst/>
              <a:cxnLst/>
              <a:rect l="l" t="t" r="r" b="b"/>
              <a:pathLst>
                <a:path w="2562" h="121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2506" y="121"/>
                  </a:lnTo>
                  <a:cubicBezTo>
                    <a:pt x="2534" y="121"/>
                    <a:pt x="2561" y="93"/>
                    <a:pt x="2561" y="56"/>
                  </a:cubicBezTo>
                  <a:cubicBezTo>
                    <a:pt x="2561" y="28"/>
                    <a:pt x="2534" y="0"/>
                    <a:pt x="2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2183;p43">
              <a:extLst>
                <a:ext uri="{FF2B5EF4-FFF2-40B4-BE49-F238E27FC236}">
                  <a16:creationId xmlns:a16="http://schemas.microsoft.com/office/drawing/2014/main" id="{DDFBBA6C-CD41-843E-7D5C-4E937AF4DB1A}"/>
                </a:ext>
              </a:extLst>
            </p:cNvPr>
            <p:cNvSpPr/>
            <p:nvPr/>
          </p:nvSpPr>
          <p:spPr>
            <a:xfrm>
              <a:off x="1538475" y="3008125"/>
              <a:ext cx="113900" cy="3025"/>
            </a:xfrm>
            <a:custGeom>
              <a:avLst/>
              <a:gdLst/>
              <a:ahLst/>
              <a:cxnLst/>
              <a:rect l="l" t="t" r="r" b="b"/>
              <a:pathLst>
                <a:path w="4556" h="121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500" y="121"/>
                  </a:lnTo>
                  <a:cubicBezTo>
                    <a:pt x="4537" y="121"/>
                    <a:pt x="4555" y="93"/>
                    <a:pt x="4555" y="56"/>
                  </a:cubicBezTo>
                  <a:cubicBezTo>
                    <a:pt x="4555" y="28"/>
                    <a:pt x="4537" y="0"/>
                    <a:pt x="45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2184;p43">
              <a:extLst>
                <a:ext uri="{FF2B5EF4-FFF2-40B4-BE49-F238E27FC236}">
                  <a16:creationId xmlns:a16="http://schemas.microsoft.com/office/drawing/2014/main" id="{9B4D7A3A-19E6-CEB4-EC7D-70A39824C8E6}"/>
                </a:ext>
              </a:extLst>
            </p:cNvPr>
            <p:cNvSpPr/>
            <p:nvPr/>
          </p:nvSpPr>
          <p:spPr>
            <a:xfrm>
              <a:off x="1457300" y="2753925"/>
              <a:ext cx="203425" cy="24400"/>
            </a:xfrm>
            <a:custGeom>
              <a:avLst/>
              <a:gdLst/>
              <a:ahLst/>
              <a:cxnLst/>
              <a:rect l="l" t="t" r="r" b="b"/>
              <a:pathLst>
                <a:path w="8137" h="976" extrusionOk="0">
                  <a:moveTo>
                    <a:pt x="177" y="1"/>
                  </a:moveTo>
                  <a:cubicBezTo>
                    <a:pt x="75" y="1"/>
                    <a:pt x="1" y="75"/>
                    <a:pt x="1" y="177"/>
                  </a:cubicBezTo>
                  <a:lnTo>
                    <a:pt x="1" y="975"/>
                  </a:lnTo>
                  <a:lnTo>
                    <a:pt x="8136" y="975"/>
                  </a:lnTo>
                  <a:lnTo>
                    <a:pt x="8136" y="233"/>
                  </a:lnTo>
                  <a:cubicBezTo>
                    <a:pt x="8136" y="103"/>
                    <a:pt x="8025" y="1"/>
                    <a:pt x="7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2185;p43">
              <a:extLst>
                <a:ext uri="{FF2B5EF4-FFF2-40B4-BE49-F238E27FC236}">
                  <a16:creationId xmlns:a16="http://schemas.microsoft.com/office/drawing/2014/main" id="{886E32DF-5D71-18CF-2AA3-53B22AE12E81}"/>
                </a:ext>
              </a:extLst>
            </p:cNvPr>
            <p:cNvSpPr/>
            <p:nvPr/>
          </p:nvSpPr>
          <p:spPr>
            <a:xfrm>
              <a:off x="1478875" y="2760425"/>
              <a:ext cx="10225" cy="10475"/>
            </a:xfrm>
            <a:custGeom>
              <a:avLst/>
              <a:gdLst/>
              <a:ahLst/>
              <a:cxnLst/>
              <a:rect l="l" t="t" r="r" b="b"/>
              <a:pathLst>
                <a:path w="409" h="419" extrusionOk="0">
                  <a:moveTo>
                    <a:pt x="204" y="121"/>
                  </a:moveTo>
                  <a:cubicBezTo>
                    <a:pt x="251" y="121"/>
                    <a:pt x="297" y="168"/>
                    <a:pt x="297" y="214"/>
                  </a:cubicBezTo>
                  <a:cubicBezTo>
                    <a:pt x="297" y="270"/>
                    <a:pt x="251" y="307"/>
                    <a:pt x="204" y="307"/>
                  </a:cubicBezTo>
                  <a:cubicBezTo>
                    <a:pt x="158" y="307"/>
                    <a:pt x="112" y="270"/>
                    <a:pt x="112" y="214"/>
                  </a:cubicBezTo>
                  <a:cubicBezTo>
                    <a:pt x="112" y="168"/>
                    <a:pt x="149" y="121"/>
                    <a:pt x="204" y="121"/>
                  </a:cubicBezTo>
                  <a:close/>
                  <a:moveTo>
                    <a:pt x="204" y="1"/>
                  </a:moveTo>
                  <a:cubicBezTo>
                    <a:pt x="93" y="1"/>
                    <a:pt x="0" y="103"/>
                    <a:pt x="0" y="214"/>
                  </a:cubicBezTo>
                  <a:cubicBezTo>
                    <a:pt x="0" y="325"/>
                    <a:pt x="93" y="418"/>
                    <a:pt x="204" y="418"/>
                  </a:cubicBezTo>
                  <a:cubicBezTo>
                    <a:pt x="316" y="418"/>
                    <a:pt x="408" y="335"/>
                    <a:pt x="408" y="214"/>
                  </a:cubicBezTo>
                  <a:cubicBezTo>
                    <a:pt x="408" y="103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2186;p43">
              <a:extLst>
                <a:ext uri="{FF2B5EF4-FFF2-40B4-BE49-F238E27FC236}">
                  <a16:creationId xmlns:a16="http://schemas.microsoft.com/office/drawing/2014/main" id="{E5B38D89-DCCF-081B-ADBB-D20993E9BF57}"/>
                </a:ext>
              </a:extLst>
            </p:cNvPr>
            <p:cNvSpPr/>
            <p:nvPr/>
          </p:nvSpPr>
          <p:spPr>
            <a:xfrm>
              <a:off x="1493475" y="2760425"/>
              <a:ext cx="10475" cy="10475"/>
            </a:xfrm>
            <a:custGeom>
              <a:avLst/>
              <a:gdLst/>
              <a:ahLst/>
              <a:cxnLst/>
              <a:rect l="l" t="t" r="r" b="b"/>
              <a:pathLst>
                <a:path w="419" h="419" extrusionOk="0">
                  <a:moveTo>
                    <a:pt x="205" y="121"/>
                  </a:moveTo>
                  <a:cubicBezTo>
                    <a:pt x="260" y="121"/>
                    <a:pt x="298" y="168"/>
                    <a:pt x="298" y="214"/>
                  </a:cubicBezTo>
                  <a:cubicBezTo>
                    <a:pt x="298" y="270"/>
                    <a:pt x="251" y="307"/>
                    <a:pt x="205" y="307"/>
                  </a:cubicBezTo>
                  <a:cubicBezTo>
                    <a:pt x="158" y="307"/>
                    <a:pt x="112" y="270"/>
                    <a:pt x="112" y="214"/>
                  </a:cubicBezTo>
                  <a:cubicBezTo>
                    <a:pt x="112" y="168"/>
                    <a:pt x="158" y="121"/>
                    <a:pt x="205" y="121"/>
                  </a:cubicBezTo>
                  <a:close/>
                  <a:moveTo>
                    <a:pt x="205" y="1"/>
                  </a:moveTo>
                  <a:cubicBezTo>
                    <a:pt x="94" y="1"/>
                    <a:pt x="1" y="103"/>
                    <a:pt x="1" y="214"/>
                  </a:cubicBezTo>
                  <a:cubicBezTo>
                    <a:pt x="1" y="325"/>
                    <a:pt x="94" y="418"/>
                    <a:pt x="205" y="418"/>
                  </a:cubicBezTo>
                  <a:cubicBezTo>
                    <a:pt x="316" y="418"/>
                    <a:pt x="418" y="335"/>
                    <a:pt x="409" y="214"/>
                  </a:cubicBezTo>
                  <a:cubicBezTo>
                    <a:pt x="409" y="103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2187;p43">
              <a:extLst>
                <a:ext uri="{FF2B5EF4-FFF2-40B4-BE49-F238E27FC236}">
                  <a16:creationId xmlns:a16="http://schemas.microsoft.com/office/drawing/2014/main" id="{E55B0863-29B1-09E8-4919-690EF90C9F0A}"/>
                </a:ext>
              </a:extLst>
            </p:cNvPr>
            <p:cNvSpPr/>
            <p:nvPr/>
          </p:nvSpPr>
          <p:spPr>
            <a:xfrm>
              <a:off x="1464250" y="2760425"/>
              <a:ext cx="10475" cy="10475"/>
            </a:xfrm>
            <a:custGeom>
              <a:avLst/>
              <a:gdLst/>
              <a:ahLst/>
              <a:cxnLst/>
              <a:rect l="l" t="t" r="r" b="b"/>
              <a:pathLst>
                <a:path w="419" h="419" extrusionOk="0">
                  <a:moveTo>
                    <a:pt x="205" y="121"/>
                  </a:moveTo>
                  <a:cubicBezTo>
                    <a:pt x="261" y="121"/>
                    <a:pt x="298" y="168"/>
                    <a:pt x="298" y="214"/>
                  </a:cubicBezTo>
                  <a:cubicBezTo>
                    <a:pt x="298" y="270"/>
                    <a:pt x="261" y="307"/>
                    <a:pt x="205" y="307"/>
                  </a:cubicBezTo>
                  <a:cubicBezTo>
                    <a:pt x="159" y="307"/>
                    <a:pt x="112" y="270"/>
                    <a:pt x="112" y="214"/>
                  </a:cubicBezTo>
                  <a:cubicBezTo>
                    <a:pt x="112" y="168"/>
                    <a:pt x="159" y="121"/>
                    <a:pt x="205" y="121"/>
                  </a:cubicBezTo>
                  <a:close/>
                  <a:moveTo>
                    <a:pt x="205" y="1"/>
                  </a:moveTo>
                  <a:cubicBezTo>
                    <a:pt x="94" y="1"/>
                    <a:pt x="1" y="103"/>
                    <a:pt x="1" y="214"/>
                  </a:cubicBezTo>
                  <a:cubicBezTo>
                    <a:pt x="1" y="325"/>
                    <a:pt x="94" y="418"/>
                    <a:pt x="205" y="418"/>
                  </a:cubicBezTo>
                  <a:cubicBezTo>
                    <a:pt x="326" y="418"/>
                    <a:pt x="418" y="335"/>
                    <a:pt x="418" y="214"/>
                  </a:cubicBezTo>
                  <a:cubicBezTo>
                    <a:pt x="418" y="103"/>
                    <a:pt x="32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2188;p43">
              <a:extLst>
                <a:ext uri="{FF2B5EF4-FFF2-40B4-BE49-F238E27FC236}">
                  <a16:creationId xmlns:a16="http://schemas.microsoft.com/office/drawing/2014/main" id="{211067B1-F278-D4B5-FC09-DC02B9A867DA}"/>
                </a:ext>
              </a:extLst>
            </p:cNvPr>
            <p:cNvSpPr/>
            <p:nvPr/>
          </p:nvSpPr>
          <p:spPr>
            <a:xfrm>
              <a:off x="1457075" y="2778300"/>
              <a:ext cx="203400" cy="119450"/>
            </a:xfrm>
            <a:custGeom>
              <a:avLst/>
              <a:gdLst/>
              <a:ahLst/>
              <a:cxnLst/>
              <a:rect l="l" t="t" r="r" b="b"/>
              <a:pathLst>
                <a:path w="8136" h="4778" extrusionOk="0">
                  <a:moveTo>
                    <a:pt x="28" y="0"/>
                  </a:moveTo>
                  <a:cubicBezTo>
                    <a:pt x="19" y="0"/>
                    <a:pt x="0" y="9"/>
                    <a:pt x="0" y="28"/>
                  </a:cubicBezTo>
                  <a:lnTo>
                    <a:pt x="0" y="4750"/>
                  </a:lnTo>
                  <a:cubicBezTo>
                    <a:pt x="0" y="4768"/>
                    <a:pt x="19" y="4778"/>
                    <a:pt x="28" y="4778"/>
                  </a:cubicBezTo>
                  <a:lnTo>
                    <a:pt x="8108" y="4778"/>
                  </a:lnTo>
                  <a:cubicBezTo>
                    <a:pt x="8127" y="4778"/>
                    <a:pt x="8136" y="4768"/>
                    <a:pt x="8136" y="4750"/>
                  </a:cubicBezTo>
                  <a:lnTo>
                    <a:pt x="8136" y="28"/>
                  </a:lnTo>
                  <a:cubicBezTo>
                    <a:pt x="8136" y="9"/>
                    <a:pt x="8127" y="0"/>
                    <a:pt x="81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2189;p43">
              <a:extLst>
                <a:ext uri="{FF2B5EF4-FFF2-40B4-BE49-F238E27FC236}">
                  <a16:creationId xmlns:a16="http://schemas.microsoft.com/office/drawing/2014/main" id="{011D3B42-F9AD-919E-1720-6FD0160C102E}"/>
                </a:ext>
              </a:extLst>
            </p:cNvPr>
            <p:cNvSpPr/>
            <p:nvPr/>
          </p:nvSpPr>
          <p:spPr>
            <a:xfrm>
              <a:off x="1541250" y="2805875"/>
              <a:ext cx="94200" cy="2825"/>
            </a:xfrm>
            <a:custGeom>
              <a:avLst/>
              <a:gdLst/>
              <a:ahLst/>
              <a:cxnLst/>
              <a:rect l="l" t="t" r="r" b="b"/>
              <a:pathLst>
                <a:path w="3768" h="113" extrusionOk="0">
                  <a:moveTo>
                    <a:pt x="56" y="1"/>
                  </a:moveTo>
                  <a:cubicBezTo>
                    <a:pt x="19" y="1"/>
                    <a:pt x="1" y="20"/>
                    <a:pt x="1" y="57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711" y="112"/>
                  </a:lnTo>
                  <a:cubicBezTo>
                    <a:pt x="3739" y="112"/>
                    <a:pt x="3767" y="84"/>
                    <a:pt x="3767" y="57"/>
                  </a:cubicBezTo>
                  <a:cubicBezTo>
                    <a:pt x="3767" y="20"/>
                    <a:pt x="3739" y="1"/>
                    <a:pt x="37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2190;p43">
              <a:extLst>
                <a:ext uri="{FF2B5EF4-FFF2-40B4-BE49-F238E27FC236}">
                  <a16:creationId xmlns:a16="http://schemas.microsoft.com/office/drawing/2014/main" id="{22D2119C-3C54-1B23-991A-8C453C9121F7}"/>
                </a:ext>
              </a:extLst>
            </p:cNvPr>
            <p:cNvSpPr/>
            <p:nvPr/>
          </p:nvSpPr>
          <p:spPr>
            <a:xfrm>
              <a:off x="1541025" y="2819800"/>
              <a:ext cx="35050" cy="2800"/>
            </a:xfrm>
            <a:custGeom>
              <a:avLst/>
              <a:gdLst/>
              <a:ahLst/>
              <a:cxnLst/>
              <a:rect l="l" t="t" r="r" b="b"/>
              <a:pathLst>
                <a:path w="1402" h="112" extrusionOk="0">
                  <a:moveTo>
                    <a:pt x="65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65" y="112"/>
                  </a:cubicBezTo>
                  <a:lnTo>
                    <a:pt x="1346" y="112"/>
                  </a:lnTo>
                  <a:cubicBezTo>
                    <a:pt x="1383" y="112"/>
                    <a:pt x="1401" y="84"/>
                    <a:pt x="1401" y="56"/>
                  </a:cubicBezTo>
                  <a:cubicBezTo>
                    <a:pt x="1401" y="19"/>
                    <a:pt x="1383" y="1"/>
                    <a:pt x="13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2191;p43">
              <a:extLst>
                <a:ext uri="{FF2B5EF4-FFF2-40B4-BE49-F238E27FC236}">
                  <a16:creationId xmlns:a16="http://schemas.microsoft.com/office/drawing/2014/main" id="{3B7AB33C-E469-48EE-0753-B608D4D72D82}"/>
                </a:ext>
              </a:extLst>
            </p:cNvPr>
            <p:cNvSpPr/>
            <p:nvPr/>
          </p:nvSpPr>
          <p:spPr>
            <a:xfrm>
              <a:off x="1586475" y="2819800"/>
              <a:ext cx="42000" cy="2800"/>
            </a:xfrm>
            <a:custGeom>
              <a:avLst/>
              <a:gdLst/>
              <a:ahLst/>
              <a:cxnLst/>
              <a:rect l="l" t="t" r="r" b="b"/>
              <a:pathLst>
                <a:path w="1680" h="112" extrusionOk="0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1615" y="112"/>
                  </a:lnTo>
                  <a:cubicBezTo>
                    <a:pt x="1652" y="112"/>
                    <a:pt x="1680" y="84"/>
                    <a:pt x="1680" y="56"/>
                  </a:cubicBezTo>
                  <a:cubicBezTo>
                    <a:pt x="1680" y="19"/>
                    <a:pt x="1652" y="1"/>
                    <a:pt x="1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2192;p43">
              <a:extLst>
                <a:ext uri="{FF2B5EF4-FFF2-40B4-BE49-F238E27FC236}">
                  <a16:creationId xmlns:a16="http://schemas.microsoft.com/office/drawing/2014/main" id="{65E26011-5E57-505F-731F-52260B0C0EBB}"/>
                </a:ext>
              </a:extLst>
            </p:cNvPr>
            <p:cNvSpPr/>
            <p:nvPr/>
          </p:nvSpPr>
          <p:spPr>
            <a:xfrm>
              <a:off x="1541250" y="2861775"/>
              <a:ext cx="61500" cy="2800"/>
            </a:xfrm>
            <a:custGeom>
              <a:avLst/>
              <a:gdLst/>
              <a:ahLst/>
              <a:cxnLst/>
              <a:rect l="l" t="t" r="r" b="b"/>
              <a:pathLst>
                <a:path w="2460" h="112" extrusionOk="0">
                  <a:moveTo>
                    <a:pt x="56" y="1"/>
                  </a:moveTo>
                  <a:cubicBezTo>
                    <a:pt x="19" y="1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394" y="112"/>
                  </a:lnTo>
                  <a:cubicBezTo>
                    <a:pt x="2431" y="112"/>
                    <a:pt x="2459" y="93"/>
                    <a:pt x="2459" y="56"/>
                  </a:cubicBezTo>
                  <a:cubicBezTo>
                    <a:pt x="2459" y="28"/>
                    <a:pt x="2431" y="1"/>
                    <a:pt x="23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2193;p43">
              <a:extLst>
                <a:ext uri="{FF2B5EF4-FFF2-40B4-BE49-F238E27FC236}">
                  <a16:creationId xmlns:a16="http://schemas.microsoft.com/office/drawing/2014/main" id="{406C0881-B888-6314-FCB7-8591884B1937}"/>
                </a:ext>
              </a:extLst>
            </p:cNvPr>
            <p:cNvSpPr/>
            <p:nvPr/>
          </p:nvSpPr>
          <p:spPr>
            <a:xfrm>
              <a:off x="1541250" y="2834175"/>
              <a:ext cx="95125" cy="3050"/>
            </a:xfrm>
            <a:custGeom>
              <a:avLst/>
              <a:gdLst/>
              <a:ahLst/>
              <a:cxnLst/>
              <a:rect l="l" t="t" r="r" b="b"/>
              <a:pathLst>
                <a:path w="3805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3739" y="121"/>
                  </a:lnTo>
                  <a:cubicBezTo>
                    <a:pt x="3776" y="121"/>
                    <a:pt x="3804" y="93"/>
                    <a:pt x="3804" y="66"/>
                  </a:cubicBezTo>
                  <a:cubicBezTo>
                    <a:pt x="3804" y="29"/>
                    <a:pt x="3776" y="1"/>
                    <a:pt x="3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2194;p43">
              <a:extLst>
                <a:ext uri="{FF2B5EF4-FFF2-40B4-BE49-F238E27FC236}">
                  <a16:creationId xmlns:a16="http://schemas.microsoft.com/office/drawing/2014/main" id="{F20F66AB-C16E-8060-CDAF-CD851E7F4F18}"/>
                </a:ext>
              </a:extLst>
            </p:cNvPr>
            <p:cNvSpPr/>
            <p:nvPr/>
          </p:nvSpPr>
          <p:spPr>
            <a:xfrm>
              <a:off x="1541250" y="2848100"/>
              <a:ext cx="32025" cy="3025"/>
            </a:xfrm>
            <a:custGeom>
              <a:avLst/>
              <a:gdLst/>
              <a:ahLst/>
              <a:cxnLst/>
              <a:rect l="l" t="t" r="r" b="b"/>
              <a:pathLst>
                <a:path w="1281" h="121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225" y="121"/>
                  </a:lnTo>
                  <a:cubicBezTo>
                    <a:pt x="1253" y="121"/>
                    <a:pt x="1281" y="93"/>
                    <a:pt x="1281" y="56"/>
                  </a:cubicBezTo>
                  <a:cubicBezTo>
                    <a:pt x="1281" y="28"/>
                    <a:pt x="1253" y="0"/>
                    <a:pt x="12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2195;p43">
              <a:extLst>
                <a:ext uri="{FF2B5EF4-FFF2-40B4-BE49-F238E27FC236}">
                  <a16:creationId xmlns:a16="http://schemas.microsoft.com/office/drawing/2014/main" id="{7CF42824-D980-CCBD-9217-1DBF93BEC857}"/>
                </a:ext>
              </a:extLst>
            </p:cNvPr>
            <p:cNvSpPr/>
            <p:nvPr/>
          </p:nvSpPr>
          <p:spPr>
            <a:xfrm>
              <a:off x="1579300" y="2848100"/>
              <a:ext cx="56150" cy="3025"/>
            </a:xfrm>
            <a:custGeom>
              <a:avLst/>
              <a:gdLst/>
              <a:ahLst/>
              <a:cxnLst/>
              <a:rect l="l" t="t" r="r" b="b"/>
              <a:pathLst>
                <a:path w="2246" h="121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189" y="121"/>
                  </a:lnTo>
                  <a:cubicBezTo>
                    <a:pt x="2217" y="121"/>
                    <a:pt x="2245" y="93"/>
                    <a:pt x="2245" y="56"/>
                  </a:cubicBezTo>
                  <a:cubicBezTo>
                    <a:pt x="2245" y="28"/>
                    <a:pt x="2217" y="0"/>
                    <a:pt x="2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2196;p43">
              <a:extLst>
                <a:ext uri="{FF2B5EF4-FFF2-40B4-BE49-F238E27FC236}">
                  <a16:creationId xmlns:a16="http://schemas.microsoft.com/office/drawing/2014/main" id="{065A0E57-6470-750A-3B09-B24BEAC750C5}"/>
                </a:ext>
              </a:extLst>
            </p:cNvPr>
            <p:cNvSpPr/>
            <p:nvPr/>
          </p:nvSpPr>
          <p:spPr>
            <a:xfrm>
              <a:off x="1472150" y="2805425"/>
              <a:ext cx="26700" cy="32500"/>
            </a:xfrm>
            <a:custGeom>
              <a:avLst/>
              <a:gdLst/>
              <a:ahLst/>
              <a:cxnLst/>
              <a:rect l="l" t="t" r="r" b="b"/>
              <a:pathLst>
                <a:path w="1068" h="1300" extrusionOk="0">
                  <a:moveTo>
                    <a:pt x="1030" y="0"/>
                  </a:moveTo>
                  <a:cubicBezTo>
                    <a:pt x="418" y="102"/>
                    <a:pt x="0" y="687"/>
                    <a:pt x="112" y="1299"/>
                  </a:cubicBezTo>
                  <a:lnTo>
                    <a:pt x="325" y="1262"/>
                  </a:lnTo>
                  <a:cubicBezTo>
                    <a:pt x="316" y="1216"/>
                    <a:pt x="306" y="1160"/>
                    <a:pt x="306" y="1114"/>
                  </a:cubicBezTo>
                  <a:cubicBezTo>
                    <a:pt x="306" y="659"/>
                    <a:pt x="640" y="288"/>
                    <a:pt x="1067" y="204"/>
                  </a:cubicBezTo>
                  <a:lnTo>
                    <a:pt x="10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2197;p43">
              <a:extLst>
                <a:ext uri="{FF2B5EF4-FFF2-40B4-BE49-F238E27FC236}">
                  <a16:creationId xmlns:a16="http://schemas.microsoft.com/office/drawing/2014/main" id="{0E796727-4762-4921-A210-D8537B0F7776}"/>
                </a:ext>
              </a:extLst>
            </p:cNvPr>
            <p:cNvSpPr/>
            <p:nvPr/>
          </p:nvSpPr>
          <p:spPr>
            <a:xfrm>
              <a:off x="1530600" y="2828375"/>
              <a:ext cx="475" cy="5825"/>
            </a:xfrm>
            <a:custGeom>
              <a:avLst/>
              <a:gdLst/>
              <a:ahLst/>
              <a:cxnLst/>
              <a:rect l="l" t="t" r="r" b="b"/>
              <a:pathLst>
                <a:path w="19" h="233" extrusionOk="0">
                  <a:moveTo>
                    <a:pt x="0" y="1"/>
                  </a:moveTo>
                  <a:cubicBezTo>
                    <a:pt x="9" y="84"/>
                    <a:pt x="9" y="159"/>
                    <a:pt x="9" y="233"/>
                  </a:cubicBezTo>
                  <a:cubicBezTo>
                    <a:pt x="19" y="159"/>
                    <a:pt x="9" y="84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2198;p43">
              <a:extLst>
                <a:ext uri="{FF2B5EF4-FFF2-40B4-BE49-F238E27FC236}">
                  <a16:creationId xmlns:a16="http://schemas.microsoft.com/office/drawing/2014/main" id="{48CB7F85-2182-3190-40EA-34B01A21DB0E}"/>
                </a:ext>
              </a:extLst>
            </p:cNvPr>
            <p:cNvSpPr/>
            <p:nvPr/>
          </p:nvSpPr>
          <p:spPr>
            <a:xfrm>
              <a:off x="1474925" y="2836975"/>
              <a:ext cx="32500" cy="24525"/>
            </a:xfrm>
            <a:custGeom>
              <a:avLst/>
              <a:gdLst/>
              <a:ahLst/>
              <a:cxnLst/>
              <a:rect l="l" t="t" r="r" b="b"/>
              <a:pathLst>
                <a:path w="1300" h="981" extrusionOk="0">
                  <a:moveTo>
                    <a:pt x="214" y="0"/>
                  </a:moveTo>
                  <a:lnTo>
                    <a:pt x="1" y="37"/>
                  </a:lnTo>
                  <a:cubicBezTo>
                    <a:pt x="92" y="587"/>
                    <a:pt x="573" y="980"/>
                    <a:pt x="1114" y="980"/>
                  </a:cubicBezTo>
                  <a:cubicBezTo>
                    <a:pt x="1175" y="980"/>
                    <a:pt x="1237" y="975"/>
                    <a:pt x="1299" y="965"/>
                  </a:cubicBezTo>
                  <a:lnTo>
                    <a:pt x="1262" y="751"/>
                  </a:lnTo>
                  <a:cubicBezTo>
                    <a:pt x="1216" y="761"/>
                    <a:pt x="1169" y="770"/>
                    <a:pt x="1114" y="770"/>
                  </a:cubicBezTo>
                  <a:cubicBezTo>
                    <a:pt x="659" y="770"/>
                    <a:pt x="288" y="436"/>
                    <a:pt x="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2199;p43">
              <a:extLst>
                <a:ext uri="{FF2B5EF4-FFF2-40B4-BE49-F238E27FC236}">
                  <a16:creationId xmlns:a16="http://schemas.microsoft.com/office/drawing/2014/main" id="{6EFC38E3-10E1-6979-3646-56CF25BE524A}"/>
                </a:ext>
              </a:extLst>
            </p:cNvPr>
            <p:cNvSpPr/>
            <p:nvPr/>
          </p:nvSpPr>
          <p:spPr>
            <a:xfrm>
              <a:off x="1497900" y="2804975"/>
              <a:ext cx="33175" cy="56125"/>
            </a:xfrm>
            <a:custGeom>
              <a:avLst/>
              <a:gdLst/>
              <a:ahLst/>
              <a:cxnLst/>
              <a:rect l="l" t="t" r="r" b="b"/>
              <a:pathLst>
                <a:path w="1327" h="2245" extrusionOk="0">
                  <a:moveTo>
                    <a:pt x="199" y="0"/>
                  </a:moveTo>
                  <a:cubicBezTo>
                    <a:pt x="133" y="0"/>
                    <a:pt x="67" y="6"/>
                    <a:pt x="0" y="18"/>
                  </a:cubicBezTo>
                  <a:lnTo>
                    <a:pt x="37" y="222"/>
                  </a:lnTo>
                  <a:cubicBezTo>
                    <a:pt x="93" y="213"/>
                    <a:pt x="139" y="213"/>
                    <a:pt x="195" y="213"/>
                  </a:cubicBezTo>
                  <a:cubicBezTo>
                    <a:pt x="705" y="213"/>
                    <a:pt x="1113" y="621"/>
                    <a:pt x="1113" y="1132"/>
                  </a:cubicBezTo>
                  <a:cubicBezTo>
                    <a:pt x="1113" y="1586"/>
                    <a:pt x="779" y="1966"/>
                    <a:pt x="343" y="2031"/>
                  </a:cubicBezTo>
                  <a:lnTo>
                    <a:pt x="380" y="2245"/>
                  </a:lnTo>
                  <a:cubicBezTo>
                    <a:pt x="844" y="2161"/>
                    <a:pt x="1187" y="1818"/>
                    <a:pt x="1289" y="1391"/>
                  </a:cubicBezTo>
                  <a:cubicBezTo>
                    <a:pt x="1308" y="1317"/>
                    <a:pt x="1317" y="1243"/>
                    <a:pt x="1317" y="1169"/>
                  </a:cubicBezTo>
                  <a:cubicBezTo>
                    <a:pt x="1327" y="1094"/>
                    <a:pt x="1317" y="1020"/>
                    <a:pt x="1308" y="937"/>
                  </a:cubicBezTo>
                  <a:cubicBezTo>
                    <a:pt x="1209" y="391"/>
                    <a:pt x="734" y="0"/>
                    <a:pt x="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2200;p43">
              <a:extLst>
                <a:ext uri="{FF2B5EF4-FFF2-40B4-BE49-F238E27FC236}">
                  <a16:creationId xmlns:a16="http://schemas.microsoft.com/office/drawing/2014/main" id="{C4425F60-A952-5FFE-CC39-10466D9C8CED}"/>
                </a:ext>
              </a:extLst>
            </p:cNvPr>
            <p:cNvSpPr/>
            <p:nvPr/>
          </p:nvSpPr>
          <p:spPr>
            <a:xfrm>
              <a:off x="762025" y="3044525"/>
              <a:ext cx="317750" cy="226600"/>
            </a:xfrm>
            <a:custGeom>
              <a:avLst/>
              <a:gdLst/>
              <a:ahLst/>
              <a:cxnLst/>
              <a:rect l="l" t="t" r="r" b="b"/>
              <a:pathLst>
                <a:path w="12710" h="9064" extrusionOk="0">
                  <a:moveTo>
                    <a:pt x="232" y="1"/>
                  </a:moveTo>
                  <a:cubicBezTo>
                    <a:pt x="102" y="1"/>
                    <a:pt x="0" y="103"/>
                    <a:pt x="0" y="233"/>
                  </a:cubicBezTo>
                  <a:lnTo>
                    <a:pt x="0" y="8823"/>
                  </a:lnTo>
                  <a:cubicBezTo>
                    <a:pt x="0" y="8953"/>
                    <a:pt x="102" y="9064"/>
                    <a:pt x="232" y="9064"/>
                  </a:cubicBezTo>
                  <a:lnTo>
                    <a:pt x="12477" y="9064"/>
                  </a:lnTo>
                  <a:cubicBezTo>
                    <a:pt x="12607" y="9064"/>
                    <a:pt x="12709" y="8953"/>
                    <a:pt x="12709" y="8823"/>
                  </a:cubicBezTo>
                  <a:lnTo>
                    <a:pt x="12709" y="233"/>
                  </a:lnTo>
                  <a:cubicBezTo>
                    <a:pt x="12709" y="103"/>
                    <a:pt x="12607" y="1"/>
                    <a:pt x="12477" y="1"/>
                  </a:cubicBezTo>
                  <a:close/>
                </a:path>
              </a:pathLst>
            </a:custGeom>
            <a:solidFill>
              <a:srgbClr val="CACA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2201;p43">
              <a:extLst>
                <a:ext uri="{FF2B5EF4-FFF2-40B4-BE49-F238E27FC236}">
                  <a16:creationId xmlns:a16="http://schemas.microsoft.com/office/drawing/2014/main" id="{56CB8841-8A08-8883-CA70-1F9E5FF48229}"/>
                </a:ext>
              </a:extLst>
            </p:cNvPr>
            <p:cNvSpPr/>
            <p:nvPr/>
          </p:nvSpPr>
          <p:spPr>
            <a:xfrm>
              <a:off x="762025" y="3044525"/>
              <a:ext cx="317750" cy="226600"/>
            </a:xfrm>
            <a:custGeom>
              <a:avLst/>
              <a:gdLst/>
              <a:ahLst/>
              <a:cxnLst/>
              <a:rect l="l" t="t" r="r" b="b"/>
              <a:pathLst>
                <a:path w="12710" h="9064" extrusionOk="0">
                  <a:moveTo>
                    <a:pt x="232" y="9064"/>
                  </a:moveTo>
                  <a:lnTo>
                    <a:pt x="12477" y="9064"/>
                  </a:lnTo>
                  <a:cubicBezTo>
                    <a:pt x="12607" y="9064"/>
                    <a:pt x="12709" y="8953"/>
                    <a:pt x="12709" y="8823"/>
                  </a:cubicBezTo>
                  <a:lnTo>
                    <a:pt x="12709" y="233"/>
                  </a:lnTo>
                  <a:cubicBezTo>
                    <a:pt x="12709" y="103"/>
                    <a:pt x="12607" y="1"/>
                    <a:pt x="12477" y="1"/>
                  </a:cubicBezTo>
                  <a:lnTo>
                    <a:pt x="232" y="1"/>
                  </a:lnTo>
                  <a:cubicBezTo>
                    <a:pt x="102" y="1"/>
                    <a:pt x="0" y="103"/>
                    <a:pt x="0" y="233"/>
                  </a:cubicBezTo>
                  <a:lnTo>
                    <a:pt x="0" y="8823"/>
                  </a:lnTo>
                  <a:cubicBezTo>
                    <a:pt x="0" y="8953"/>
                    <a:pt x="102" y="9064"/>
                    <a:pt x="232" y="90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2202;p43">
              <a:extLst>
                <a:ext uri="{FF2B5EF4-FFF2-40B4-BE49-F238E27FC236}">
                  <a16:creationId xmlns:a16="http://schemas.microsoft.com/office/drawing/2014/main" id="{126B705E-B565-74A3-3DB1-7EE1A47DA6FC}"/>
                </a:ext>
              </a:extLst>
            </p:cNvPr>
            <p:cNvSpPr/>
            <p:nvPr/>
          </p:nvSpPr>
          <p:spPr>
            <a:xfrm>
              <a:off x="779875" y="3027375"/>
              <a:ext cx="317750" cy="38275"/>
            </a:xfrm>
            <a:custGeom>
              <a:avLst/>
              <a:gdLst/>
              <a:ahLst/>
              <a:cxnLst/>
              <a:rect l="l" t="t" r="r" b="b"/>
              <a:pathLst>
                <a:path w="12710" h="1531" extrusionOk="0">
                  <a:moveTo>
                    <a:pt x="279" y="0"/>
                  </a:moveTo>
                  <a:cubicBezTo>
                    <a:pt x="121" y="0"/>
                    <a:pt x="0" y="130"/>
                    <a:pt x="0" y="278"/>
                  </a:cubicBezTo>
                  <a:lnTo>
                    <a:pt x="0" y="1531"/>
                  </a:lnTo>
                  <a:lnTo>
                    <a:pt x="12709" y="1531"/>
                  </a:lnTo>
                  <a:lnTo>
                    <a:pt x="12709" y="362"/>
                  </a:lnTo>
                  <a:cubicBezTo>
                    <a:pt x="12709" y="167"/>
                    <a:pt x="12542" y="0"/>
                    <a:pt x="12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2203;p43">
              <a:extLst>
                <a:ext uri="{FF2B5EF4-FFF2-40B4-BE49-F238E27FC236}">
                  <a16:creationId xmlns:a16="http://schemas.microsoft.com/office/drawing/2014/main" id="{D0F5F102-6434-FE4F-A35E-01B5B95E1D99}"/>
                </a:ext>
              </a:extLst>
            </p:cNvPr>
            <p:cNvSpPr/>
            <p:nvPr/>
          </p:nvSpPr>
          <p:spPr>
            <a:xfrm>
              <a:off x="778250" y="3025975"/>
              <a:ext cx="320775" cy="41075"/>
            </a:xfrm>
            <a:custGeom>
              <a:avLst/>
              <a:gdLst/>
              <a:ahLst/>
              <a:cxnLst/>
              <a:rect l="l" t="t" r="r" b="b"/>
              <a:pathLst>
                <a:path w="12831" h="1643" extrusionOk="0">
                  <a:moveTo>
                    <a:pt x="12413" y="112"/>
                  </a:moveTo>
                  <a:cubicBezTo>
                    <a:pt x="12580" y="112"/>
                    <a:pt x="12719" y="251"/>
                    <a:pt x="12719" y="418"/>
                  </a:cubicBezTo>
                  <a:lnTo>
                    <a:pt x="12719" y="1522"/>
                  </a:lnTo>
                  <a:lnTo>
                    <a:pt x="121" y="1522"/>
                  </a:lnTo>
                  <a:lnTo>
                    <a:pt x="121" y="334"/>
                  </a:ln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0"/>
                  </a:moveTo>
                  <a:cubicBezTo>
                    <a:pt x="158" y="0"/>
                    <a:pt x="0" y="149"/>
                    <a:pt x="0" y="334"/>
                  </a:cubicBezTo>
                  <a:lnTo>
                    <a:pt x="0" y="1642"/>
                  </a:lnTo>
                  <a:lnTo>
                    <a:pt x="12830" y="1642"/>
                  </a:lnTo>
                  <a:lnTo>
                    <a:pt x="12830" y="418"/>
                  </a:lnTo>
                  <a:cubicBezTo>
                    <a:pt x="12830" y="186"/>
                    <a:pt x="12645" y="0"/>
                    <a:pt x="124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2204;p43">
              <a:extLst>
                <a:ext uri="{FF2B5EF4-FFF2-40B4-BE49-F238E27FC236}">
                  <a16:creationId xmlns:a16="http://schemas.microsoft.com/office/drawing/2014/main" id="{0DEAC0AD-F69D-5DA6-845B-BF637B1CA007}"/>
                </a:ext>
              </a:extLst>
            </p:cNvPr>
            <p:cNvSpPr/>
            <p:nvPr/>
          </p:nvSpPr>
          <p:spPr>
            <a:xfrm>
              <a:off x="814200" y="3038725"/>
              <a:ext cx="14625" cy="14650"/>
            </a:xfrm>
            <a:custGeom>
              <a:avLst/>
              <a:gdLst/>
              <a:ahLst/>
              <a:cxnLst/>
              <a:rect l="l" t="t" r="r" b="b"/>
              <a:pathLst>
                <a:path w="585" h="586" extrusionOk="0">
                  <a:moveTo>
                    <a:pt x="297" y="112"/>
                  </a:moveTo>
                  <a:cubicBezTo>
                    <a:pt x="390" y="112"/>
                    <a:pt x="473" y="196"/>
                    <a:pt x="473" y="288"/>
                  </a:cubicBezTo>
                  <a:cubicBezTo>
                    <a:pt x="473" y="390"/>
                    <a:pt x="390" y="465"/>
                    <a:pt x="297" y="465"/>
                  </a:cubicBezTo>
                  <a:cubicBezTo>
                    <a:pt x="195" y="465"/>
                    <a:pt x="121" y="390"/>
                    <a:pt x="121" y="288"/>
                  </a:cubicBezTo>
                  <a:cubicBezTo>
                    <a:pt x="121" y="196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0" y="131"/>
                    <a:pt x="0" y="288"/>
                  </a:cubicBezTo>
                  <a:cubicBezTo>
                    <a:pt x="0" y="455"/>
                    <a:pt x="130" y="585"/>
                    <a:pt x="297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2205;p43">
              <a:extLst>
                <a:ext uri="{FF2B5EF4-FFF2-40B4-BE49-F238E27FC236}">
                  <a16:creationId xmlns:a16="http://schemas.microsoft.com/office/drawing/2014/main" id="{8C8BF518-4B60-FEBB-14F6-8640C6ED7526}"/>
                </a:ext>
              </a:extLst>
            </p:cNvPr>
            <p:cNvSpPr/>
            <p:nvPr/>
          </p:nvSpPr>
          <p:spPr>
            <a:xfrm>
              <a:off x="837150" y="3038725"/>
              <a:ext cx="14650" cy="14650"/>
            </a:xfrm>
            <a:custGeom>
              <a:avLst/>
              <a:gdLst/>
              <a:ahLst/>
              <a:cxnLst/>
              <a:rect l="l" t="t" r="r" b="b"/>
              <a:pathLst>
                <a:path w="586" h="586" extrusionOk="0">
                  <a:moveTo>
                    <a:pt x="288" y="112"/>
                  </a:moveTo>
                  <a:cubicBezTo>
                    <a:pt x="390" y="112"/>
                    <a:pt x="465" y="196"/>
                    <a:pt x="465" y="288"/>
                  </a:cubicBezTo>
                  <a:cubicBezTo>
                    <a:pt x="465" y="390"/>
                    <a:pt x="390" y="465"/>
                    <a:pt x="288" y="465"/>
                  </a:cubicBezTo>
                  <a:cubicBezTo>
                    <a:pt x="196" y="465"/>
                    <a:pt x="112" y="390"/>
                    <a:pt x="112" y="288"/>
                  </a:cubicBezTo>
                  <a:cubicBezTo>
                    <a:pt x="112" y="196"/>
                    <a:pt x="19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88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2206;p43">
              <a:extLst>
                <a:ext uri="{FF2B5EF4-FFF2-40B4-BE49-F238E27FC236}">
                  <a16:creationId xmlns:a16="http://schemas.microsoft.com/office/drawing/2014/main" id="{F157567E-C995-9F20-E327-C56E8C085A72}"/>
                </a:ext>
              </a:extLst>
            </p:cNvPr>
            <p:cNvSpPr/>
            <p:nvPr/>
          </p:nvSpPr>
          <p:spPr>
            <a:xfrm>
              <a:off x="791475" y="3038725"/>
              <a:ext cx="14625" cy="14650"/>
            </a:xfrm>
            <a:custGeom>
              <a:avLst/>
              <a:gdLst/>
              <a:ahLst/>
              <a:cxnLst/>
              <a:rect l="l" t="t" r="r" b="b"/>
              <a:pathLst>
                <a:path w="585" h="586" extrusionOk="0">
                  <a:moveTo>
                    <a:pt x="297" y="112"/>
                  </a:moveTo>
                  <a:cubicBezTo>
                    <a:pt x="390" y="112"/>
                    <a:pt x="473" y="196"/>
                    <a:pt x="473" y="288"/>
                  </a:cubicBezTo>
                  <a:cubicBezTo>
                    <a:pt x="473" y="390"/>
                    <a:pt x="390" y="465"/>
                    <a:pt x="297" y="465"/>
                  </a:cubicBezTo>
                  <a:cubicBezTo>
                    <a:pt x="195" y="465"/>
                    <a:pt x="121" y="390"/>
                    <a:pt x="121" y="288"/>
                  </a:cubicBezTo>
                  <a:cubicBezTo>
                    <a:pt x="121" y="196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0" y="131"/>
                    <a:pt x="0" y="288"/>
                  </a:cubicBezTo>
                  <a:cubicBezTo>
                    <a:pt x="0" y="455"/>
                    <a:pt x="130" y="585"/>
                    <a:pt x="297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2207;p43">
              <a:extLst>
                <a:ext uri="{FF2B5EF4-FFF2-40B4-BE49-F238E27FC236}">
                  <a16:creationId xmlns:a16="http://schemas.microsoft.com/office/drawing/2014/main" id="{AF5E9602-0F62-E3BE-4AC6-278AF5F799AC}"/>
                </a:ext>
              </a:extLst>
            </p:cNvPr>
            <p:cNvSpPr/>
            <p:nvPr/>
          </p:nvSpPr>
          <p:spPr>
            <a:xfrm>
              <a:off x="779650" y="3065625"/>
              <a:ext cx="317975" cy="186725"/>
            </a:xfrm>
            <a:custGeom>
              <a:avLst/>
              <a:gdLst/>
              <a:ahLst/>
              <a:cxnLst/>
              <a:rect l="l" t="t" r="r" b="b"/>
              <a:pathLst>
                <a:path w="12719" h="7469" extrusionOk="0">
                  <a:moveTo>
                    <a:pt x="37" y="1"/>
                  </a:moveTo>
                  <a:cubicBezTo>
                    <a:pt x="19" y="1"/>
                    <a:pt x="0" y="19"/>
                    <a:pt x="0" y="38"/>
                  </a:cubicBezTo>
                  <a:lnTo>
                    <a:pt x="0" y="7431"/>
                  </a:lnTo>
                  <a:cubicBezTo>
                    <a:pt x="0" y="7450"/>
                    <a:pt x="19" y="7468"/>
                    <a:pt x="37" y="7468"/>
                  </a:cubicBezTo>
                  <a:lnTo>
                    <a:pt x="12672" y="7468"/>
                  </a:lnTo>
                  <a:cubicBezTo>
                    <a:pt x="12700" y="7468"/>
                    <a:pt x="12718" y="7450"/>
                    <a:pt x="12718" y="7431"/>
                  </a:cubicBezTo>
                  <a:lnTo>
                    <a:pt x="12718" y="38"/>
                  </a:lnTo>
                  <a:cubicBezTo>
                    <a:pt x="12718" y="19"/>
                    <a:pt x="12700" y="1"/>
                    <a:pt x="126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2208;p43">
              <a:extLst>
                <a:ext uri="{FF2B5EF4-FFF2-40B4-BE49-F238E27FC236}">
                  <a16:creationId xmlns:a16="http://schemas.microsoft.com/office/drawing/2014/main" id="{474A5C8F-8D39-FBD9-B00A-7C8F135E28A3}"/>
                </a:ext>
              </a:extLst>
            </p:cNvPr>
            <p:cNvSpPr/>
            <p:nvPr/>
          </p:nvSpPr>
          <p:spPr>
            <a:xfrm>
              <a:off x="778250" y="3064000"/>
              <a:ext cx="320775" cy="189750"/>
            </a:xfrm>
            <a:custGeom>
              <a:avLst/>
              <a:gdLst/>
              <a:ahLst/>
              <a:cxnLst/>
              <a:rect l="l" t="t" r="r" b="b"/>
              <a:pathLst>
                <a:path w="12831" h="7590" extrusionOk="0">
                  <a:moveTo>
                    <a:pt x="12709" y="121"/>
                  </a:moveTo>
                  <a:lnTo>
                    <a:pt x="12709" y="7478"/>
                  </a:lnTo>
                  <a:lnTo>
                    <a:pt x="112" y="7478"/>
                  </a:lnTo>
                  <a:lnTo>
                    <a:pt x="112" y="121"/>
                  </a:lnTo>
                  <a:close/>
                  <a:moveTo>
                    <a:pt x="93" y="1"/>
                  </a:moveTo>
                  <a:cubicBezTo>
                    <a:pt x="47" y="1"/>
                    <a:pt x="0" y="47"/>
                    <a:pt x="0" y="103"/>
                  </a:cubicBezTo>
                  <a:lnTo>
                    <a:pt x="0" y="7496"/>
                  </a:lnTo>
                  <a:cubicBezTo>
                    <a:pt x="0" y="7543"/>
                    <a:pt x="47" y="7589"/>
                    <a:pt x="93" y="7589"/>
                  </a:cubicBezTo>
                  <a:lnTo>
                    <a:pt x="12728" y="7589"/>
                  </a:lnTo>
                  <a:cubicBezTo>
                    <a:pt x="12784" y="7589"/>
                    <a:pt x="12830" y="7543"/>
                    <a:pt x="12830" y="7496"/>
                  </a:cubicBezTo>
                  <a:lnTo>
                    <a:pt x="12830" y="103"/>
                  </a:lnTo>
                  <a:cubicBezTo>
                    <a:pt x="12830" y="47"/>
                    <a:pt x="12784" y="1"/>
                    <a:pt x="12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2209;p43">
              <a:extLst>
                <a:ext uri="{FF2B5EF4-FFF2-40B4-BE49-F238E27FC236}">
                  <a16:creationId xmlns:a16="http://schemas.microsoft.com/office/drawing/2014/main" id="{9C04A1E8-7A93-8A69-E2EA-57E205B52B91}"/>
                </a:ext>
              </a:extLst>
            </p:cNvPr>
            <p:cNvSpPr/>
            <p:nvPr/>
          </p:nvSpPr>
          <p:spPr>
            <a:xfrm>
              <a:off x="911825" y="3109475"/>
              <a:ext cx="145675" cy="2800"/>
            </a:xfrm>
            <a:custGeom>
              <a:avLst/>
              <a:gdLst/>
              <a:ahLst/>
              <a:cxnLst/>
              <a:rect l="l" t="t" r="r" b="b"/>
              <a:pathLst>
                <a:path w="5827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1"/>
                    <a:pt x="56" y="111"/>
                  </a:cubicBezTo>
                  <a:lnTo>
                    <a:pt x="5771" y="111"/>
                  </a:lnTo>
                  <a:cubicBezTo>
                    <a:pt x="5799" y="111"/>
                    <a:pt x="5827" y="84"/>
                    <a:pt x="5827" y="56"/>
                  </a:cubicBezTo>
                  <a:cubicBezTo>
                    <a:pt x="5827" y="19"/>
                    <a:pt x="5799" y="0"/>
                    <a:pt x="5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2210;p43">
              <a:extLst>
                <a:ext uri="{FF2B5EF4-FFF2-40B4-BE49-F238E27FC236}">
                  <a16:creationId xmlns:a16="http://schemas.microsoft.com/office/drawing/2014/main" id="{DC5E99FA-1012-B7C7-A922-8B74E0D0D6BB}"/>
                </a:ext>
              </a:extLst>
            </p:cNvPr>
            <p:cNvSpPr/>
            <p:nvPr/>
          </p:nvSpPr>
          <p:spPr>
            <a:xfrm>
              <a:off x="911825" y="3131025"/>
              <a:ext cx="52900" cy="3050"/>
            </a:xfrm>
            <a:custGeom>
              <a:avLst/>
              <a:gdLst/>
              <a:ahLst/>
              <a:cxnLst/>
              <a:rect l="l" t="t" r="r" b="b"/>
              <a:pathLst>
                <a:path w="2116" h="122" extrusionOk="0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21"/>
                    <a:pt x="56" y="121"/>
                  </a:cubicBezTo>
                  <a:lnTo>
                    <a:pt x="2060" y="121"/>
                  </a:lnTo>
                  <a:cubicBezTo>
                    <a:pt x="2097" y="121"/>
                    <a:pt x="2116" y="94"/>
                    <a:pt x="2116" y="56"/>
                  </a:cubicBezTo>
                  <a:cubicBezTo>
                    <a:pt x="2116" y="29"/>
                    <a:pt x="2097" y="1"/>
                    <a:pt x="20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2211;p43">
              <a:extLst>
                <a:ext uri="{FF2B5EF4-FFF2-40B4-BE49-F238E27FC236}">
                  <a16:creationId xmlns:a16="http://schemas.microsoft.com/office/drawing/2014/main" id="{47BE6202-9043-B551-F92D-FB74E435BF85}"/>
                </a:ext>
              </a:extLst>
            </p:cNvPr>
            <p:cNvSpPr/>
            <p:nvPr/>
          </p:nvSpPr>
          <p:spPr>
            <a:xfrm>
              <a:off x="982575" y="3131025"/>
              <a:ext cx="63800" cy="3050"/>
            </a:xfrm>
            <a:custGeom>
              <a:avLst/>
              <a:gdLst/>
              <a:ahLst/>
              <a:cxnLst/>
              <a:rect l="l" t="t" r="r" b="b"/>
              <a:pathLst>
                <a:path w="2552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2496" y="121"/>
                  </a:lnTo>
                  <a:cubicBezTo>
                    <a:pt x="2523" y="121"/>
                    <a:pt x="2551" y="94"/>
                    <a:pt x="2551" y="56"/>
                  </a:cubicBezTo>
                  <a:cubicBezTo>
                    <a:pt x="2551" y="29"/>
                    <a:pt x="2523" y="1"/>
                    <a:pt x="24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2212;p43">
              <a:extLst>
                <a:ext uri="{FF2B5EF4-FFF2-40B4-BE49-F238E27FC236}">
                  <a16:creationId xmlns:a16="http://schemas.microsoft.com/office/drawing/2014/main" id="{6ACEFEEA-7E4C-15E5-AED4-9C1956B6949B}"/>
                </a:ext>
              </a:extLst>
            </p:cNvPr>
            <p:cNvSpPr/>
            <p:nvPr/>
          </p:nvSpPr>
          <p:spPr>
            <a:xfrm>
              <a:off x="911825" y="3196900"/>
              <a:ext cx="94425" cy="2800"/>
            </a:xfrm>
            <a:custGeom>
              <a:avLst/>
              <a:gdLst/>
              <a:ahLst/>
              <a:cxnLst/>
              <a:rect l="l" t="t" r="r" b="b"/>
              <a:pathLst>
                <a:path w="3777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721" y="112"/>
                  </a:lnTo>
                  <a:cubicBezTo>
                    <a:pt x="3749" y="112"/>
                    <a:pt x="3776" y="84"/>
                    <a:pt x="3776" y="56"/>
                  </a:cubicBezTo>
                  <a:cubicBezTo>
                    <a:pt x="3776" y="19"/>
                    <a:pt x="3749" y="0"/>
                    <a:pt x="3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2213;p43">
              <a:extLst>
                <a:ext uri="{FF2B5EF4-FFF2-40B4-BE49-F238E27FC236}">
                  <a16:creationId xmlns:a16="http://schemas.microsoft.com/office/drawing/2014/main" id="{502D6F8E-24D5-8090-D014-0B08AF28442E}"/>
                </a:ext>
              </a:extLst>
            </p:cNvPr>
            <p:cNvSpPr/>
            <p:nvPr/>
          </p:nvSpPr>
          <p:spPr>
            <a:xfrm>
              <a:off x="911825" y="3153750"/>
              <a:ext cx="147075" cy="3050"/>
            </a:xfrm>
            <a:custGeom>
              <a:avLst/>
              <a:gdLst/>
              <a:ahLst/>
              <a:cxnLst/>
              <a:rect l="l" t="t" r="r" b="b"/>
              <a:pathLst>
                <a:path w="5883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4"/>
                    <a:pt x="19" y="122"/>
                    <a:pt x="56" y="122"/>
                  </a:cubicBezTo>
                  <a:lnTo>
                    <a:pt x="5817" y="122"/>
                  </a:lnTo>
                  <a:cubicBezTo>
                    <a:pt x="5854" y="122"/>
                    <a:pt x="5882" y="94"/>
                    <a:pt x="5882" y="66"/>
                  </a:cubicBezTo>
                  <a:cubicBezTo>
                    <a:pt x="5882" y="29"/>
                    <a:pt x="5854" y="1"/>
                    <a:pt x="58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2214;p43">
              <a:extLst>
                <a:ext uri="{FF2B5EF4-FFF2-40B4-BE49-F238E27FC236}">
                  <a16:creationId xmlns:a16="http://schemas.microsoft.com/office/drawing/2014/main" id="{4F761467-5619-DA3D-7364-29BD5CCEAC78}"/>
                </a:ext>
              </a:extLst>
            </p:cNvPr>
            <p:cNvSpPr/>
            <p:nvPr/>
          </p:nvSpPr>
          <p:spPr>
            <a:xfrm>
              <a:off x="911825" y="3175550"/>
              <a:ext cx="48500" cy="2825"/>
            </a:xfrm>
            <a:custGeom>
              <a:avLst/>
              <a:gdLst/>
              <a:ahLst/>
              <a:cxnLst/>
              <a:rect l="l" t="t" r="r" b="b"/>
              <a:pathLst>
                <a:path w="1940" h="113" extrusionOk="0">
                  <a:moveTo>
                    <a:pt x="56" y="1"/>
                  </a:moveTo>
                  <a:cubicBezTo>
                    <a:pt x="19" y="1"/>
                    <a:pt x="1" y="29"/>
                    <a:pt x="1" y="57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1884" y="112"/>
                  </a:lnTo>
                  <a:cubicBezTo>
                    <a:pt x="1912" y="112"/>
                    <a:pt x="1940" y="84"/>
                    <a:pt x="1940" y="57"/>
                  </a:cubicBezTo>
                  <a:cubicBezTo>
                    <a:pt x="1940" y="29"/>
                    <a:pt x="1912" y="1"/>
                    <a:pt x="18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2215;p43">
              <a:extLst>
                <a:ext uri="{FF2B5EF4-FFF2-40B4-BE49-F238E27FC236}">
                  <a16:creationId xmlns:a16="http://schemas.microsoft.com/office/drawing/2014/main" id="{5D5A6D94-EBDE-B112-51E7-D68FF5C107A7}"/>
                </a:ext>
              </a:extLst>
            </p:cNvPr>
            <p:cNvSpPr/>
            <p:nvPr/>
          </p:nvSpPr>
          <p:spPr>
            <a:xfrm>
              <a:off x="971425" y="3175550"/>
              <a:ext cx="86075" cy="2825"/>
            </a:xfrm>
            <a:custGeom>
              <a:avLst/>
              <a:gdLst/>
              <a:ahLst/>
              <a:cxnLst/>
              <a:rect l="l" t="t" r="r" b="b"/>
              <a:pathLst>
                <a:path w="3443" h="113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4"/>
                    <a:pt x="29" y="112"/>
                    <a:pt x="57" y="112"/>
                  </a:cubicBezTo>
                  <a:lnTo>
                    <a:pt x="3387" y="112"/>
                  </a:lnTo>
                  <a:cubicBezTo>
                    <a:pt x="3415" y="112"/>
                    <a:pt x="3443" y="84"/>
                    <a:pt x="3443" y="57"/>
                  </a:cubicBezTo>
                  <a:cubicBezTo>
                    <a:pt x="3443" y="29"/>
                    <a:pt x="3415" y="1"/>
                    <a:pt x="3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2216;p43">
              <a:extLst>
                <a:ext uri="{FF2B5EF4-FFF2-40B4-BE49-F238E27FC236}">
                  <a16:creationId xmlns:a16="http://schemas.microsoft.com/office/drawing/2014/main" id="{78C14D0C-8DA6-2D11-4202-F529C604E12E}"/>
                </a:ext>
              </a:extLst>
            </p:cNvPr>
            <p:cNvSpPr/>
            <p:nvPr/>
          </p:nvSpPr>
          <p:spPr>
            <a:xfrm>
              <a:off x="803075" y="3107850"/>
              <a:ext cx="41750" cy="50800"/>
            </a:xfrm>
            <a:custGeom>
              <a:avLst/>
              <a:gdLst/>
              <a:ahLst/>
              <a:cxnLst/>
              <a:rect l="l" t="t" r="r" b="b"/>
              <a:pathLst>
                <a:path w="1670" h="2032" extrusionOk="0">
                  <a:moveTo>
                    <a:pt x="1614" y="0"/>
                  </a:moveTo>
                  <a:cubicBezTo>
                    <a:pt x="649" y="167"/>
                    <a:pt x="0" y="1076"/>
                    <a:pt x="167" y="2032"/>
                  </a:cubicBezTo>
                  <a:lnTo>
                    <a:pt x="501" y="1976"/>
                  </a:lnTo>
                  <a:cubicBezTo>
                    <a:pt x="492" y="1902"/>
                    <a:pt x="482" y="1818"/>
                    <a:pt x="482" y="1744"/>
                  </a:cubicBezTo>
                  <a:cubicBezTo>
                    <a:pt x="482" y="1030"/>
                    <a:pt x="993" y="445"/>
                    <a:pt x="1670" y="325"/>
                  </a:cubicBezTo>
                  <a:lnTo>
                    <a:pt x="16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2217;p43">
              <a:extLst>
                <a:ext uri="{FF2B5EF4-FFF2-40B4-BE49-F238E27FC236}">
                  <a16:creationId xmlns:a16="http://schemas.microsoft.com/office/drawing/2014/main" id="{259FF205-4976-4A2B-543D-436650C13D38}"/>
                </a:ext>
              </a:extLst>
            </p:cNvPr>
            <p:cNvSpPr/>
            <p:nvPr/>
          </p:nvSpPr>
          <p:spPr>
            <a:xfrm>
              <a:off x="894200" y="3144025"/>
              <a:ext cx="725" cy="8825"/>
            </a:xfrm>
            <a:custGeom>
              <a:avLst/>
              <a:gdLst/>
              <a:ahLst/>
              <a:cxnLst/>
              <a:rect l="l" t="t" r="r" b="b"/>
              <a:pathLst>
                <a:path w="29" h="353" extrusionOk="0">
                  <a:moveTo>
                    <a:pt x="29" y="353"/>
                  </a:moveTo>
                  <a:cubicBezTo>
                    <a:pt x="29" y="241"/>
                    <a:pt x="19" y="121"/>
                    <a:pt x="1" y="0"/>
                  </a:cubicBezTo>
                  <a:lnTo>
                    <a:pt x="1" y="0"/>
                  </a:lnTo>
                  <a:lnTo>
                    <a:pt x="1" y="0"/>
                  </a:lnTo>
                  <a:cubicBezTo>
                    <a:pt x="19" y="121"/>
                    <a:pt x="29" y="241"/>
                    <a:pt x="29" y="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2218;p43">
              <a:extLst>
                <a:ext uri="{FF2B5EF4-FFF2-40B4-BE49-F238E27FC236}">
                  <a16:creationId xmlns:a16="http://schemas.microsoft.com/office/drawing/2014/main" id="{2B5A764B-0DF8-3E47-B44E-053E395FC96E}"/>
                </a:ext>
              </a:extLst>
            </p:cNvPr>
            <p:cNvSpPr/>
            <p:nvPr/>
          </p:nvSpPr>
          <p:spPr>
            <a:xfrm>
              <a:off x="807250" y="3157250"/>
              <a:ext cx="50800" cy="38250"/>
            </a:xfrm>
            <a:custGeom>
              <a:avLst/>
              <a:gdLst/>
              <a:ahLst/>
              <a:cxnLst/>
              <a:rect l="l" t="t" r="r" b="b"/>
              <a:pathLst>
                <a:path w="2032" h="1530" extrusionOk="0">
                  <a:moveTo>
                    <a:pt x="343" y="0"/>
                  </a:moveTo>
                  <a:lnTo>
                    <a:pt x="0" y="56"/>
                  </a:lnTo>
                  <a:cubicBezTo>
                    <a:pt x="149" y="919"/>
                    <a:pt x="892" y="1529"/>
                    <a:pt x="1731" y="1529"/>
                  </a:cubicBezTo>
                  <a:cubicBezTo>
                    <a:pt x="1830" y="1529"/>
                    <a:pt x="1931" y="1521"/>
                    <a:pt x="2032" y="1503"/>
                  </a:cubicBezTo>
                  <a:lnTo>
                    <a:pt x="1985" y="1178"/>
                  </a:lnTo>
                  <a:cubicBezTo>
                    <a:pt x="1902" y="1187"/>
                    <a:pt x="1828" y="1197"/>
                    <a:pt x="1753" y="1197"/>
                  </a:cubicBezTo>
                  <a:cubicBezTo>
                    <a:pt x="1039" y="1197"/>
                    <a:pt x="455" y="677"/>
                    <a:pt x="3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2219;p43">
              <a:extLst>
                <a:ext uri="{FF2B5EF4-FFF2-40B4-BE49-F238E27FC236}">
                  <a16:creationId xmlns:a16="http://schemas.microsoft.com/office/drawing/2014/main" id="{102D831F-30D4-57CD-B984-151BD2EAEE96}"/>
                </a:ext>
              </a:extLst>
            </p:cNvPr>
            <p:cNvSpPr/>
            <p:nvPr/>
          </p:nvSpPr>
          <p:spPr>
            <a:xfrm>
              <a:off x="843425" y="3107175"/>
              <a:ext cx="51500" cy="87650"/>
            </a:xfrm>
            <a:custGeom>
              <a:avLst/>
              <a:gdLst/>
              <a:ahLst/>
              <a:cxnLst/>
              <a:rect l="l" t="t" r="r" b="b"/>
              <a:pathLst>
                <a:path w="2060" h="3506" extrusionOk="0">
                  <a:moveTo>
                    <a:pt x="301" y="1"/>
                  </a:moveTo>
                  <a:cubicBezTo>
                    <a:pt x="202" y="1"/>
                    <a:pt x="101" y="9"/>
                    <a:pt x="0" y="27"/>
                  </a:cubicBezTo>
                  <a:lnTo>
                    <a:pt x="56" y="352"/>
                  </a:lnTo>
                  <a:cubicBezTo>
                    <a:pt x="139" y="343"/>
                    <a:pt x="223" y="333"/>
                    <a:pt x="306" y="333"/>
                  </a:cubicBezTo>
                  <a:cubicBezTo>
                    <a:pt x="1095" y="333"/>
                    <a:pt x="1744" y="973"/>
                    <a:pt x="1744" y="1762"/>
                  </a:cubicBezTo>
                  <a:cubicBezTo>
                    <a:pt x="1744" y="2485"/>
                    <a:pt x="1215" y="3070"/>
                    <a:pt x="529" y="3181"/>
                  </a:cubicBezTo>
                  <a:lnTo>
                    <a:pt x="585" y="3506"/>
                  </a:lnTo>
                  <a:cubicBezTo>
                    <a:pt x="1308" y="3385"/>
                    <a:pt x="1856" y="2838"/>
                    <a:pt x="2013" y="2170"/>
                  </a:cubicBezTo>
                  <a:cubicBezTo>
                    <a:pt x="2032" y="2059"/>
                    <a:pt x="2050" y="1947"/>
                    <a:pt x="2060" y="1827"/>
                  </a:cubicBezTo>
                  <a:cubicBezTo>
                    <a:pt x="2060" y="1715"/>
                    <a:pt x="2050" y="1595"/>
                    <a:pt x="2032" y="1474"/>
                  </a:cubicBezTo>
                  <a:cubicBezTo>
                    <a:pt x="1891" y="612"/>
                    <a:pt x="1141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2220;p43">
              <a:extLst>
                <a:ext uri="{FF2B5EF4-FFF2-40B4-BE49-F238E27FC236}">
                  <a16:creationId xmlns:a16="http://schemas.microsoft.com/office/drawing/2014/main" id="{8F9C7DFD-4A8A-8223-5F77-07810EC0A8AA}"/>
                </a:ext>
              </a:extLst>
            </p:cNvPr>
            <p:cNvSpPr/>
            <p:nvPr/>
          </p:nvSpPr>
          <p:spPr>
            <a:xfrm>
              <a:off x="1033825" y="2993500"/>
              <a:ext cx="104150" cy="104150"/>
            </a:xfrm>
            <a:custGeom>
              <a:avLst/>
              <a:gdLst/>
              <a:ahLst/>
              <a:cxnLst/>
              <a:rect l="l" t="t" r="r" b="b"/>
              <a:pathLst>
                <a:path w="4166" h="4166" extrusionOk="0">
                  <a:moveTo>
                    <a:pt x="2088" y="1"/>
                  </a:moveTo>
                  <a:cubicBezTo>
                    <a:pt x="928" y="1"/>
                    <a:pt x="0" y="928"/>
                    <a:pt x="0" y="2079"/>
                  </a:cubicBezTo>
                  <a:cubicBezTo>
                    <a:pt x="0" y="3229"/>
                    <a:pt x="928" y="4166"/>
                    <a:pt x="2088" y="4166"/>
                  </a:cubicBezTo>
                  <a:cubicBezTo>
                    <a:pt x="3238" y="4166"/>
                    <a:pt x="4166" y="3229"/>
                    <a:pt x="4166" y="2079"/>
                  </a:cubicBezTo>
                  <a:cubicBezTo>
                    <a:pt x="4166" y="928"/>
                    <a:pt x="3238" y="1"/>
                    <a:pt x="20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2221;p43">
              <a:extLst>
                <a:ext uri="{FF2B5EF4-FFF2-40B4-BE49-F238E27FC236}">
                  <a16:creationId xmlns:a16="http://schemas.microsoft.com/office/drawing/2014/main" id="{7D305ECC-FD0F-50D7-C856-884FD3EF0196}"/>
                </a:ext>
              </a:extLst>
            </p:cNvPr>
            <p:cNvSpPr/>
            <p:nvPr/>
          </p:nvSpPr>
          <p:spPr>
            <a:xfrm>
              <a:off x="1032425" y="2991875"/>
              <a:ext cx="106950" cy="107175"/>
            </a:xfrm>
            <a:custGeom>
              <a:avLst/>
              <a:gdLst/>
              <a:ahLst/>
              <a:cxnLst/>
              <a:rect l="l" t="t" r="r" b="b"/>
              <a:pathLst>
                <a:path w="4278" h="4287" extrusionOk="0">
                  <a:moveTo>
                    <a:pt x="2144" y="121"/>
                  </a:moveTo>
                  <a:cubicBezTo>
                    <a:pt x="3257" y="121"/>
                    <a:pt x="4166" y="1031"/>
                    <a:pt x="4166" y="2144"/>
                  </a:cubicBezTo>
                  <a:cubicBezTo>
                    <a:pt x="4166" y="3266"/>
                    <a:pt x="3257" y="4175"/>
                    <a:pt x="2144" y="4175"/>
                  </a:cubicBezTo>
                  <a:cubicBezTo>
                    <a:pt x="1021" y="4175"/>
                    <a:pt x="112" y="3266"/>
                    <a:pt x="112" y="2144"/>
                  </a:cubicBezTo>
                  <a:cubicBezTo>
                    <a:pt x="112" y="1031"/>
                    <a:pt x="1021" y="121"/>
                    <a:pt x="2144" y="121"/>
                  </a:cubicBezTo>
                  <a:close/>
                  <a:moveTo>
                    <a:pt x="2144" y="1"/>
                  </a:moveTo>
                  <a:cubicBezTo>
                    <a:pt x="956" y="1"/>
                    <a:pt x="1" y="966"/>
                    <a:pt x="1" y="2144"/>
                  </a:cubicBezTo>
                  <a:cubicBezTo>
                    <a:pt x="1" y="3331"/>
                    <a:pt x="956" y="4287"/>
                    <a:pt x="2144" y="4287"/>
                  </a:cubicBezTo>
                  <a:cubicBezTo>
                    <a:pt x="3322" y="4287"/>
                    <a:pt x="4277" y="3331"/>
                    <a:pt x="4277" y="2144"/>
                  </a:cubicBezTo>
                  <a:cubicBezTo>
                    <a:pt x="4277" y="966"/>
                    <a:pt x="3322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2222;p43">
              <a:extLst>
                <a:ext uri="{FF2B5EF4-FFF2-40B4-BE49-F238E27FC236}">
                  <a16:creationId xmlns:a16="http://schemas.microsoft.com/office/drawing/2014/main" id="{79EBC238-722B-E6B8-B12F-A8EC8B7C8DDD}"/>
                </a:ext>
              </a:extLst>
            </p:cNvPr>
            <p:cNvSpPr/>
            <p:nvPr/>
          </p:nvSpPr>
          <p:spPr>
            <a:xfrm>
              <a:off x="1038450" y="2988400"/>
              <a:ext cx="104175" cy="104150"/>
            </a:xfrm>
            <a:custGeom>
              <a:avLst/>
              <a:gdLst/>
              <a:ahLst/>
              <a:cxnLst/>
              <a:rect l="l" t="t" r="r" b="b"/>
              <a:pathLst>
                <a:path w="4167" h="4166" extrusionOk="0">
                  <a:moveTo>
                    <a:pt x="2088" y="1"/>
                  </a:moveTo>
                  <a:cubicBezTo>
                    <a:pt x="938" y="1"/>
                    <a:pt x="1" y="928"/>
                    <a:pt x="1" y="2079"/>
                  </a:cubicBezTo>
                  <a:cubicBezTo>
                    <a:pt x="1" y="3229"/>
                    <a:pt x="938" y="4166"/>
                    <a:pt x="2088" y="4166"/>
                  </a:cubicBezTo>
                  <a:cubicBezTo>
                    <a:pt x="3238" y="4166"/>
                    <a:pt x="4166" y="3229"/>
                    <a:pt x="4166" y="2079"/>
                  </a:cubicBezTo>
                  <a:cubicBezTo>
                    <a:pt x="4166" y="928"/>
                    <a:pt x="3238" y="1"/>
                    <a:pt x="20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2223;p43">
              <a:extLst>
                <a:ext uri="{FF2B5EF4-FFF2-40B4-BE49-F238E27FC236}">
                  <a16:creationId xmlns:a16="http://schemas.microsoft.com/office/drawing/2014/main" id="{181C1A43-BCF7-4F8B-E520-500525C06026}"/>
                </a:ext>
              </a:extLst>
            </p:cNvPr>
            <p:cNvSpPr/>
            <p:nvPr/>
          </p:nvSpPr>
          <p:spPr>
            <a:xfrm>
              <a:off x="1037075" y="2986775"/>
              <a:ext cx="107175" cy="107175"/>
            </a:xfrm>
            <a:custGeom>
              <a:avLst/>
              <a:gdLst/>
              <a:ahLst/>
              <a:cxnLst/>
              <a:rect l="l" t="t" r="r" b="b"/>
              <a:pathLst>
                <a:path w="4287" h="4287" extrusionOk="0">
                  <a:moveTo>
                    <a:pt x="2143" y="121"/>
                  </a:moveTo>
                  <a:cubicBezTo>
                    <a:pt x="3256" y="121"/>
                    <a:pt x="4165" y="1030"/>
                    <a:pt x="4165" y="2144"/>
                  </a:cubicBezTo>
                  <a:cubicBezTo>
                    <a:pt x="4165" y="3266"/>
                    <a:pt x="3256" y="4175"/>
                    <a:pt x="2143" y="4175"/>
                  </a:cubicBezTo>
                  <a:cubicBezTo>
                    <a:pt x="1021" y="4175"/>
                    <a:pt x="112" y="3266"/>
                    <a:pt x="112" y="2144"/>
                  </a:cubicBezTo>
                  <a:cubicBezTo>
                    <a:pt x="112" y="1030"/>
                    <a:pt x="1021" y="121"/>
                    <a:pt x="2143" y="121"/>
                  </a:cubicBezTo>
                  <a:close/>
                  <a:moveTo>
                    <a:pt x="2143" y="1"/>
                  </a:moveTo>
                  <a:cubicBezTo>
                    <a:pt x="965" y="1"/>
                    <a:pt x="0" y="966"/>
                    <a:pt x="0" y="2144"/>
                  </a:cubicBezTo>
                  <a:cubicBezTo>
                    <a:pt x="0" y="3331"/>
                    <a:pt x="965" y="4287"/>
                    <a:pt x="2143" y="4287"/>
                  </a:cubicBezTo>
                  <a:cubicBezTo>
                    <a:pt x="3321" y="4287"/>
                    <a:pt x="4286" y="3331"/>
                    <a:pt x="4286" y="2144"/>
                  </a:cubicBezTo>
                  <a:cubicBezTo>
                    <a:pt x="4286" y="966"/>
                    <a:pt x="3321" y="1"/>
                    <a:pt x="2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2224;p43">
              <a:extLst>
                <a:ext uri="{FF2B5EF4-FFF2-40B4-BE49-F238E27FC236}">
                  <a16:creationId xmlns:a16="http://schemas.microsoft.com/office/drawing/2014/main" id="{EAA50CC1-A58F-C4DF-480A-CBE73FBA8A4C}"/>
                </a:ext>
              </a:extLst>
            </p:cNvPr>
            <p:cNvSpPr/>
            <p:nvPr/>
          </p:nvSpPr>
          <p:spPr>
            <a:xfrm>
              <a:off x="1065350" y="3040125"/>
              <a:ext cx="49200" cy="24700"/>
            </a:xfrm>
            <a:custGeom>
              <a:avLst/>
              <a:gdLst/>
              <a:ahLst/>
              <a:cxnLst/>
              <a:rect l="l" t="t" r="r" b="b"/>
              <a:pathLst>
                <a:path w="1968" h="988" extrusionOk="0">
                  <a:moveTo>
                    <a:pt x="984" y="0"/>
                  </a:moveTo>
                  <a:cubicBezTo>
                    <a:pt x="446" y="0"/>
                    <a:pt x="1" y="446"/>
                    <a:pt x="1" y="984"/>
                  </a:cubicBezTo>
                  <a:cubicBezTo>
                    <a:pt x="1" y="984"/>
                    <a:pt x="875" y="988"/>
                    <a:pt x="1458" y="988"/>
                  </a:cubicBezTo>
                  <a:cubicBezTo>
                    <a:pt x="1749" y="988"/>
                    <a:pt x="1968" y="987"/>
                    <a:pt x="1968" y="984"/>
                  </a:cubicBezTo>
                  <a:cubicBezTo>
                    <a:pt x="1968" y="446"/>
                    <a:pt x="1532" y="0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2225;p43">
              <a:extLst>
                <a:ext uri="{FF2B5EF4-FFF2-40B4-BE49-F238E27FC236}">
                  <a16:creationId xmlns:a16="http://schemas.microsoft.com/office/drawing/2014/main" id="{1373B94C-F39E-8493-0C9E-F5E800810325}"/>
                </a:ext>
              </a:extLst>
            </p:cNvPr>
            <p:cNvSpPr/>
            <p:nvPr/>
          </p:nvSpPr>
          <p:spPr>
            <a:xfrm>
              <a:off x="1063975" y="3038725"/>
              <a:ext cx="51975" cy="27625"/>
            </a:xfrm>
            <a:custGeom>
              <a:avLst/>
              <a:gdLst/>
              <a:ahLst/>
              <a:cxnLst/>
              <a:rect l="l" t="t" r="r" b="b"/>
              <a:pathLst>
                <a:path w="2079" h="1105" extrusionOk="0">
                  <a:moveTo>
                    <a:pt x="1039" y="112"/>
                  </a:moveTo>
                  <a:cubicBezTo>
                    <a:pt x="1531" y="112"/>
                    <a:pt x="1939" y="502"/>
                    <a:pt x="1967" y="984"/>
                  </a:cubicBezTo>
                  <a:lnTo>
                    <a:pt x="121" y="984"/>
                  </a:lnTo>
                  <a:cubicBezTo>
                    <a:pt x="149" y="502"/>
                    <a:pt x="548" y="121"/>
                    <a:pt x="1039" y="112"/>
                  </a:cubicBezTo>
                  <a:close/>
                  <a:moveTo>
                    <a:pt x="1039" y="1"/>
                  </a:moveTo>
                  <a:cubicBezTo>
                    <a:pt x="464" y="1"/>
                    <a:pt x="0" y="465"/>
                    <a:pt x="0" y="1040"/>
                  </a:cubicBezTo>
                  <a:cubicBezTo>
                    <a:pt x="0" y="1095"/>
                    <a:pt x="0" y="1095"/>
                    <a:pt x="408" y="1105"/>
                  </a:cubicBezTo>
                  <a:lnTo>
                    <a:pt x="1151" y="1105"/>
                  </a:lnTo>
                  <a:cubicBezTo>
                    <a:pt x="2078" y="1105"/>
                    <a:pt x="2078" y="1105"/>
                    <a:pt x="2078" y="1040"/>
                  </a:cubicBezTo>
                  <a:cubicBezTo>
                    <a:pt x="2078" y="465"/>
                    <a:pt x="1614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2226;p43">
              <a:extLst>
                <a:ext uri="{FF2B5EF4-FFF2-40B4-BE49-F238E27FC236}">
                  <a16:creationId xmlns:a16="http://schemas.microsoft.com/office/drawing/2014/main" id="{1FEC59EA-5589-FC5D-4F27-C23792F89526}"/>
                </a:ext>
              </a:extLst>
            </p:cNvPr>
            <p:cNvSpPr/>
            <p:nvPr/>
          </p:nvSpPr>
          <p:spPr>
            <a:xfrm>
              <a:off x="1076250" y="3008825"/>
              <a:ext cx="27875" cy="28075"/>
            </a:xfrm>
            <a:custGeom>
              <a:avLst/>
              <a:gdLst/>
              <a:ahLst/>
              <a:cxnLst/>
              <a:rect l="l" t="t" r="r" b="b"/>
              <a:pathLst>
                <a:path w="1115" h="1123" extrusionOk="0">
                  <a:moveTo>
                    <a:pt x="558" y="0"/>
                  </a:moveTo>
                  <a:cubicBezTo>
                    <a:pt x="251" y="0"/>
                    <a:pt x="1" y="250"/>
                    <a:pt x="1" y="566"/>
                  </a:cubicBezTo>
                  <a:cubicBezTo>
                    <a:pt x="1" y="872"/>
                    <a:pt x="251" y="1122"/>
                    <a:pt x="558" y="1122"/>
                  </a:cubicBezTo>
                  <a:cubicBezTo>
                    <a:pt x="864" y="1122"/>
                    <a:pt x="1114" y="872"/>
                    <a:pt x="1114" y="566"/>
                  </a:cubicBezTo>
                  <a:cubicBezTo>
                    <a:pt x="1114" y="250"/>
                    <a:pt x="864" y="0"/>
                    <a:pt x="5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2227;p43">
              <a:extLst>
                <a:ext uri="{FF2B5EF4-FFF2-40B4-BE49-F238E27FC236}">
                  <a16:creationId xmlns:a16="http://schemas.microsoft.com/office/drawing/2014/main" id="{93B78234-B0FD-5C5D-CCA8-1231BBDF43FD}"/>
                </a:ext>
              </a:extLst>
            </p:cNvPr>
            <p:cNvSpPr/>
            <p:nvPr/>
          </p:nvSpPr>
          <p:spPr>
            <a:xfrm>
              <a:off x="1074875" y="3007425"/>
              <a:ext cx="30625" cy="30875"/>
            </a:xfrm>
            <a:custGeom>
              <a:avLst/>
              <a:gdLst/>
              <a:ahLst/>
              <a:cxnLst/>
              <a:rect l="l" t="t" r="r" b="b"/>
              <a:pathLst>
                <a:path w="1225" h="1235" extrusionOk="0">
                  <a:moveTo>
                    <a:pt x="613" y="121"/>
                  </a:moveTo>
                  <a:cubicBezTo>
                    <a:pt x="891" y="121"/>
                    <a:pt x="1114" y="344"/>
                    <a:pt x="1114" y="622"/>
                  </a:cubicBezTo>
                  <a:cubicBezTo>
                    <a:pt x="1114" y="891"/>
                    <a:pt x="891" y="1114"/>
                    <a:pt x="613" y="1114"/>
                  </a:cubicBezTo>
                  <a:cubicBezTo>
                    <a:pt x="334" y="1114"/>
                    <a:pt x="112" y="891"/>
                    <a:pt x="112" y="622"/>
                  </a:cubicBezTo>
                  <a:cubicBezTo>
                    <a:pt x="112" y="344"/>
                    <a:pt x="334" y="121"/>
                    <a:pt x="613" y="121"/>
                  </a:cubicBezTo>
                  <a:close/>
                  <a:moveTo>
                    <a:pt x="613" y="0"/>
                  </a:moveTo>
                  <a:cubicBezTo>
                    <a:pt x="269" y="0"/>
                    <a:pt x="0" y="279"/>
                    <a:pt x="0" y="622"/>
                  </a:cubicBezTo>
                  <a:cubicBezTo>
                    <a:pt x="0" y="956"/>
                    <a:pt x="269" y="1234"/>
                    <a:pt x="613" y="1234"/>
                  </a:cubicBezTo>
                  <a:cubicBezTo>
                    <a:pt x="956" y="1234"/>
                    <a:pt x="1225" y="956"/>
                    <a:pt x="1225" y="622"/>
                  </a:cubicBezTo>
                  <a:cubicBezTo>
                    <a:pt x="1225" y="279"/>
                    <a:pt x="956" y="0"/>
                    <a:pt x="6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2228;p43">
              <a:extLst>
                <a:ext uri="{FF2B5EF4-FFF2-40B4-BE49-F238E27FC236}">
                  <a16:creationId xmlns:a16="http://schemas.microsoft.com/office/drawing/2014/main" id="{92E8E3D8-C2DA-EAF4-A56F-52E54BDBCC1C}"/>
                </a:ext>
              </a:extLst>
            </p:cNvPr>
            <p:cNvSpPr/>
            <p:nvPr/>
          </p:nvSpPr>
          <p:spPr>
            <a:xfrm>
              <a:off x="1418350" y="2437150"/>
              <a:ext cx="234950" cy="153550"/>
            </a:xfrm>
            <a:custGeom>
              <a:avLst/>
              <a:gdLst/>
              <a:ahLst/>
              <a:cxnLst/>
              <a:rect l="l" t="t" r="r" b="b"/>
              <a:pathLst>
                <a:path w="9398" h="6142" extrusionOk="0">
                  <a:moveTo>
                    <a:pt x="0" y="0"/>
                  </a:moveTo>
                  <a:lnTo>
                    <a:pt x="0" y="6141"/>
                  </a:lnTo>
                  <a:lnTo>
                    <a:pt x="9397" y="6141"/>
                  </a:lnTo>
                  <a:lnTo>
                    <a:pt x="93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2229;p43">
              <a:extLst>
                <a:ext uri="{FF2B5EF4-FFF2-40B4-BE49-F238E27FC236}">
                  <a16:creationId xmlns:a16="http://schemas.microsoft.com/office/drawing/2014/main" id="{F6D8715A-0E5E-4DFB-8372-3D453D827234}"/>
                </a:ext>
              </a:extLst>
            </p:cNvPr>
            <p:cNvSpPr/>
            <p:nvPr/>
          </p:nvSpPr>
          <p:spPr>
            <a:xfrm>
              <a:off x="1416950" y="2435750"/>
              <a:ext cx="237975" cy="156575"/>
            </a:xfrm>
            <a:custGeom>
              <a:avLst/>
              <a:gdLst/>
              <a:ahLst/>
              <a:cxnLst/>
              <a:rect l="l" t="t" r="r" b="b"/>
              <a:pathLst>
                <a:path w="9519" h="6263" extrusionOk="0">
                  <a:moveTo>
                    <a:pt x="9398" y="112"/>
                  </a:moveTo>
                  <a:lnTo>
                    <a:pt x="9398" y="6142"/>
                  </a:lnTo>
                  <a:lnTo>
                    <a:pt x="112" y="6142"/>
                  </a:lnTo>
                  <a:lnTo>
                    <a:pt x="112" y="112"/>
                  </a:lnTo>
                  <a:close/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6197"/>
                  </a:lnTo>
                  <a:cubicBezTo>
                    <a:pt x="0" y="6234"/>
                    <a:pt x="28" y="6262"/>
                    <a:pt x="56" y="6262"/>
                  </a:cubicBezTo>
                  <a:lnTo>
                    <a:pt x="9463" y="6262"/>
                  </a:lnTo>
                  <a:cubicBezTo>
                    <a:pt x="9490" y="6262"/>
                    <a:pt x="9518" y="6234"/>
                    <a:pt x="9518" y="6197"/>
                  </a:cubicBezTo>
                  <a:lnTo>
                    <a:pt x="9518" y="56"/>
                  </a:lnTo>
                  <a:cubicBezTo>
                    <a:pt x="9518" y="19"/>
                    <a:pt x="9490" y="0"/>
                    <a:pt x="9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2230;p43">
              <a:extLst>
                <a:ext uri="{FF2B5EF4-FFF2-40B4-BE49-F238E27FC236}">
                  <a16:creationId xmlns:a16="http://schemas.microsoft.com/office/drawing/2014/main" id="{A51C8F36-CF3E-D988-976C-71661C80C040}"/>
                </a:ext>
              </a:extLst>
            </p:cNvPr>
            <p:cNvSpPr/>
            <p:nvPr/>
          </p:nvSpPr>
          <p:spPr>
            <a:xfrm>
              <a:off x="1410675" y="2356900"/>
              <a:ext cx="295975" cy="86050"/>
            </a:xfrm>
            <a:custGeom>
              <a:avLst/>
              <a:gdLst/>
              <a:ahLst/>
              <a:cxnLst/>
              <a:rect l="l" t="t" r="r" b="b"/>
              <a:pathLst>
                <a:path w="11839" h="3442" extrusionOk="0">
                  <a:moveTo>
                    <a:pt x="567" y="0"/>
                  </a:moveTo>
                  <a:cubicBezTo>
                    <a:pt x="251" y="0"/>
                    <a:pt x="1" y="260"/>
                    <a:pt x="1" y="576"/>
                  </a:cubicBezTo>
                  <a:lnTo>
                    <a:pt x="1" y="2867"/>
                  </a:lnTo>
                  <a:cubicBezTo>
                    <a:pt x="1" y="3182"/>
                    <a:pt x="251" y="3442"/>
                    <a:pt x="567" y="3442"/>
                  </a:cubicBezTo>
                  <a:lnTo>
                    <a:pt x="11263" y="3442"/>
                  </a:lnTo>
                  <a:cubicBezTo>
                    <a:pt x="11578" y="3442"/>
                    <a:pt x="11838" y="3182"/>
                    <a:pt x="11838" y="2867"/>
                  </a:cubicBezTo>
                  <a:lnTo>
                    <a:pt x="11838" y="576"/>
                  </a:lnTo>
                  <a:cubicBezTo>
                    <a:pt x="11838" y="260"/>
                    <a:pt x="11578" y="0"/>
                    <a:pt x="1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2231;p43">
              <a:extLst>
                <a:ext uri="{FF2B5EF4-FFF2-40B4-BE49-F238E27FC236}">
                  <a16:creationId xmlns:a16="http://schemas.microsoft.com/office/drawing/2014/main" id="{CA729456-AFB6-1EB7-175B-AB4A3B8817D8}"/>
                </a:ext>
              </a:extLst>
            </p:cNvPr>
            <p:cNvSpPr/>
            <p:nvPr/>
          </p:nvSpPr>
          <p:spPr>
            <a:xfrm>
              <a:off x="1409075" y="2355500"/>
              <a:ext cx="298950" cy="88850"/>
            </a:xfrm>
            <a:custGeom>
              <a:avLst/>
              <a:gdLst/>
              <a:ahLst/>
              <a:cxnLst/>
              <a:rect l="l" t="t" r="r" b="b"/>
              <a:pathLst>
                <a:path w="11958" h="3554" extrusionOk="0">
                  <a:moveTo>
                    <a:pt x="11327" y="112"/>
                  </a:moveTo>
                  <a:cubicBezTo>
                    <a:pt x="11614" y="112"/>
                    <a:pt x="11837" y="344"/>
                    <a:pt x="11837" y="632"/>
                  </a:cubicBezTo>
                  <a:lnTo>
                    <a:pt x="11837" y="2923"/>
                  </a:lnTo>
                  <a:cubicBezTo>
                    <a:pt x="11837" y="3210"/>
                    <a:pt x="11614" y="3442"/>
                    <a:pt x="11327" y="3442"/>
                  </a:cubicBezTo>
                  <a:lnTo>
                    <a:pt x="631" y="3442"/>
                  </a:lnTo>
                  <a:cubicBezTo>
                    <a:pt x="353" y="3442"/>
                    <a:pt x="121" y="3210"/>
                    <a:pt x="121" y="2923"/>
                  </a:cubicBezTo>
                  <a:lnTo>
                    <a:pt x="121" y="632"/>
                  </a:lnTo>
                  <a:cubicBezTo>
                    <a:pt x="121" y="344"/>
                    <a:pt x="353" y="112"/>
                    <a:pt x="631" y="112"/>
                  </a:cubicBezTo>
                  <a:close/>
                  <a:moveTo>
                    <a:pt x="631" y="1"/>
                  </a:moveTo>
                  <a:cubicBezTo>
                    <a:pt x="288" y="1"/>
                    <a:pt x="0" y="279"/>
                    <a:pt x="0" y="632"/>
                  </a:cubicBezTo>
                  <a:lnTo>
                    <a:pt x="0" y="2923"/>
                  </a:lnTo>
                  <a:cubicBezTo>
                    <a:pt x="0" y="3275"/>
                    <a:pt x="288" y="3554"/>
                    <a:pt x="631" y="3554"/>
                  </a:cubicBezTo>
                  <a:lnTo>
                    <a:pt x="11327" y="3554"/>
                  </a:lnTo>
                  <a:cubicBezTo>
                    <a:pt x="11670" y="3554"/>
                    <a:pt x="11958" y="3275"/>
                    <a:pt x="11958" y="2923"/>
                  </a:cubicBezTo>
                  <a:lnTo>
                    <a:pt x="11958" y="632"/>
                  </a:lnTo>
                  <a:cubicBezTo>
                    <a:pt x="11958" y="279"/>
                    <a:pt x="11670" y="1"/>
                    <a:pt x="11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2232;p43">
              <a:extLst>
                <a:ext uri="{FF2B5EF4-FFF2-40B4-BE49-F238E27FC236}">
                  <a16:creationId xmlns:a16="http://schemas.microsoft.com/office/drawing/2014/main" id="{727BC53B-9F48-2AB3-5B96-191B98E213B4}"/>
                </a:ext>
              </a:extLst>
            </p:cNvPr>
            <p:cNvSpPr/>
            <p:nvPr/>
          </p:nvSpPr>
          <p:spPr>
            <a:xfrm>
              <a:off x="1410675" y="2450825"/>
              <a:ext cx="295975" cy="86075"/>
            </a:xfrm>
            <a:custGeom>
              <a:avLst/>
              <a:gdLst/>
              <a:ahLst/>
              <a:cxnLst/>
              <a:rect l="l" t="t" r="r" b="b"/>
              <a:pathLst>
                <a:path w="11839" h="3443" extrusionOk="0">
                  <a:moveTo>
                    <a:pt x="567" y="0"/>
                  </a:moveTo>
                  <a:cubicBezTo>
                    <a:pt x="251" y="0"/>
                    <a:pt x="1" y="251"/>
                    <a:pt x="1" y="576"/>
                  </a:cubicBezTo>
                  <a:lnTo>
                    <a:pt x="1" y="2867"/>
                  </a:lnTo>
                  <a:cubicBezTo>
                    <a:pt x="1" y="3182"/>
                    <a:pt x="251" y="3442"/>
                    <a:pt x="567" y="3442"/>
                  </a:cubicBezTo>
                  <a:lnTo>
                    <a:pt x="11263" y="3442"/>
                  </a:lnTo>
                  <a:cubicBezTo>
                    <a:pt x="11578" y="3442"/>
                    <a:pt x="11838" y="3182"/>
                    <a:pt x="11838" y="2867"/>
                  </a:cubicBezTo>
                  <a:lnTo>
                    <a:pt x="11838" y="576"/>
                  </a:lnTo>
                  <a:cubicBezTo>
                    <a:pt x="11838" y="251"/>
                    <a:pt x="11578" y="0"/>
                    <a:pt x="1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2233;p43">
              <a:extLst>
                <a:ext uri="{FF2B5EF4-FFF2-40B4-BE49-F238E27FC236}">
                  <a16:creationId xmlns:a16="http://schemas.microsoft.com/office/drawing/2014/main" id="{CDD96F29-30D5-A79A-7244-691628D80699}"/>
                </a:ext>
              </a:extLst>
            </p:cNvPr>
            <p:cNvSpPr/>
            <p:nvPr/>
          </p:nvSpPr>
          <p:spPr>
            <a:xfrm>
              <a:off x="1409075" y="2449425"/>
              <a:ext cx="298950" cy="88850"/>
            </a:xfrm>
            <a:custGeom>
              <a:avLst/>
              <a:gdLst/>
              <a:ahLst/>
              <a:cxnLst/>
              <a:rect l="l" t="t" r="r" b="b"/>
              <a:pathLst>
                <a:path w="11958" h="3554" extrusionOk="0">
                  <a:moveTo>
                    <a:pt x="11327" y="112"/>
                  </a:moveTo>
                  <a:cubicBezTo>
                    <a:pt x="11614" y="112"/>
                    <a:pt x="11837" y="344"/>
                    <a:pt x="11837" y="632"/>
                  </a:cubicBezTo>
                  <a:lnTo>
                    <a:pt x="11837" y="2923"/>
                  </a:lnTo>
                  <a:cubicBezTo>
                    <a:pt x="11837" y="3201"/>
                    <a:pt x="11614" y="3433"/>
                    <a:pt x="11327" y="3433"/>
                  </a:cubicBezTo>
                  <a:lnTo>
                    <a:pt x="631" y="3433"/>
                  </a:lnTo>
                  <a:cubicBezTo>
                    <a:pt x="353" y="3433"/>
                    <a:pt x="121" y="3210"/>
                    <a:pt x="121" y="2923"/>
                  </a:cubicBezTo>
                  <a:lnTo>
                    <a:pt x="121" y="632"/>
                  </a:lnTo>
                  <a:cubicBezTo>
                    <a:pt x="121" y="344"/>
                    <a:pt x="353" y="112"/>
                    <a:pt x="631" y="112"/>
                  </a:cubicBezTo>
                  <a:close/>
                  <a:moveTo>
                    <a:pt x="631" y="1"/>
                  </a:moveTo>
                  <a:cubicBezTo>
                    <a:pt x="288" y="1"/>
                    <a:pt x="0" y="279"/>
                    <a:pt x="0" y="632"/>
                  </a:cubicBezTo>
                  <a:lnTo>
                    <a:pt x="0" y="2923"/>
                  </a:lnTo>
                  <a:cubicBezTo>
                    <a:pt x="0" y="3266"/>
                    <a:pt x="288" y="3554"/>
                    <a:pt x="631" y="3554"/>
                  </a:cubicBezTo>
                  <a:lnTo>
                    <a:pt x="11327" y="3554"/>
                  </a:lnTo>
                  <a:cubicBezTo>
                    <a:pt x="11670" y="3554"/>
                    <a:pt x="11958" y="3266"/>
                    <a:pt x="11958" y="2923"/>
                  </a:cubicBezTo>
                  <a:lnTo>
                    <a:pt x="11958" y="632"/>
                  </a:lnTo>
                  <a:cubicBezTo>
                    <a:pt x="11958" y="279"/>
                    <a:pt x="11670" y="1"/>
                    <a:pt x="11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2234;p43">
              <a:extLst>
                <a:ext uri="{FF2B5EF4-FFF2-40B4-BE49-F238E27FC236}">
                  <a16:creationId xmlns:a16="http://schemas.microsoft.com/office/drawing/2014/main" id="{C01EF671-18D7-FF4D-BEAD-94F0B7947605}"/>
                </a:ext>
              </a:extLst>
            </p:cNvPr>
            <p:cNvSpPr/>
            <p:nvPr/>
          </p:nvSpPr>
          <p:spPr>
            <a:xfrm>
              <a:off x="1410675" y="2546825"/>
              <a:ext cx="295975" cy="85850"/>
            </a:xfrm>
            <a:custGeom>
              <a:avLst/>
              <a:gdLst/>
              <a:ahLst/>
              <a:cxnLst/>
              <a:rect l="l" t="t" r="r" b="b"/>
              <a:pathLst>
                <a:path w="11839" h="3434" extrusionOk="0"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lnTo>
                    <a:pt x="1" y="2867"/>
                  </a:lnTo>
                  <a:cubicBezTo>
                    <a:pt x="1" y="3183"/>
                    <a:pt x="251" y="3433"/>
                    <a:pt x="567" y="3433"/>
                  </a:cubicBezTo>
                  <a:lnTo>
                    <a:pt x="11263" y="3433"/>
                  </a:lnTo>
                  <a:cubicBezTo>
                    <a:pt x="11578" y="3433"/>
                    <a:pt x="11838" y="3183"/>
                    <a:pt x="11838" y="2867"/>
                  </a:cubicBezTo>
                  <a:lnTo>
                    <a:pt x="11838" y="567"/>
                  </a:lnTo>
                  <a:cubicBezTo>
                    <a:pt x="11838" y="251"/>
                    <a:pt x="11578" y="1"/>
                    <a:pt x="11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2235;p43">
              <a:extLst>
                <a:ext uri="{FF2B5EF4-FFF2-40B4-BE49-F238E27FC236}">
                  <a16:creationId xmlns:a16="http://schemas.microsoft.com/office/drawing/2014/main" id="{34458E60-D4CC-803A-4B85-8298F7A805EC}"/>
                </a:ext>
              </a:extLst>
            </p:cNvPr>
            <p:cNvSpPr/>
            <p:nvPr/>
          </p:nvSpPr>
          <p:spPr>
            <a:xfrm>
              <a:off x="1409075" y="2545225"/>
              <a:ext cx="298950" cy="89075"/>
            </a:xfrm>
            <a:custGeom>
              <a:avLst/>
              <a:gdLst/>
              <a:ahLst/>
              <a:cxnLst/>
              <a:rect l="l" t="t" r="r" b="b"/>
              <a:pathLst>
                <a:path w="11958" h="3563" extrusionOk="0">
                  <a:moveTo>
                    <a:pt x="11327" y="121"/>
                  </a:moveTo>
                  <a:cubicBezTo>
                    <a:pt x="11614" y="121"/>
                    <a:pt x="11837" y="353"/>
                    <a:pt x="11837" y="640"/>
                  </a:cubicBezTo>
                  <a:lnTo>
                    <a:pt x="11837" y="2931"/>
                  </a:lnTo>
                  <a:cubicBezTo>
                    <a:pt x="11837" y="3210"/>
                    <a:pt x="11614" y="3442"/>
                    <a:pt x="11327" y="3442"/>
                  </a:cubicBezTo>
                  <a:lnTo>
                    <a:pt x="631" y="3442"/>
                  </a:lnTo>
                  <a:cubicBezTo>
                    <a:pt x="353" y="3442"/>
                    <a:pt x="121" y="3210"/>
                    <a:pt x="121" y="2931"/>
                  </a:cubicBezTo>
                  <a:lnTo>
                    <a:pt x="121" y="640"/>
                  </a:lnTo>
                  <a:cubicBezTo>
                    <a:pt x="121" y="353"/>
                    <a:pt x="353" y="121"/>
                    <a:pt x="631" y="121"/>
                  </a:cubicBezTo>
                  <a:close/>
                  <a:moveTo>
                    <a:pt x="631" y="0"/>
                  </a:moveTo>
                  <a:cubicBezTo>
                    <a:pt x="288" y="0"/>
                    <a:pt x="0" y="288"/>
                    <a:pt x="0" y="631"/>
                  </a:cubicBezTo>
                  <a:lnTo>
                    <a:pt x="0" y="2931"/>
                  </a:lnTo>
                  <a:cubicBezTo>
                    <a:pt x="0" y="3275"/>
                    <a:pt x="288" y="3562"/>
                    <a:pt x="631" y="3562"/>
                  </a:cubicBezTo>
                  <a:lnTo>
                    <a:pt x="11327" y="3562"/>
                  </a:lnTo>
                  <a:cubicBezTo>
                    <a:pt x="11670" y="3562"/>
                    <a:pt x="11958" y="3275"/>
                    <a:pt x="11958" y="2931"/>
                  </a:cubicBezTo>
                  <a:lnTo>
                    <a:pt x="11958" y="631"/>
                  </a:lnTo>
                  <a:cubicBezTo>
                    <a:pt x="11958" y="288"/>
                    <a:pt x="11670" y="0"/>
                    <a:pt x="1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2236;p43">
              <a:extLst>
                <a:ext uri="{FF2B5EF4-FFF2-40B4-BE49-F238E27FC236}">
                  <a16:creationId xmlns:a16="http://schemas.microsoft.com/office/drawing/2014/main" id="{5274A6AD-B339-3688-7BBD-336168419A4D}"/>
                </a:ext>
              </a:extLst>
            </p:cNvPr>
            <p:cNvSpPr/>
            <p:nvPr/>
          </p:nvSpPr>
          <p:spPr>
            <a:xfrm>
              <a:off x="1458000" y="2356900"/>
              <a:ext cx="262100" cy="86050"/>
            </a:xfrm>
            <a:custGeom>
              <a:avLst/>
              <a:gdLst/>
              <a:ahLst/>
              <a:cxnLst/>
              <a:rect l="l" t="t" r="r" b="b"/>
              <a:pathLst>
                <a:path w="10484" h="3442" extrusionOk="0">
                  <a:moveTo>
                    <a:pt x="538" y="0"/>
                  </a:moveTo>
                  <a:cubicBezTo>
                    <a:pt x="242" y="0"/>
                    <a:pt x="0" y="242"/>
                    <a:pt x="0" y="538"/>
                  </a:cubicBezTo>
                  <a:lnTo>
                    <a:pt x="0" y="2904"/>
                  </a:lnTo>
                  <a:cubicBezTo>
                    <a:pt x="0" y="3201"/>
                    <a:pt x="242" y="3442"/>
                    <a:pt x="538" y="3442"/>
                  </a:cubicBezTo>
                  <a:lnTo>
                    <a:pt x="9945" y="3442"/>
                  </a:lnTo>
                  <a:cubicBezTo>
                    <a:pt x="10242" y="3442"/>
                    <a:pt x="10483" y="3201"/>
                    <a:pt x="10483" y="2904"/>
                  </a:cubicBezTo>
                  <a:lnTo>
                    <a:pt x="10483" y="538"/>
                  </a:lnTo>
                  <a:cubicBezTo>
                    <a:pt x="10483" y="242"/>
                    <a:pt x="10242" y="0"/>
                    <a:pt x="99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2237;p43">
              <a:extLst>
                <a:ext uri="{FF2B5EF4-FFF2-40B4-BE49-F238E27FC236}">
                  <a16:creationId xmlns:a16="http://schemas.microsoft.com/office/drawing/2014/main" id="{127DD0CF-9DD8-3B0D-298D-285126BD0D8F}"/>
                </a:ext>
              </a:extLst>
            </p:cNvPr>
            <p:cNvSpPr/>
            <p:nvPr/>
          </p:nvSpPr>
          <p:spPr>
            <a:xfrm>
              <a:off x="1456600" y="2355500"/>
              <a:ext cx="264875" cy="88850"/>
            </a:xfrm>
            <a:custGeom>
              <a:avLst/>
              <a:gdLst/>
              <a:ahLst/>
              <a:cxnLst/>
              <a:rect l="l" t="t" r="r" b="b"/>
              <a:pathLst>
                <a:path w="10595" h="3554" extrusionOk="0">
                  <a:moveTo>
                    <a:pt x="10001" y="112"/>
                  </a:moveTo>
                  <a:cubicBezTo>
                    <a:pt x="10261" y="112"/>
                    <a:pt x="10474" y="335"/>
                    <a:pt x="10474" y="594"/>
                  </a:cubicBezTo>
                  <a:lnTo>
                    <a:pt x="10474" y="2960"/>
                  </a:lnTo>
                  <a:cubicBezTo>
                    <a:pt x="10474" y="3220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20"/>
                    <a:pt x="112" y="2960"/>
                  </a:cubicBezTo>
                  <a:lnTo>
                    <a:pt x="112" y="594"/>
                  </a:lnTo>
                  <a:cubicBezTo>
                    <a:pt x="112" y="335"/>
                    <a:pt x="325" y="112"/>
                    <a:pt x="594" y="112"/>
                  </a:cubicBezTo>
                  <a:close/>
                  <a:moveTo>
                    <a:pt x="594" y="1"/>
                  </a:moveTo>
                  <a:cubicBezTo>
                    <a:pt x="270" y="1"/>
                    <a:pt x="1" y="270"/>
                    <a:pt x="1" y="594"/>
                  </a:cubicBezTo>
                  <a:lnTo>
                    <a:pt x="1" y="2960"/>
                  </a:lnTo>
                  <a:cubicBezTo>
                    <a:pt x="1" y="3285"/>
                    <a:pt x="270" y="3554"/>
                    <a:pt x="594" y="3554"/>
                  </a:cubicBezTo>
                  <a:lnTo>
                    <a:pt x="10001" y="3554"/>
                  </a:lnTo>
                  <a:cubicBezTo>
                    <a:pt x="10326" y="3554"/>
                    <a:pt x="10595" y="3285"/>
                    <a:pt x="10595" y="2960"/>
                  </a:cubicBezTo>
                  <a:lnTo>
                    <a:pt x="10595" y="594"/>
                  </a:lnTo>
                  <a:cubicBezTo>
                    <a:pt x="10595" y="270"/>
                    <a:pt x="10326" y="1"/>
                    <a:pt x="10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2238;p43">
              <a:extLst>
                <a:ext uri="{FF2B5EF4-FFF2-40B4-BE49-F238E27FC236}">
                  <a16:creationId xmlns:a16="http://schemas.microsoft.com/office/drawing/2014/main" id="{0099185A-92B6-99A9-581C-AF527CF85B13}"/>
                </a:ext>
              </a:extLst>
            </p:cNvPr>
            <p:cNvSpPr/>
            <p:nvPr/>
          </p:nvSpPr>
          <p:spPr>
            <a:xfrm>
              <a:off x="1485375" y="2386825"/>
              <a:ext cx="26450" cy="26225"/>
            </a:xfrm>
            <a:custGeom>
              <a:avLst/>
              <a:gdLst/>
              <a:ahLst/>
              <a:cxnLst/>
              <a:rect l="l" t="t" r="r" b="b"/>
              <a:pathLst>
                <a:path w="1058" h="1049" extrusionOk="0">
                  <a:moveTo>
                    <a:pt x="529" y="0"/>
                  </a:moveTo>
                  <a:cubicBezTo>
                    <a:pt x="241" y="0"/>
                    <a:pt x="0" y="232"/>
                    <a:pt x="0" y="529"/>
                  </a:cubicBezTo>
                  <a:cubicBezTo>
                    <a:pt x="0" y="816"/>
                    <a:pt x="241" y="1048"/>
                    <a:pt x="529" y="1048"/>
                  </a:cubicBezTo>
                  <a:cubicBezTo>
                    <a:pt x="826" y="1048"/>
                    <a:pt x="1058" y="816"/>
                    <a:pt x="1058" y="529"/>
                  </a:cubicBezTo>
                  <a:cubicBezTo>
                    <a:pt x="1058" y="232"/>
                    <a:pt x="826" y="0"/>
                    <a:pt x="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2239;p43">
              <a:extLst>
                <a:ext uri="{FF2B5EF4-FFF2-40B4-BE49-F238E27FC236}">
                  <a16:creationId xmlns:a16="http://schemas.microsoft.com/office/drawing/2014/main" id="{9DAAE4F2-32B0-3359-5AED-C56804C039CE}"/>
                </a:ext>
              </a:extLst>
            </p:cNvPr>
            <p:cNvSpPr/>
            <p:nvPr/>
          </p:nvSpPr>
          <p:spPr>
            <a:xfrm>
              <a:off x="1483975" y="2385200"/>
              <a:ext cx="29250" cy="29475"/>
            </a:xfrm>
            <a:custGeom>
              <a:avLst/>
              <a:gdLst/>
              <a:ahLst/>
              <a:cxnLst/>
              <a:rect l="l" t="t" r="r" b="b"/>
              <a:pathLst>
                <a:path w="1170" h="1179" extrusionOk="0">
                  <a:moveTo>
                    <a:pt x="585" y="121"/>
                  </a:moveTo>
                  <a:cubicBezTo>
                    <a:pt x="845" y="121"/>
                    <a:pt x="1058" y="334"/>
                    <a:pt x="1058" y="585"/>
                  </a:cubicBezTo>
                  <a:cubicBezTo>
                    <a:pt x="1058" y="844"/>
                    <a:pt x="845" y="1058"/>
                    <a:pt x="585" y="1058"/>
                  </a:cubicBezTo>
                  <a:cubicBezTo>
                    <a:pt x="325" y="1058"/>
                    <a:pt x="121" y="844"/>
                    <a:pt x="121" y="585"/>
                  </a:cubicBezTo>
                  <a:cubicBezTo>
                    <a:pt x="121" y="334"/>
                    <a:pt x="325" y="121"/>
                    <a:pt x="585" y="121"/>
                  </a:cubicBezTo>
                  <a:close/>
                  <a:moveTo>
                    <a:pt x="585" y="0"/>
                  </a:moveTo>
                  <a:cubicBezTo>
                    <a:pt x="269" y="0"/>
                    <a:pt x="0" y="269"/>
                    <a:pt x="0" y="585"/>
                  </a:cubicBezTo>
                  <a:cubicBezTo>
                    <a:pt x="0" y="909"/>
                    <a:pt x="260" y="1178"/>
                    <a:pt x="585" y="1178"/>
                  </a:cubicBezTo>
                  <a:cubicBezTo>
                    <a:pt x="910" y="1178"/>
                    <a:pt x="1169" y="909"/>
                    <a:pt x="1169" y="585"/>
                  </a:cubicBezTo>
                  <a:cubicBezTo>
                    <a:pt x="1169" y="269"/>
                    <a:pt x="910" y="0"/>
                    <a:pt x="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2240;p43">
              <a:extLst>
                <a:ext uri="{FF2B5EF4-FFF2-40B4-BE49-F238E27FC236}">
                  <a16:creationId xmlns:a16="http://schemas.microsoft.com/office/drawing/2014/main" id="{A4060F73-8180-FC42-A854-D5F0A7488F5E}"/>
                </a:ext>
              </a:extLst>
            </p:cNvPr>
            <p:cNvSpPr/>
            <p:nvPr/>
          </p:nvSpPr>
          <p:spPr>
            <a:xfrm>
              <a:off x="1539400" y="2382875"/>
              <a:ext cx="155175" cy="34125"/>
            </a:xfrm>
            <a:custGeom>
              <a:avLst/>
              <a:gdLst/>
              <a:ahLst/>
              <a:cxnLst/>
              <a:rect l="l" t="t" r="r" b="b"/>
              <a:pathLst>
                <a:path w="6207" h="1365" extrusionOk="0">
                  <a:moveTo>
                    <a:pt x="65" y="0"/>
                  </a:moveTo>
                  <a:cubicBezTo>
                    <a:pt x="28" y="0"/>
                    <a:pt x="1" y="28"/>
                    <a:pt x="1" y="65"/>
                  </a:cubicBezTo>
                  <a:lnTo>
                    <a:pt x="1" y="1290"/>
                  </a:lnTo>
                  <a:cubicBezTo>
                    <a:pt x="1" y="1336"/>
                    <a:pt x="28" y="1364"/>
                    <a:pt x="65" y="1364"/>
                  </a:cubicBezTo>
                  <a:lnTo>
                    <a:pt x="6142" y="1364"/>
                  </a:lnTo>
                  <a:cubicBezTo>
                    <a:pt x="6179" y="1364"/>
                    <a:pt x="6207" y="1336"/>
                    <a:pt x="6207" y="1290"/>
                  </a:cubicBezTo>
                  <a:lnTo>
                    <a:pt x="6207" y="65"/>
                  </a:lnTo>
                  <a:cubicBezTo>
                    <a:pt x="6207" y="28"/>
                    <a:pt x="6179" y="0"/>
                    <a:pt x="6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2241;p43">
              <a:extLst>
                <a:ext uri="{FF2B5EF4-FFF2-40B4-BE49-F238E27FC236}">
                  <a16:creationId xmlns:a16="http://schemas.microsoft.com/office/drawing/2014/main" id="{D969229D-75B1-56E9-D98C-937D699E93F9}"/>
                </a:ext>
              </a:extLst>
            </p:cNvPr>
            <p:cNvSpPr/>
            <p:nvPr/>
          </p:nvSpPr>
          <p:spPr>
            <a:xfrm>
              <a:off x="1537775" y="2381250"/>
              <a:ext cx="158425" cy="37125"/>
            </a:xfrm>
            <a:custGeom>
              <a:avLst/>
              <a:gdLst/>
              <a:ahLst/>
              <a:cxnLst/>
              <a:rect l="l" t="t" r="r" b="b"/>
              <a:pathLst>
                <a:path w="6337" h="1485" extrusionOk="0">
                  <a:moveTo>
                    <a:pt x="6207" y="121"/>
                  </a:moveTo>
                  <a:cubicBezTo>
                    <a:pt x="6207" y="121"/>
                    <a:pt x="6216" y="130"/>
                    <a:pt x="6216" y="130"/>
                  </a:cubicBezTo>
                  <a:lnTo>
                    <a:pt x="6216" y="1364"/>
                  </a:lnTo>
                  <a:cubicBezTo>
                    <a:pt x="6216" y="1364"/>
                    <a:pt x="6207" y="1373"/>
                    <a:pt x="6207" y="1373"/>
                  </a:cubicBezTo>
                  <a:lnTo>
                    <a:pt x="130" y="1373"/>
                  </a:lnTo>
                  <a:cubicBezTo>
                    <a:pt x="121" y="1373"/>
                    <a:pt x="121" y="1364"/>
                    <a:pt x="121" y="1364"/>
                  </a:cubicBezTo>
                  <a:lnTo>
                    <a:pt x="121" y="130"/>
                  </a:lnTo>
                  <a:cubicBezTo>
                    <a:pt x="121" y="130"/>
                    <a:pt x="121" y="121"/>
                    <a:pt x="130" y="121"/>
                  </a:cubicBezTo>
                  <a:close/>
                  <a:moveTo>
                    <a:pt x="130" y="0"/>
                  </a:moveTo>
                  <a:cubicBezTo>
                    <a:pt x="66" y="0"/>
                    <a:pt x="1" y="65"/>
                    <a:pt x="1" y="130"/>
                  </a:cubicBezTo>
                  <a:lnTo>
                    <a:pt x="1" y="1355"/>
                  </a:lnTo>
                  <a:cubicBezTo>
                    <a:pt x="1" y="1429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29"/>
                    <a:pt x="6337" y="1355"/>
                  </a:cubicBezTo>
                  <a:lnTo>
                    <a:pt x="6337" y="130"/>
                  </a:lnTo>
                  <a:cubicBezTo>
                    <a:pt x="6337" y="65"/>
                    <a:pt x="6272" y="0"/>
                    <a:pt x="6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2242;p43">
              <a:extLst>
                <a:ext uri="{FF2B5EF4-FFF2-40B4-BE49-F238E27FC236}">
                  <a16:creationId xmlns:a16="http://schemas.microsoft.com/office/drawing/2014/main" id="{661BF3F1-393D-5961-26E0-6518BE6B71A7}"/>
                </a:ext>
              </a:extLst>
            </p:cNvPr>
            <p:cNvSpPr/>
            <p:nvPr/>
          </p:nvSpPr>
          <p:spPr>
            <a:xfrm>
              <a:off x="1552850" y="2392600"/>
              <a:ext cx="54300" cy="3050"/>
            </a:xfrm>
            <a:custGeom>
              <a:avLst/>
              <a:gdLst/>
              <a:ahLst/>
              <a:cxnLst/>
              <a:rect l="l" t="t" r="r" b="b"/>
              <a:pathLst>
                <a:path w="2172" h="12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2"/>
                    <a:pt x="56" y="122"/>
                  </a:cubicBezTo>
                  <a:lnTo>
                    <a:pt x="2106" y="122"/>
                  </a:lnTo>
                  <a:cubicBezTo>
                    <a:pt x="2143" y="122"/>
                    <a:pt x="2171" y="94"/>
                    <a:pt x="2171" y="66"/>
                  </a:cubicBezTo>
                  <a:cubicBezTo>
                    <a:pt x="2171" y="29"/>
                    <a:pt x="2143" y="1"/>
                    <a:pt x="2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2243;p43">
              <a:extLst>
                <a:ext uri="{FF2B5EF4-FFF2-40B4-BE49-F238E27FC236}">
                  <a16:creationId xmlns:a16="http://schemas.microsoft.com/office/drawing/2014/main" id="{38000631-F28B-9A3E-7B51-B8019E23C7E5}"/>
                </a:ext>
              </a:extLst>
            </p:cNvPr>
            <p:cNvSpPr/>
            <p:nvPr/>
          </p:nvSpPr>
          <p:spPr>
            <a:xfrm>
              <a:off x="1614300" y="2392600"/>
              <a:ext cx="33675" cy="3050"/>
            </a:xfrm>
            <a:custGeom>
              <a:avLst/>
              <a:gdLst/>
              <a:ahLst/>
              <a:cxnLst/>
              <a:rect l="l" t="t" r="r" b="b"/>
              <a:pathLst>
                <a:path w="1347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2"/>
                    <a:pt x="57" y="122"/>
                  </a:cubicBezTo>
                  <a:lnTo>
                    <a:pt x="1290" y="122"/>
                  </a:lnTo>
                  <a:cubicBezTo>
                    <a:pt x="1318" y="122"/>
                    <a:pt x="1346" y="94"/>
                    <a:pt x="1346" y="66"/>
                  </a:cubicBezTo>
                  <a:cubicBezTo>
                    <a:pt x="1346" y="29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2244;p43">
              <a:extLst>
                <a:ext uri="{FF2B5EF4-FFF2-40B4-BE49-F238E27FC236}">
                  <a16:creationId xmlns:a16="http://schemas.microsoft.com/office/drawing/2014/main" id="{07386175-3F85-366A-178E-C9E64A8A38E0}"/>
                </a:ext>
              </a:extLst>
            </p:cNvPr>
            <p:cNvSpPr/>
            <p:nvPr/>
          </p:nvSpPr>
          <p:spPr>
            <a:xfrm>
              <a:off x="1557025" y="2403750"/>
              <a:ext cx="33650" cy="3025"/>
            </a:xfrm>
            <a:custGeom>
              <a:avLst/>
              <a:gdLst/>
              <a:ahLst/>
              <a:cxnLst/>
              <a:rect l="l" t="t" r="r" b="b"/>
              <a:pathLst>
                <a:path w="1346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65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2245;p43">
              <a:extLst>
                <a:ext uri="{FF2B5EF4-FFF2-40B4-BE49-F238E27FC236}">
                  <a16:creationId xmlns:a16="http://schemas.microsoft.com/office/drawing/2014/main" id="{EFB85671-C5A0-B6B5-1335-66A81048D19C}"/>
                </a:ext>
              </a:extLst>
            </p:cNvPr>
            <p:cNvSpPr/>
            <p:nvPr/>
          </p:nvSpPr>
          <p:spPr>
            <a:xfrm>
              <a:off x="1657450" y="2392600"/>
              <a:ext cx="20900" cy="3050"/>
            </a:xfrm>
            <a:custGeom>
              <a:avLst/>
              <a:gdLst/>
              <a:ahLst/>
              <a:cxnLst/>
              <a:rect l="l" t="t" r="r" b="b"/>
              <a:pathLst>
                <a:path w="836" h="122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780" y="122"/>
                  </a:lnTo>
                  <a:cubicBezTo>
                    <a:pt x="807" y="122"/>
                    <a:pt x="835" y="94"/>
                    <a:pt x="835" y="66"/>
                  </a:cubicBezTo>
                  <a:cubicBezTo>
                    <a:pt x="835" y="29"/>
                    <a:pt x="81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2246;p43">
              <a:extLst>
                <a:ext uri="{FF2B5EF4-FFF2-40B4-BE49-F238E27FC236}">
                  <a16:creationId xmlns:a16="http://schemas.microsoft.com/office/drawing/2014/main" id="{025E75AC-47AC-6AA6-8891-5F181537ECC3}"/>
                </a:ext>
              </a:extLst>
            </p:cNvPr>
            <p:cNvSpPr/>
            <p:nvPr/>
          </p:nvSpPr>
          <p:spPr>
            <a:xfrm>
              <a:off x="1612925" y="2404675"/>
              <a:ext cx="20900" cy="3025"/>
            </a:xfrm>
            <a:custGeom>
              <a:avLst/>
              <a:gdLst/>
              <a:ahLst/>
              <a:cxnLst/>
              <a:rect l="l" t="t" r="r" b="b"/>
              <a:pathLst>
                <a:path w="836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79" y="121"/>
                  </a:lnTo>
                  <a:cubicBezTo>
                    <a:pt x="807" y="121"/>
                    <a:pt x="835" y="93"/>
                    <a:pt x="835" y="65"/>
                  </a:cubicBezTo>
                  <a:cubicBezTo>
                    <a:pt x="835" y="28"/>
                    <a:pt x="807" y="0"/>
                    <a:pt x="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2247;p43">
              <a:extLst>
                <a:ext uri="{FF2B5EF4-FFF2-40B4-BE49-F238E27FC236}">
                  <a16:creationId xmlns:a16="http://schemas.microsoft.com/office/drawing/2014/main" id="{9353A71A-C9DE-1A4F-D5D5-756E1ABC228F}"/>
                </a:ext>
              </a:extLst>
            </p:cNvPr>
            <p:cNvSpPr/>
            <p:nvPr/>
          </p:nvSpPr>
          <p:spPr>
            <a:xfrm>
              <a:off x="1458000" y="2450825"/>
              <a:ext cx="262100" cy="86075"/>
            </a:xfrm>
            <a:custGeom>
              <a:avLst/>
              <a:gdLst/>
              <a:ahLst/>
              <a:cxnLst/>
              <a:rect l="l" t="t" r="r" b="b"/>
              <a:pathLst>
                <a:path w="10484" h="3443" extrusionOk="0">
                  <a:moveTo>
                    <a:pt x="538" y="0"/>
                  </a:moveTo>
                  <a:cubicBezTo>
                    <a:pt x="242" y="0"/>
                    <a:pt x="0" y="242"/>
                    <a:pt x="0" y="538"/>
                  </a:cubicBezTo>
                  <a:lnTo>
                    <a:pt x="0" y="2904"/>
                  </a:lnTo>
                  <a:cubicBezTo>
                    <a:pt x="0" y="3192"/>
                    <a:pt x="242" y="3442"/>
                    <a:pt x="538" y="3442"/>
                  </a:cubicBezTo>
                  <a:lnTo>
                    <a:pt x="9945" y="3442"/>
                  </a:lnTo>
                  <a:cubicBezTo>
                    <a:pt x="10242" y="3442"/>
                    <a:pt x="10483" y="3201"/>
                    <a:pt x="10483" y="2904"/>
                  </a:cubicBezTo>
                  <a:lnTo>
                    <a:pt x="10483" y="538"/>
                  </a:lnTo>
                  <a:cubicBezTo>
                    <a:pt x="10483" y="242"/>
                    <a:pt x="10242" y="0"/>
                    <a:pt x="99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2248;p43">
              <a:extLst>
                <a:ext uri="{FF2B5EF4-FFF2-40B4-BE49-F238E27FC236}">
                  <a16:creationId xmlns:a16="http://schemas.microsoft.com/office/drawing/2014/main" id="{684BA439-642B-112B-EBDB-D6EFB1F32D69}"/>
                </a:ext>
              </a:extLst>
            </p:cNvPr>
            <p:cNvSpPr/>
            <p:nvPr/>
          </p:nvSpPr>
          <p:spPr>
            <a:xfrm>
              <a:off x="1456600" y="2449425"/>
              <a:ext cx="264875" cy="88850"/>
            </a:xfrm>
            <a:custGeom>
              <a:avLst/>
              <a:gdLst/>
              <a:ahLst/>
              <a:cxnLst/>
              <a:rect l="l" t="t" r="r" b="b"/>
              <a:pathLst>
                <a:path w="10595" h="3554" extrusionOk="0">
                  <a:moveTo>
                    <a:pt x="10001" y="112"/>
                  </a:moveTo>
                  <a:cubicBezTo>
                    <a:pt x="10261" y="112"/>
                    <a:pt x="10474" y="325"/>
                    <a:pt x="10474" y="594"/>
                  </a:cubicBezTo>
                  <a:lnTo>
                    <a:pt x="10474" y="2951"/>
                  </a:lnTo>
                  <a:cubicBezTo>
                    <a:pt x="10474" y="3220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20"/>
                    <a:pt x="112" y="2951"/>
                  </a:cubicBezTo>
                  <a:lnTo>
                    <a:pt x="112" y="594"/>
                  </a:lnTo>
                  <a:cubicBezTo>
                    <a:pt x="112" y="335"/>
                    <a:pt x="325" y="112"/>
                    <a:pt x="594" y="112"/>
                  </a:cubicBezTo>
                  <a:close/>
                  <a:moveTo>
                    <a:pt x="594" y="1"/>
                  </a:moveTo>
                  <a:cubicBezTo>
                    <a:pt x="270" y="1"/>
                    <a:pt x="1" y="270"/>
                    <a:pt x="1" y="594"/>
                  </a:cubicBezTo>
                  <a:lnTo>
                    <a:pt x="1" y="2960"/>
                  </a:lnTo>
                  <a:cubicBezTo>
                    <a:pt x="1" y="3285"/>
                    <a:pt x="270" y="3554"/>
                    <a:pt x="594" y="3554"/>
                  </a:cubicBezTo>
                  <a:lnTo>
                    <a:pt x="10001" y="3554"/>
                  </a:lnTo>
                  <a:cubicBezTo>
                    <a:pt x="10326" y="3554"/>
                    <a:pt x="10595" y="3285"/>
                    <a:pt x="10595" y="2960"/>
                  </a:cubicBezTo>
                  <a:lnTo>
                    <a:pt x="10595" y="594"/>
                  </a:lnTo>
                  <a:cubicBezTo>
                    <a:pt x="10595" y="270"/>
                    <a:pt x="10326" y="1"/>
                    <a:pt x="10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2249;p43">
              <a:extLst>
                <a:ext uri="{FF2B5EF4-FFF2-40B4-BE49-F238E27FC236}">
                  <a16:creationId xmlns:a16="http://schemas.microsoft.com/office/drawing/2014/main" id="{601E64A3-002E-DF26-7AEC-60ED3394E6E5}"/>
                </a:ext>
              </a:extLst>
            </p:cNvPr>
            <p:cNvSpPr/>
            <p:nvPr/>
          </p:nvSpPr>
          <p:spPr>
            <a:xfrm>
              <a:off x="1485375" y="2480500"/>
              <a:ext cx="26450" cy="26475"/>
            </a:xfrm>
            <a:custGeom>
              <a:avLst/>
              <a:gdLst/>
              <a:ahLst/>
              <a:cxnLst/>
              <a:rect l="l" t="t" r="r" b="b"/>
              <a:pathLst>
                <a:path w="1058" h="1059" extrusionOk="0">
                  <a:moveTo>
                    <a:pt x="529" y="1"/>
                  </a:moveTo>
                  <a:cubicBezTo>
                    <a:pt x="241" y="1"/>
                    <a:pt x="0" y="242"/>
                    <a:pt x="0" y="530"/>
                  </a:cubicBezTo>
                  <a:cubicBezTo>
                    <a:pt x="0" y="826"/>
                    <a:pt x="241" y="1058"/>
                    <a:pt x="529" y="1058"/>
                  </a:cubicBezTo>
                  <a:cubicBezTo>
                    <a:pt x="826" y="1058"/>
                    <a:pt x="1058" y="826"/>
                    <a:pt x="1058" y="530"/>
                  </a:cubicBezTo>
                  <a:cubicBezTo>
                    <a:pt x="1058" y="242"/>
                    <a:pt x="826" y="1"/>
                    <a:pt x="5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2250;p43">
              <a:extLst>
                <a:ext uri="{FF2B5EF4-FFF2-40B4-BE49-F238E27FC236}">
                  <a16:creationId xmlns:a16="http://schemas.microsoft.com/office/drawing/2014/main" id="{CA92070F-76D1-04FC-503B-582FC118C6B8}"/>
                </a:ext>
              </a:extLst>
            </p:cNvPr>
            <p:cNvSpPr/>
            <p:nvPr/>
          </p:nvSpPr>
          <p:spPr>
            <a:xfrm>
              <a:off x="1483975" y="2479125"/>
              <a:ext cx="29250" cy="29475"/>
            </a:xfrm>
            <a:custGeom>
              <a:avLst/>
              <a:gdLst/>
              <a:ahLst/>
              <a:cxnLst/>
              <a:rect l="l" t="t" r="r" b="b"/>
              <a:pathLst>
                <a:path w="1170" h="1179" extrusionOk="0">
                  <a:moveTo>
                    <a:pt x="585" y="121"/>
                  </a:moveTo>
                  <a:cubicBezTo>
                    <a:pt x="845" y="121"/>
                    <a:pt x="1058" y="325"/>
                    <a:pt x="1058" y="585"/>
                  </a:cubicBezTo>
                  <a:cubicBezTo>
                    <a:pt x="1058" y="844"/>
                    <a:pt x="845" y="1058"/>
                    <a:pt x="585" y="1058"/>
                  </a:cubicBezTo>
                  <a:cubicBezTo>
                    <a:pt x="325" y="1058"/>
                    <a:pt x="121" y="844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0"/>
                  </a:moveTo>
                  <a:cubicBezTo>
                    <a:pt x="269" y="0"/>
                    <a:pt x="0" y="269"/>
                    <a:pt x="0" y="585"/>
                  </a:cubicBezTo>
                  <a:cubicBezTo>
                    <a:pt x="0" y="909"/>
                    <a:pt x="260" y="1178"/>
                    <a:pt x="585" y="1178"/>
                  </a:cubicBezTo>
                  <a:cubicBezTo>
                    <a:pt x="910" y="1178"/>
                    <a:pt x="1169" y="909"/>
                    <a:pt x="1169" y="585"/>
                  </a:cubicBezTo>
                  <a:cubicBezTo>
                    <a:pt x="1169" y="269"/>
                    <a:pt x="910" y="0"/>
                    <a:pt x="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2251;p43">
              <a:extLst>
                <a:ext uri="{FF2B5EF4-FFF2-40B4-BE49-F238E27FC236}">
                  <a16:creationId xmlns:a16="http://schemas.microsoft.com/office/drawing/2014/main" id="{F00A9CF1-7165-E542-6037-EFBE12F26227}"/>
                </a:ext>
              </a:extLst>
            </p:cNvPr>
            <p:cNvSpPr/>
            <p:nvPr/>
          </p:nvSpPr>
          <p:spPr>
            <a:xfrm>
              <a:off x="1539400" y="2476800"/>
              <a:ext cx="155175" cy="34125"/>
            </a:xfrm>
            <a:custGeom>
              <a:avLst/>
              <a:gdLst/>
              <a:ahLst/>
              <a:cxnLst/>
              <a:rect l="l" t="t" r="r" b="b"/>
              <a:pathLst>
                <a:path w="6207" h="1365" extrusionOk="0">
                  <a:moveTo>
                    <a:pt x="65" y="0"/>
                  </a:moveTo>
                  <a:cubicBezTo>
                    <a:pt x="28" y="0"/>
                    <a:pt x="1" y="28"/>
                    <a:pt x="1" y="65"/>
                  </a:cubicBezTo>
                  <a:lnTo>
                    <a:pt x="1" y="1290"/>
                  </a:lnTo>
                  <a:cubicBezTo>
                    <a:pt x="1" y="1336"/>
                    <a:pt x="28" y="1364"/>
                    <a:pt x="65" y="1364"/>
                  </a:cubicBezTo>
                  <a:lnTo>
                    <a:pt x="6142" y="1364"/>
                  </a:lnTo>
                  <a:cubicBezTo>
                    <a:pt x="6179" y="1364"/>
                    <a:pt x="6207" y="1336"/>
                    <a:pt x="6207" y="1290"/>
                  </a:cubicBezTo>
                  <a:lnTo>
                    <a:pt x="6207" y="65"/>
                  </a:lnTo>
                  <a:cubicBezTo>
                    <a:pt x="6207" y="28"/>
                    <a:pt x="6179" y="0"/>
                    <a:pt x="6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2252;p43">
              <a:extLst>
                <a:ext uri="{FF2B5EF4-FFF2-40B4-BE49-F238E27FC236}">
                  <a16:creationId xmlns:a16="http://schemas.microsoft.com/office/drawing/2014/main" id="{40EC5E6B-E0A6-9E30-BC62-8B78EE60BF10}"/>
                </a:ext>
              </a:extLst>
            </p:cNvPr>
            <p:cNvSpPr/>
            <p:nvPr/>
          </p:nvSpPr>
          <p:spPr>
            <a:xfrm>
              <a:off x="1537775" y="2475175"/>
              <a:ext cx="158425" cy="37125"/>
            </a:xfrm>
            <a:custGeom>
              <a:avLst/>
              <a:gdLst/>
              <a:ahLst/>
              <a:cxnLst/>
              <a:rect l="l" t="t" r="r" b="b"/>
              <a:pathLst>
                <a:path w="6337" h="1485" extrusionOk="0">
                  <a:moveTo>
                    <a:pt x="6207" y="121"/>
                  </a:moveTo>
                  <a:cubicBezTo>
                    <a:pt x="6207" y="121"/>
                    <a:pt x="6216" y="130"/>
                    <a:pt x="6216" y="130"/>
                  </a:cubicBezTo>
                  <a:lnTo>
                    <a:pt x="6216" y="1355"/>
                  </a:lnTo>
                  <a:cubicBezTo>
                    <a:pt x="6216" y="1364"/>
                    <a:pt x="6207" y="1373"/>
                    <a:pt x="6207" y="1373"/>
                  </a:cubicBezTo>
                  <a:lnTo>
                    <a:pt x="130" y="1373"/>
                  </a:lnTo>
                  <a:cubicBezTo>
                    <a:pt x="121" y="1373"/>
                    <a:pt x="121" y="1364"/>
                    <a:pt x="121" y="1355"/>
                  </a:cubicBezTo>
                  <a:lnTo>
                    <a:pt x="121" y="130"/>
                  </a:lnTo>
                  <a:cubicBezTo>
                    <a:pt x="121" y="130"/>
                    <a:pt x="121" y="121"/>
                    <a:pt x="130" y="121"/>
                  </a:cubicBezTo>
                  <a:close/>
                  <a:moveTo>
                    <a:pt x="130" y="0"/>
                  </a:moveTo>
                  <a:cubicBezTo>
                    <a:pt x="66" y="0"/>
                    <a:pt x="1" y="65"/>
                    <a:pt x="1" y="130"/>
                  </a:cubicBezTo>
                  <a:lnTo>
                    <a:pt x="1" y="1355"/>
                  </a:lnTo>
                  <a:cubicBezTo>
                    <a:pt x="1" y="1429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29"/>
                    <a:pt x="6337" y="1355"/>
                  </a:cubicBezTo>
                  <a:lnTo>
                    <a:pt x="6337" y="130"/>
                  </a:lnTo>
                  <a:cubicBezTo>
                    <a:pt x="6337" y="65"/>
                    <a:pt x="6272" y="0"/>
                    <a:pt x="6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2253;p43">
              <a:extLst>
                <a:ext uri="{FF2B5EF4-FFF2-40B4-BE49-F238E27FC236}">
                  <a16:creationId xmlns:a16="http://schemas.microsoft.com/office/drawing/2014/main" id="{76D8B95F-5EF2-4F45-9878-3525B3AAD61D}"/>
                </a:ext>
              </a:extLst>
            </p:cNvPr>
            <p:cNvSpPr/>
            <p:nvPr/>
          </p:nvSpPr>
          <p:spPr>
            <a:xfrm>
              <a:off x="1552850" y="2486550"/>
              <a:ext cx="54300" cy="3025"/>
            </a:xfrm>
            <a:custGeom>
              <a:avLst/>
              <a:gdLst/>
              <a:ahLst/>
              <a:cxnLst/>
              <a:rect l="l" t="t" r="r" b="b"/>
              <a:pathLst>
                <a:path w="2172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106" y="121"/>
                  </a:lnTo>
                  <a:cubicBezTo>
                    <a:pt x="2143" y="121"/>
                    <a:pt x="2171" y="93"/>
                    <a:pt x="2171" y="56"/>
                  </a:cubicBezTo>
                  <a:cubicBezTo>
                    <a:pt x="2171" y="28"/>
                    <a:pt x="2143" y="0"/>
                    <a:pt x="2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2254;p43">
              <a:extLst>
                <a:ext uri="{FF2B5EF4-FFF2-40B4-BE49-F238E27FC236}">
                  <a16:creationId xmlns:a16="http://schemas.microsoft.com/office/drawing/2014/main" id="{96102C06-C090-AF42-0FCC-84602C191DC5}"/>
                </a:ext>
              </a:extLst>
            </p:cNvPr>
            <p:cNvSpPr/>
            <p:nvPr/>
          </p:nvSpPr>
          <p:spPr>
            <a:xfrm>
              <a:off x="1614300" y="2486550"/>
              <a:ext cx="33675" cy="3025"/>
            </a:xfrm>
            <a:custGeom>
              <a:avLst/>
              <a:gdLst/>
              <a:ahLst/>
              <a:cxnLst/>
              <a:rect l="l" t="t" r="r" b="b"/>
              <a:pathLst>
                <a:path w="1347" h="121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56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2255;p43">
              <a:extLst>
                <a:ext uri="{FF2B5EF4-FFF2-40B4-BE49-F238E27FC236}">
                  <a16:creationId xmlns:a16="http://schemas.microsoft.com/office/drawing/2014/main" id="{513407EB-A52E-FAB0-2475-CE7E7DF307E4}"/>
                </a:ext>
              </a:extLst>
            </p:cNvPr>
            <p:cNvSpPr/>
            <p:nvPr/>
          </p:nvSpPr>
          <p:spPr>
            <a:xfrm>
              <a:off x="1557025" y="2497675"/>
              <a:ext cx="33650" cy="3025"/>
            </a:xfrm>
            <a:custGeom>
              <a:avLst/>
              <a:gdLst/>
              <a:ahLst/>
              <a:cxnLst/>
              <a:rect l="l" t="t" r="r" b="b"/>
              <a:pathLst>
                <a:path w="134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56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2256;p43">
              <a:extLst>
                <a:ext uri="{FF2B5EF4-FFF2-40B4-BE49-F238E27FC236}">
                  <a16:creationId xmlns:a16="http://schemas.microsoft.com/office/drawing/2014/main" id="{731BDF7B-C11C-BB5A-3393-E883C423BDED}"/>
                </a:ext>
              </a:extLst>
            </p:cNvPr>
            <p:cNvSpPr/>
            <p:nvPr/>
          </p:nvSpPr>
          <p:spPr>
            <a:xfrm>
              <a:off x="1657450" y="2486550"/>
              <a:ext cx="20900" cy="3025"/>
            </a:xfrm>
            <a:custGeom>
              <a:avLst/>
              <a:gdLst/>
              <a:ahLst/>
              <a:cxnLst/>
              <a:rect l="l" t="t" r="r" b="b"/>
              <a:pathLst>
                <a:path w="836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80" y="121"/>
                  </a:lnTo>
                  <a:cubicBezTo>
                    <a:pt x="807" y="121"/>
                    <a:pt x="835" y="93"/>
                    <a:pt x="835" y="56"/>
                  </a:cubicBezTo>
                  <a:cubicBezTo>
                    <a:pt x="835" y="28"/>
                    <a:pt x="817" y="0"/>
                    <a:pt x="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2257;p43">
              <a:extLst>
                <a:ext uri="{FF2B5EF4-FFF2-40B4-BE49-F238E27FC236}">
                  <a16:creationId xmlns:a16="http://schemas.microsoft.com/office/drawing/2014/main" id="{59129D8B-35E5-382A-15A7-3224AD2AF2B8}"/>
                </a:ext>
              </a:extLst>
            </p:cNvPr>
            <p:cNvSpPr/>
            <p:nvPr/>
          </p:nvSpPr>
          <p:spPr>
            <a:xfrm>
              <a:off x="1612925" y="2498600"/>
              <a:ext cx="20900" cy="3025"/>
            </a:xfrm>
            <a:custGeom>
              <a:avLst/>
              <a:gdLst/>
              <a:ahLst/>
              <a:cxnLst/>
              <a:rect l="l" t="t" r="r" b="b"/>
              <a:pathLst>
                <a:path w="836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79" y="121"/>
                  </a:lnTo>
                  <a:cubicBezTo>
                    <a:pt x="807" y="121"/>
                    <a:pt x="835" y="93"/>
                    <a:pt x="835" y="56"/>
                  </a:cubicBezTo>
                  <a:cubicBezTo>
                    <a:pt x="835" y="28"/>
                    <a:pt x="807" y="0"/>
                    <a:pt x="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2258;p43">
              <a:extLst>
                <a:ext uri="{FF2B5EF4-FFF2-40B4-BE49-F238E27FC236}">
                  <a16:creationId xmlns:a16="http://schemas.microsoft.com/office/drawing/2014/main" id="{A0AD10C8-F3A8-3650-C32E-385BE8845896}"/>
                </a:ext>
              </a:extLst>
            </p:cNvPr>
            <p:cNvSpPr/>
            <p:nvPr/>
          </p:nvSpPr>
          <p:spPr>
            <a:xfrm>
              <a:off x="1471450" y="2442950"/>
              <a:ext cx="235200" cy="7900"/>
            </a:xfrm>
            <a:custGeom>
              <a:avLst/>
              <a:gdLst/>
              <a:ahLst/>
              <a:cxnLst/>
              <a:rect l="l" t="t" r="r" b="b"/>
              <a:pathLst>
                <a:path w="9408" h="316" extrusionOk="0">
                  <a:moveTo>
                    <a:pt x="0" y="0"/>
                  </a:moveTo>
                  <a:lnTo>
                    <a:pt x="0" y="315"/>
                  </a:lnTo>
                  <a:lnTo>
                    <a:pt x="9407" y="315"/>
                  </a:lnTo>
                  <a:lnTo>
                    <a:pt x="94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2259;p43">
              <a:extLst>
                <a:ext uri="{FF2B5EF4-FFF2-40B4-BE49-F238E27FC236}">
                  <a16:creationId xmlns:a16="http://schemas.microsoft.com/office/drawing/2014/main" id="{E46A95E6-732E-1B81-63D5-B030AF36B03A}"/>
                </a:ext>
              </a:extLst>
            </p:cNvPr>
            <p:cNvSpPr/>
            <p:nvPr/>
          </p:nvSpPr>
          <p:spPr>
            <a:xfrm>
              <a:off x="1470050" y="2441550"/>
              <a:ext cx="237975" cy="10700"/>
            </a:xfrm>
            <a:custGeom>
              <a:avLst/>
              <a:gdLst/>
              <a:ahLst/>
              <a:cxnLst/>
              <a:rect l="l" t="t" r="r" b="b"/>
              <a:pathLst>
                <a:path w="9519" h="428" extrusionOk="0">
                  <a:moveTo>
                    <a:pt x="9398" y="112"/>
                  </a:moveTo>
                  <a:lnTo>
                    <a:pt x="9398" y="316"/>
                  </a:lnTo>
                  <a:lnTo>
                    <a:pt x="112" y="316"/>
                  </a:lnTo>
                  <a:lnTo>
                    <a:pt x="112" y="112"/>
                  </a:lnTo>
                  <a:close/>
                  <a:moveTo>
                    <a:pt x="5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371"/>
                  </a:lnTo>
                  <a:cubicBezTo>
                    <a:pt x="1" y="409"/>
                    <a:pt x="29" y="427"/>
                    <a:pt x="56" y="427"/>
                  </a:cubicBezTo>
                  <a:lnTo>
                    <a:pt x="9463" y="427"/>
                  </a:lnTo>
                  <a:cubicBezTo>
                    <a:pt x="9491" y="427"/>
                    <a:pt x="9519" y="399"/>
                    <a:pt x="9519" y="371"/>
                  </a:cubicBezTo>
                  <a:lnTo>
                    <a:pt x="9519" y="56"/>
                  </a:lnTo>
                  <a:cubicBezTo>
                    <a:pt x="9519" y="19"/>
                    <a:pt x="9491" y="0"/>
                    <a:pt x="9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2260;p43">
              <a:extLst>
                <a:ext uri="{FF2B5EF4-FFF2-40B4-BE49-F238E27FC236}">
                  <a16:creationId xmlns:a16="http://schemas.microsoft.com/office/drawing/2014/main" id="{1AD0E84F-0B55-0E0E-6519-02583D47E5CA}"/>
                </a:ext>
              </a:extLst>
            </p:cNvPr>
            <p:cNvSpPr/>
            <p:nvPr/>
          </p:nvSpPr>
          <p:spPr>
            <a:xfrm>
              <a:off x="1458000" y="2546825"/>
              <a:ext cx="262100" cy="85850"/>
            </a:xfrm>
            <a:custGeom>
              <a:avLst/>
              <a:gdLst/>
              <a:ahLst/>
              <a:cxnLst/>
              <a:rect l="l" t="t" r="r" b="b"/>
              <a:pathLst>
                <a:path w="10484" h="3434" extrusionOk="0">
                  <a:moveTo>
                    <a:pt x="538" y="1"/>
                  </a:moveTo>
                  <a:cubicBezTo>
                    <a:pt x="242" y="1"/>
                    <a:pt x="0" y="242"/>
                    <a:pt x="0" y="539"/>
                  </a:cubicBezTo>
                  <a:lnTo>
                    <a:pt x="0" y="2895"/>
                  </a:lnTo>
                  <a:cubicBezTo>
                    <a:pt x="0" y="3192"/>
                    <a:pt x="242" y="3433"/>
                    <a:pt x="538" y="3433"/>
                  </a:cubicBezTo>
                  <a:lnTo>
                    <a:pt x="9945" y="3433"/>
                  </a:lnTo>
                  <a:cubicBezTo>
                    <a:pt x="10242" y="3433"/>
                    <a:pt x="10483" y="3192"/>
                    <a:pt x="10483" y="2895"/>
                  </a:cubicBezTo>
                  <a:lnTo>
                    <a:pt x="10483" y="539"/>
                  </a:lnTo>
                  <a:cubicBezTo>
                    <a:pt x="10483" y="242"/>
                    <a:pt x="10242" y="1"/>
                    <a:pt x="9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2261;p43">
              <a:extLst>
                <a:ext uri="{FF2B5EF4-FFF2-40B4-BE49-F238E27FC236}">
                  <a16:creationId xmlns:a16="http://schemas.microsoft.com/office/drawing/2014/main" id="{3A0A9F9A-C875-854F-53DC-6021B3C04174}"/>
                </a:ext>
              </a:extLst>
            </p:cNvPr>
            <p:cNvSpPr/>
            <p:nvPr/>
          </p:nvSpPr>
          <p:spPr>
            <a:xfrm>
              <a:off x="1456600" y="2545450"/>
              <a:ext cx="264875" cy="88850"/>
            </a:xfrm>
            <a:custGeom>
              <a:avLst/>
              <a:gdLst/>
              <a:ahLst/>
              <a:cxnLst/>
              <a:rect l="l" t="t" r="r" b="b"/>
              <a:pathLst>
                <a:path w="10595" h="3554" extrusionOk="0">
                  <a:moveTo>
                    <a:pt x="10001" y="112"/>
                  </a:moveTo>
                  <a:cubicBezTo>
                    <a:pt x="10261" y="112"/>
                    <a:pt x="10474" y="325"/>
                    <a:pt x="10474" y="594"/>
                  </a:cubicBezTo>
                  <a:lnTo>
                    <a:pt x="10474" y="2950"/>
                  </a:lnTo>
                  <a:cubicBezTo>
                    <a:pt x="10474" y="3219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19"/>
                    <a:pt x="112" y="2950"/>
                  </a:cubicBezTo>
                  <a:lnTo>
                    <a:pt x="112" y="594"/>
                  </a:lnTo>
                  <a:cubicBezTo>
                    <a:pt x="112" y="325"/>
                    <a:pt x="325" y="112"/>
                    <a:pt x="594" y="112"/>
                  </a:cubicBezTo>
                  <a:close/>
                  <a:moveTo>
                    <a:pt x="594" y="0"/>
                  </a:moveTo>
                  <a:cubicBezTo>
                    <a:pt x="270" y="0"/>
                    <a:pt x="1" y="260"/>
                    <a:pt x="1" y="594"/>
                  </a:cubicBezTo>
                  <a:lnTo>
                    <a:pt x="1" y="2950"/>
                  </a:lnTo>
                  <a:cubicBezTo>
                    <a:pt x="1" y="3284"/>
                    <a:pt x="270" y="3553"/>
                    <a:pt x="594" y="3553"/>
                  </a:cubicBezTo>
                  <a:lnTo>
                    <a:pt x="10001" y="3553"/>
                  </a:lnTo>
                  <a:cubicBezTo>
                    <a:pt x="10326" y="3553"/>
                    <a:pt x="10595" y="3284"/>
                    <a:pt x="10595" y="2950"/>
                  </a:cubicBezTo>
                  <a:lnTo>
                    <a:pt x="10595" y="594"/>
                  </a:lnTo>
                  <a:cubicBezTo>
                    <a:pt x="10595" y="269"/>
                    <a:pt x="10326" y="0"/>
                    <a:pt x="10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2262;p43">
              <a:extLst>
                <a:ext uri="{FF2B5EF4-FFF2-40B4-BE49-F238E27FC236}">
                  <a16:creationId xmlns:a16="http://schemas.microsoft.com/office/drawing/2014/main" id="{08AABB6B-4876-6E89-9C29-143F1152A72F}"/>
                </a:ext>
              </a:extLst>
            </p:cNvPr>
            <p:cNvSpPr/>
            <p:nvPr/>
          </p:nvSpPr>
          <p:spPr>
            <a:xfrm>
              <a:off x="1485375" y="2576525"/>
              <a:ext cx="26450" cy="26450"/>
            </a:xfrm>
            <a:custGeom>
              <a:avLst/>
              <a:gdLst/>
              <a:ahLst/>
              <a:cxnLst/>
              <a:rect l="l" t="t" r="r" b="b"/>
              <a:pathLst>
                <a:path w="1058" h="1058" extrusionOk="0">
                  <a:moveTo>
                    <a:pt x="529" y="0"/>
                  </a:moveTo>
                  <a:cubicBezTo>
                    <a:pt x="241" y="0"/>
                    <a:pt x="0" y="242"/>
                    <a:pt x="0" y="529"/>
                  </a:cubicBezTo>
                  <a:cubicBezTo>
                    <a:pt x="0" y="817"/>
                    <a:pt x="241" y="1058"/>
                    <a:pt x="529" y="1058"/>
                  </a:cubicBezTo>
                  <a:cubicBezTo>
                    <a:pt x="826" y="1058"/>
                    <a:pt x="1058" y="826"/>
                    <a:pt x="1058" y="529"/>
                  </a:cubicBezTo>
                  <a:cubicBezTo>
                    <a:pt x="1058" y="242"/>
                    <a:pt x="826" y="0"/>
                    <a:pt x="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2263;p43">
              <a:extLst>
                <a:ext uri="{FF2B5EF4-FFF2-40B4-BE49-F238E27FC236}">
                  <a16:creationId xmlns:a16="http://schemas.microsoft.com/office/drawing/2014/main" id="{D4CA33B4-35E5-EA91-256D-667F26E03DBE}"/>
                </a:ext>
              </a:extLst>
            </p:cNvPr>
            <p:cNvSpPr/>
            <p:nvPr/>
          </p:nvSpPr>
          <p:spPr>
            <a:xfrm>
              <a:off x="1483975" y="2575125"/>
              <a:ext cx="29250" cy="29250"/>
            </a:xfrm>
            <a:custGeom>
              <a:avLst/>
              <a:gdLst/>
              <a:ahLst/>
              <a:cxnLst/>
              <a:rect l="l" t="t" r="r" b="b"/>
              <a:pathLst>
                <a:path w="1170" h="1170" extrusionOk="0">
                  <a:moveTo>
                    <a:pt x="585" y="112"/>
                  </a:moveTo>
                  <a:cubicBezTo>
                    <a:pt x="845" y="112"/>
                    <a:pt x="1058" y="325"/>
                    <a:pt x="1058" y="585"/>
                  </a:cubicBezTo>
                  <a:cubicBezTo>
                    <a:pt x="1058" y="845"/>
                    <a:pt x="845" y="1058"/>
                    <a:pt x="585" y="1058"/>
                  </a:cubicBezTo>
                  <a:cubicBezTo>
                    <a:pt x="325" y="1058"/>
                    <a:pt x="121" y="845"/>
                    <a:pt x="121" y="585"/>
                  </a:cubicBezTo>
                  <a:cubicBezTo>
                    <a:pt x="121" y="325"/>
                    <a:pt x="325" y="112"/>
                    <a:pt x="585" y="112"/>
                  </a:cubicBezTo>
                  <a:close/>
                  <a:moveTo>
                    <a:pt x="585" y="1"/>
                  </a:moveTo>
                  <a:cubicBezTo>
                    <a:pt x="269" y="1"/>
                    <a:pt x="0" y="260"/>
                    <a:pt x="0" y="585"/>
                  </a:cubicBezTo>
                  <a:cubicBezTo>
                    <a:pt x="0" y="910"/>
                    <a:pt x="260" y="1170"/>
                    <a:pt x="585" y="1170"/>
                  </a:cubicBezTo>
                  <a:cubicBezTo>
                    <a:pt x="910" y="1170"/>
                    <a:pt x="1169" y="910"/>
                    <a:pt x="1169" y="585"/>
                  </a:cubicBezTo>
                  <a:cubicBezTo>
                    <a:pt x="1169" y="260"/>
                    <a:pt x="91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2264;p43">
              <a:extLst>
                <a:ext uri="{FF2B5EF4-FFF2-40B4-BE49-F238E27FC236}">
                  <a16:creationId xmlns:a16="http://schemas.microsoft.com/office/drawing/2014/main" id="{05253098-0576-D26D-D528-1854087E41DA}"/>
                </a:ext>
              </a:extLst>
            </p:cNvPr>
            <p:cNvSpPr/>
            <p:nvPr/>
          </p:nvSpPr>
          <p:spPr>
            <a:xfrm>
              <a:off x="1539400" y="2572575"/>
              <a:ext cx="155175" cy="34350"/>
            </a:xfrm>
            <a:custGeom>
              <a:avLst/>
              <a:gdLst/>
              <a:ahLst/>
              <a:cxnLst/>
              <a:rect l="l" t="t" r="r" b="b"/>
              <a:pathLst>
                <a:path w="6207" h="1374" extrusionOk="0">
                  <a:moveTo>
                    <a:pt x="65" y="1"/>
                  </a:moveTo>
                  <a:cubicBezTo>
                    <a:pt x="28" y="1"/>
                    <a:pt x="1" y="38"/>
                    <a:pt x="1" y="75"/>
                  </a:cubicBezTo>
                  <a:lnTo>
                    <a:pt x="1" y="1299"/>
                  </a:lnTo>
                  <a:cubicBezTo>
                    <a:pt x="1" y="1336"/>
                    <a:pt x="28" y="1374"/>
                    <a:pt x="65" y="1374"/>
                  </a:cubicBezTo>
                  <a:lnTo>
                    <a:pt x="6142" y="1374"/>
                  </a:lnTo>
                  <a:cubicBezTo>
                    <a:pt x="6179" y="1374"/>
                    <a:pt x="6207" y="1336"/>
                    <a:pt x="6207" y="1299"/>
                  </a:cubicBezTo>
                  <a:lnTo>
                    <a:pt x="6207" y="75"/>
                  </a:lnTo>
                  <a:cubicBezTo>
                    <a:pt x="6207" y="38"/>
                    <a:pt x="6179" y="1"/>
                    <a:pt x="61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2265;p43">
              <a:extLst>
                <a:ext uri="{FF2B5EF4-FFF2-40B4-BE49-F238E27FC236}">
                  <a16:creationId xmlns:a16="http://schemas.microsoft.com/office/drawing/2014/main" id="{D3347493-0153-B59A-3569-2C1FF496338F}"/>
                </a:ext>
              </a:extLst>
            </p:cNvPr>
            <p:cNvSpPr/>
            <p:nvPr/>
          </p:nvSpPr>
          <p:spPr>
            <a:xfrm>
              <a:off x="1537775" y="2571175"/>
              <a:ext cx="158425" cy="37150"/>
            </a:xfrm>
            <a:custGeom>
              <a:avLst/>
              <a:gdLst/>
              <a:ahLst/>
              <a:cxnLst/>
              <a:rect l="l" t="t" r="r" b="b"/>
              <a:pathLst>
                <a:path w="6337" h="1486" extrusionOk="0">
                  <a:moveTo>
                    <a:pt x="6207" y="122"/>
                  </a:moveTo>
                  <a:cubicBezTo>
                    <a:pt x="6207" y="122"/>
                    <a:pt x="6216" y="122"/>
                    <a:pt x="6216" y="131"/>
                  </a:cubicBezTo>
                  <a:lnTo>
                    <a:pt x="6216" y="1355"/>
                  </a:lnTo>
                  <a:cubicBezTo>
                    <a:pt x="6216" y="1365"/>
                    <a:pt x="6207" y="1374"/>
                    <a:pt x="6207" y="1374"/>
                  </a:cubicBezTo>
                  <a:lnTo>
                    <a:pt x="130" y="1374"/>
                  </a:lnTo>
                  <a:cubicBezTo>
                    <a:pt x="121" y="1374"/>
                    <a:pt x="121" y="1365"/>
                    <a:pt x="121" y="1355"/>
                  </a:cubicBezTo>
                  <a:lnTo>
                    <a:pt x="121" y="131"/>
                  </a:lnTo>
                  <a:cubicBezTo>
                    <a:pt x="121" y="122"/>
                    <a:pt x="121" y="122"/>
                    <a:pt x="130" y="122"/>
                  </a:cubicBezTo>
                  <a:close/>
                  <a:moveTo>
                    <a:pt x="130" y="1"/>
                  </a:moveTo>
                  <a:cubicBezTo>
                    <a:pt x="66" y="1"/>
                    <a:pt x="1" y="57"/>
                    <a:pt x="1" y="131"/>
                  </a:cubicBezTo>
                  <a:lnTo>
                    <a:pt x="1" y="1355"/>
                  </a:lnTo>
                  <a:cubicBezTo>
                    <a:pt x="1" y="1430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30"/>
                    <a:pt x="6337" y="1355"/>
                  </a:cubicBezTo>
                  <a:lnTo>
                    <a:pt x="6337" y="131"/>
                  </a:lnTo>
                  <a:cubicBezTo>
                    <a:pt x="6337" y="57"/>
                    <a:pt x="6272" y="1"/>
                    <a:pt x="6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2266;p43">
              <a:extLst>
                <a:ext uri="{FF2B5EF4-FFF2-40B4-BE49-F238E27FC236}">
                  <a16:creationId xmlns:a16="http://schemas.microsoft.com/office/drawing/2014/main" id="{A71808D7-CAE3-E8B1-1D44-2416C31AD96B}"/>
                </a:ext>
              </a:extLst>
            </p:cNvPr>
            <p:cNvSpPr/>
            <p:nvPr/>
          </p:nvSpPr>
          <p:spPr>
            <a:xfrm>
              <a:off x="1552850" y="2582550"/>
              <a:ext cx="54300" cy="2800"/>
            </a:xfrm>
            <a:custGeom>
              <a:avLst/>
              <a:gdLst/>
              <a:ahLst/>
              <a:cxnLst/>
              <a:rect l="l" t="t" r="r" b="b"/>
              <a:pathLst>
                <a:path w="2172" h="11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2106" y="112"/>
                  </a:lnTo>
                  <a:cubicBezTo>
                    <a:pt x="2143" y="112"/>
                    <a:pt x="2171" y="93"/>
                    <a:pt x="2171" y="56"/>
                  </a:cubicBezTo>
                  <a:cubicBezTo>
                    <a:pt x="2171" y="28"/>
                    <a:pt x="2143" y="1"/>
                    <a:pt x="2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2267;p43">
              <a:extLst>
                <a:ext uri="{FF2B5EF4-FFF2-40B4-BE49-F238E27FC236}">
                  <a16:creationId xmlns:a16="http://schemas.microsoft.com/office/drawing/2014/main" id="{22AAD820-BBD6-78E8-E608-3A48D1179300}"/>
                </a:ext>
              </a:extLst>
            </p:cNvPr>
            <p:cNvSpPr/>
            <p:nvPr/>
          </p:nvSpPr>
          <p:spPr>
            <a:xfrm>
              <a:off x="1614300" y="2582550"/>
              <a:ext cx="33675" cy="2800"/>
            </a:xfrm>
            <a:custGeom>
              <a:avLst/>
              <a:gdLst/>
              <a:ahLst/>
              <a:cxnLst/>
              <a:rect l="l" t="t" r="r" b="b"/>
              <a:pathLst>
                <a:path w="1347" h="112" extrusionOk="0">
                  <a:moveTo>
                    <a:pt x="57" y="1"/>
                  </a:moveTo>
                  <a:cubicBezTo>
                    <a:pt x="29" y="1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1290" y="112"/>
                  </a:lnTo>
                  <a:cubicBezTo>
                    <a:pt x="1318" y="112"/>
                    <a:pt x="1346" y="93"/>
                    <a:pt x="1346" y="56"/>
                  </a:cubicBezTo>
                  <a:cubicBezTo>
                    <a:pt x="1346" y="28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2268;p43">
              <a:extLst>
                <a:ext uri="{FF2B5EF4-FFF2-40B4-BE49-F238E27FC236}">
                  <a16:creationId xmlns:a16="http://schemas.microsoft.com/office/drawing/2014/main" id="{A130114C-C064-DA34-FF7C-3569A0187720}"/>
                </a:ext>
              </a:extLst>
            </p:cNvPr>
            <p:cNvSpPr/>
            <p:nvPr/>
          </p:nvSpPr>
          <p:spPr>
            <a:xfrm>
              <a:off x="1557025" y="2593675"/>
              <a:ext cx="33650" cy="2825"/>
            </a:xfrm>
            <a:custGeom>
              <a:avLst/>
              <a:gdLst/>
              <a:ahLst/>
              <a:cxnLst/>
              <a:rect l="l" t="t" r="r" b="b"/>
              <a:pathLst>
                <a:path w="1346" h="113" extrusionOk="0">
                  <a:moveTo>
                    <a:pt x="56" y="1"/>
                  </a:moveTo>
                  <a:cubicBezTo>
                    <a:pt x="28" y="1"/>
                    <a:pt x="1" y="29"/>
                    <a:pt x="1" y="56"/>
                  </a:cubicBezTo>
                  <a:cubicBezTo>
                    <a:pt x="1" y="94"/>
                    <a:pt x="28" y="112"/>
                    <a:pt x="56" y="112"/>
                  </a:cubicBezTo>
                  <a:lnTo>
                    <a:pt x="1290" y="112"/>
                  </a:lnTo>
                  <a:cubicBezTo>
                    <a:pt x="1318" y="112"/>
                    <a:pt x="1346" y="94"/>
                    <a:pt x="1346" y="56"/>
                  </a:cubicBezTo>
                  <a:cubicBezTo>
                    <a:pt x="1346" y="29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2269;p43">
              <a:extLst>
                <a:ext uri="{FF2B5EF4-FFF2-40B4-BE49-F238E27FC236}">
                  <a16:creationId xmlns:a16="http://schemas.microsoft.com/office/drawing/2014/main" id="{0D0F7A2A-11E0-A5FF-09C0-A3A82C7E8280}"/>
                </a:ext>
              </a:extLst>
            </p:cNvPr>
            <p:cNvSpPr/>
            <p:nvPr/>
          </p:nvSpPr>
          <p:spPr>
            <a:xfrm>
              <a:off x="1657450" y="2582550"/>
              <a:ext cx="20900" cy="2800"/>
            </a:xfrm>
            <a:custGeom>
              <a:avLst/>
              <a:gdLst/>
              <a:ahLst/>
              <a:cxnLst/>
              <a:rect l="l" t="t" r="r" b="b"/>
              <a:pathLst>
                <a:path w="836" h="11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780" y="112"/>
                  </a:lnTo>
                  <a:cubicBezTo>
                    <a:pt x="807" y="112"/>
                    <a:pt x="835" y="93"/>
                    <a:pt x="835" y="56"/>
                  </a:cubicBezTo>
                  <a:cubicBezTo>
                    <a:pt x="835" y="28"/>
                    <a:pt x="81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2270;p43">
              <a:extLst>
                <a:ext uri="{FF2B5EF4-FFF2-40B4-BE49-F238E27FC236}">
                  <a16:creationId xmlns:a16="http://schemas.microsoft.com/office/drawing/2014/main" id="{6E80536B-D8FF-6774-C3CB-D09B593B6CD5}"/>
                </a:ext>
              </a:extLst>
            </p:cNvPr>
            <p:cNvSpPr/>
            <p:nvPr/>
          </p:nvSpPr>
          <p:spPr>
            <a:xfrm>
              <a:off x="1612925" y="2594600"/>
              <a:ext cx="20900" cy="2825"/>
            </a:xfrm>
            <a:custGeom>
              <a:avLst/>
              <a:gdLst/>
              <a:ahLst/>
              <a:cxnLst/>
              <a:rect l="l" t="t" r="r" b="b"/>
              <a:pathLst>
                <a:path w="836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779" y="112"/>
                  </a:lnTo>
                  <a:cubicBezTo>
                    <a:pt x="807" y="112"/>
                    <a:pt x="835" y="94"/>
                    <a:pt x="835" y="57"/>
                  </a:cubicBezTo>
                  <a:cubicBezTo>
                    <a:pt x="835" y="29"/>
                    <a:pt x="807" y="1"/>
                    <a:pt x="7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2271;p43">
              <a:extLst>
                <a:ext uri="{FF2B5EF4-FFF2-40B4-BE49-F238E27FC236}">
                  <a16:creationId xmlns:a16="http://schemas.microsoft.com/office/drawing/2014/main" id="{47387A55-DF77-8917-A54D-31B631645699}"/>
                </a:ext>
              </a:extLst>
            </p:cNvPr>
            <p:cNvSpPr/>
            <p:nvPr/>
          </p:nvSpPr>
          <p:spPr>
            <a:xfrm>
              <a:off x="1471450" y="2538725"/>
              <a:ext cx="235200" cy="8125"/>
            </a:xfrm>
            <a:custGeom>
              <a:avLst/>
              <a:gdLst/>
              <a:ahLst/>
              <a:cxnLst/>
              <a:rect l="l" t="t" r="r" b="b"/>
              <a:pathLst>
                <a:path w="9408" h="325" extrusionOk="0">
                  <a:moveTo>
                    <a:pt x="0" y="0"/>
                  </a:moveTo>
                  <a:lnTo>
                    <a:pt x="0" y="325"/>
                  </a:lnTo>
                  <a:lnTo>
                    <a:pt x="9407" y="325"/>
                  </a:lnTo>
                  <a:lnTo>
                    <a:pt x="94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2272;p43">
              <a:extLst>
                <a:ext uri="{FF2B5EF4-FFF2-40B4-BE49-F238E27FC236}">
                  <a16:creationId xmlns:a16="http://schemas.microsoft.com/office/drawing/2014/main" id="{1302C629-8768-8601-AA18-823C796B242C}"/>
                </a:ext>
              </a:extLst>
            </p:cNvPr>
            <p:cNvSpPr/>
            <p:nvPr/>
          </p:nvSpPr>
          <p:spPr>
            <a:xfrm>
              <a:off x="1470050" y="2537325"/>
              <a:ext cx="237975" cy="10925"/>
            </a:xfrm>
            <a:custGeom>
              <a:avLst/>
              <a:gdLst/>
              <a:ahLst/>
              <a:cxnLst/>
              <a:rect l="l" t="t" r="r" b="b"/>
              <a:pathLst>
                <a:path w="9519" h="437" extrusionOk="0">
                  <a:moveTo>
                    <a:pt x="9398" y="121"/>
                  </a:moveTo>
                  <a:lnTo>
                    <a:pt x="9398" y="325"/>
                  </a:lnTo>
                  <a:lnTo>
                    <a:pt x="112" y="325"/>
                  </a:lnTo>
                  <a:lnTo>
                    <a:pt x="112" y="121"/>
                  </a:lnTo>
                  <a:close/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lnTo>
                    <a:pt x="1" y="381"/>
                  </a:lnTo>
                  <a:cubicBezTo>
                    <a:pt x="1" y="409"/>
                    <a:pt x="29" y="437"/>
                    <a:pt x="56" y="437"/>
                  </a:cubicBezTo>
                  <a:lnTo>
                    <a:pt x="9463" y="437"/>
                  </a:lnTo>
                  <a:cubicBezTo>
                    <a:pt x="9491" y="437"/>
                    <a:pt x="9519" y="409"/>
                    <a:pt x="9519" y="381"/>
                  </a:cubicBezTo>
                  <a:lnTo>
                    <a:pt x="9519" y="66"/>
                  </a:lnTo>
                  <a:cubicBezTo>
                    <a:pt x="9519" y="28"/>
                    <a:pt x="9491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2273;p43">
              <a:extLst>
                <a:ext uri="{FF2B5EF4-FFF2-40B4-BE49-F238E27FC236}">
                  <a16:creationId xmlns:a16="http://schemas.microsoft.com/office/drawing/2014/main" id="{FEBDD68C-3C96-0CCE-159E-C08FEF3C015F}"/>
                </a:ext>
              </a:extLst>
            </p:cNvPr>
            <p:cNvSpPr/>
            <p:nvPr/>
          </p:nvSpPr>
          <p:spPr>
            <a:xfrm>
              <a:off x="799825" y="2522025"/>
              <a:ext cx="52425" cy="44325"/>
            </a:xfrm>
            <a:custGeom>
              <a:avLst/>
              <a:gdLst/>
              <a:ahLst/>
              <a:cxnLst/>
              <a:rect l="l" t="t" r="r" b="b"/>
              <a:pathLst>
                <a:path w="2097" h="1773" extrusionOk="0">
                  <a:moveTo>
                    <a:pt x="0" y="0"/>
                  </a:moveTo>
                  <a:lnTo>
                    <a:pt x="0" y="1772"/>
                  </a:lnTo>
                  <a:lnTo>
                    <a:pt x="2097" y="1772"/>
                  </a:lnTo>
                  <a:lnTo>
                    <a:pt x="2097" y="19"/>
                  </a:lnTo>
                  <a:lnTo>
                    <a:pt x="1976" y="19"/>
                  </a:lnTo>
                  <a:lnTo>
                    <a:pt x="1976" y="1661"/>
                  </a:lnTo>
                  <a:lnTo>
                    <a:pt x="121" y="1661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2274;p43">
              <a:extLst>
                <a:ext uri="{FF2B5EF4-FFF2-40B4-BE49-F238E27FC236}">
                  <a16:creationId xmlns:a16="http://schemas.microsoft.com/office/drawing/2014/main" id="{CDC6F87C-E059-A379-DAED-25628AC3A0DE}"/>
                </a:ext>
              </a:extLst>
            </p:cNvPr>
            <p:cNvSpPr/>
            <p:nvPr/>
          </p:nvSpPr>
          <p:spPr>
            <a:xfrm>
              <a:off x="829050" y="2521100"/>
              <a:ext cx="60550" cy="2800"/>
            </a:xfrm>
            <a:custGeom>
              <a:avLst/>
              <a:gdLst/>
              <a:ahLst/>
              <a:cxnLst/>
              <a:rect l="l" t="t" r="r" b="b"/>
              <a:pathLst>
                <a:path w="2422" h="112" extrusionOk="0">
                  <a:moveTo>
                    <a:pt x="0" y="0"/>
                  </a:moveTo>
                  <a:lnTo>
                    <a:pt x="0" y="112"/>
                  </a:lnTo>
                  <a:lnTo>
                    <a:pt x="2421" y="112"/>
                  </a:lnTo>
                  <a:lnTo>
                    <a:pt x="2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2275;p43">
              <a:extLst>
                <a:ext uri="{FF2B5EF4-FFF2-40B4-BE49-F238E27FC236}">
                  <a16:creationId xmlns:a16="http://schemas.microsoft.com/office/drawing/2014/main" id="{61FCAD11-8B55-106D-2A99-590A2E618BA5}"/>
                </a:ext>
              </a:extLst>
            </p:cNvPr>
            <p:cNvSpPr/>
            <p:nvPr/>
          </p:nvSpPr>
          <p:spPr>
            <a:xfrm>
              <a:off x="829050" y="2492325"/>
              <a:ext cx="60550" cy="3050"/>
            </a:xfrm>
            <a:custGeom>
              <a:avLst/>
              <a:gdLst/>
              <a:ahLst/>
              <a:cxnLst/>
              <a:rect l="l" t="t" r="r" b="b"/>
              <a:pathLst>
                <a:path w="2422" h="122" extrusionOk="0">
                  <a:moveTo>
                    <a:pt x="0" y="1"/>
                  </a:moveTo>
                  <a:lnTo>
                    <a:pt x="0" y="122"/>
                  </a:lnTo>
                  <a:lnTo>
                    <a:pt x="2421" y="122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2276;p43">
              <a:extLst>
                <a:ext uri="{FF2B5EF4-FFF2-40B4-BE49-F238E27FC236}">
                  <a16:creationId xmlns:a16="http://schemas.microsoft.com/office/drawing/2014/main" id="{CDF26559-EBC9-D39D-697A-EC118B4A1013}"/>
                </a:ext>
              </a:extLst>
            </p:cNvPr>
            <p:cNvSpPr/>
            <p:nvPr/>
          </p:nvSpPr>
          <p:spPr>
            <a:xfrm>
              <a:off x="794475" y="2510200"/>
              <a:ext cx="13950" cy="13700"/>
            </a:xfrm>
            <a:custGeom>
              <a:avLst/>
              <a:gdLst/>
              <a:ahLst/>
              <a:cxnLst/>
              <a:rect l="l" t="t" r="r" b="b"/>
              <a:pathLst>
                <a:path w="558" h="548" extrusionOk="0">
                  <a:moveTo>
                    <a:pt x="279" y="121"/>
                  </a:moveTo>
                  <a:cubicBezTo>
                    <a:pt x="363" y="121"/>
                    <a:pt x="437" y="186"/>
                    <a:pt x="437" y="279"/>
                  </a:cubicBezTo>
                  <a:cubicBezTo>
                    <a:pt x="437" y="362"/>
                    <a:pt x="363" y="436"/>
                    <a:pt x="279" y="436"/>
                  </a:cubicBezTo>
                  <a:cubicBezTo>
                    <a:pt x="186" y="436"/>
                    <a:pt x="121" y="362"/>
                    <a:pt x="121" y="279"/>
                  </a:cubicBezTo>
                  <a:cubicBezTo>
                    <a:pt x="121" y="186"/>
                    <a:pt x="186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27"/>
                    <a:pt x="131" y="548"/>
                    <a:pt x="279" y="548"/>
                  </a:cubicBezTo>
                  <a:cubicBezTo>
                    <a:pt x="428" y="548"/>
                    <a:pt x="557" y="427"/>
                    <a:pt x="557" y="279"/>
                  </a:cubicBezTo>
                  <a:cubicBezTo>
                    <a:pt x="557" y="121"/>
                    <a:pt x="428" y="0"/>
                    <a:pt x="2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2277;p43">
              <a:extLst>
                <a:ext uri="{FF2B5EF4-FFF2-40B4-BE49-F238E27FC236}">
                  <a16:creationId xmlns:a16="http://schemas.microsoft.com/office/drawing/2014/main" id="{1C2B9599-AA79-FD89-D5CA-8EC5B325D385}"/>
                </a:ext>
              </a:extLst>
            </p:cNvPr>
            <p:cNvSpPr/>
            <p:nvPr/>
          </p:nvSpPr>
          <p:spPr>
            <a:xfrm>
              <a:off x="816975" y="2515750"/>
              <a:ext cx="13700" cy="13725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79" y="112"/>
                  </a:moveTo>
                  <a:cubicBezTo>
                    <a:pt x="362" y="112"/>
                    <a:pt x="437" y="186"/>
                    <a:pt x="437" y="270"/>
                  </a:cubicBezTo>
                  <a:cubicBezTo>
                    <a:pt x="437" y="363"/>
                    <a:pt x="362" y="437"/>
                    <a:pt x="279" y="437"/>
                  </a:cubicBezTo>
                  <a:cubicBezTo>
                    <a:pt x="186" y="437"/>
                    <a:pt x="121" y="363"/>
                    <a:pt x="121" y="270"/>
                  </a:cubicBezTo>
                  <a:cubicBezTo>
                    <a:pt x="121" y="186"/>
                    <a:pt x="186" y="112"/>
                    <a:pt x="279" y="112"/>
                  </a:cubicBezTo>
                  <a:close/>
                  <a:moveTo>
                    <a:pt x="279" y="1"/>
                  </a:moveTo>
                  <a:cubicBezTo>
                    <a:pt x="121" y="1"/>
                    <a:pt x="1" y="121"/>
                    <a:pt x="1" y="270"/>
                  </a:cubicBezTo>
                  <a:cubicBezTo>
                    <a:pt x="1" y="428"/>
                    <a:pt x="121" y="548"/>
                    <a:pt x="279" y="548"/>
                  </a:cubicBezTo>
                  <a:cubicBezTo>
                    <a:pt x="427" y="548"/>
                    <a:pt x="548" y="428"/>
                    <a:pt x="548" y="270"/>
                  </a:cubicBezTo>
                  <a:cubicBezTo>
                    <a:pt x="548" y="121"/>
                    <a:pt x="427" y="1"/>
                    <a:pt x="2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2278;p43">
              <a:extLst>
                <a:ext uri="{FF2B5EF4-FFF2-40B4-BE49-F238E27FC236}">
                  <a16:creationId xmlns:a16="http://schemas.microsoft.com/office/drawing/2014/main" id="{6AFD59A0-9BD0-A3F4-84AC-EC319FB69A30}"/>
                </a:ext>
              </a:extLst>
            </p:cNvPr>
            <p:cNvSpPr/>
            <p:nvPr/>
          </p:nvSpPr>
          <p:spPr>
            <a:xfrm>
              <a:off x="816975" y="2486775"/>
              <a:ext cx="13700" cy="13925"/>
            </a:xfrm>
            <a:custGeom>
              <a:avLst/>
              <a:gdLst/>
              <a:ahLst/>
              <a:cxnLst/>
              <a:rect l="l" t="t" r="r" b="b"/>
              <a:pathLst>
                <a:path w="548" h="557" extrusionOk="0">
                  <a:moveTo>
                    <a:pt x="279" y="121"/>
                  </a:moveTo>
                  <a:cubicBezTo>
                    <a:pt x="362" y="121"/>
                    <a:pt x="437" y="195"/>
                    <a:pt x="437" y="279"/>
                  </a:cubicBezTo>
                  <a:cubicBezTo>
                    <a:pt x="437" y="371"/>
                    <a:pt x="362" y="436"/>
                    <a:pt x="279" y="436"/>
                  </a:cubicBezTo>
                  <a:cubicBezTo>
                    <a:pt x="186" y="436"/>
                    <a:pt x="121" y="371"/>
                    <a:pt x="121" y="279"/>
                  </a:cubicBezTo>
                  <a:cubicBezTo>
                    <a:pt x="121" y="195"/>
                    <a:pt x="186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21" y="0"/>
                    <a:pt x="1" y="130"/>
                    <a:pt x="1" y="279"/>
                  </a:cubicBezTo>
                  <a:cubicBezTo>
                    <a:pt x="1" y="427"/>
                    <a:pt x="121" y="557"/>
                    <a:pt x="279" y="557"/>
                  </a:cubicBezTo>
                  <a:cubicBezTo>
                    <a:pt x="427" y="557"/>
                    <a:pt x="548" y="427"/>
                    <a:pt x="548" y="279"/>
                  </a:cubicBezTo>
                  <a:cubicBezTo>
                    <a:pt x="548" y="130"/>
                    <a:pt x="427" y="0"/>
                    <a:pt x="2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2279;p43">
              <a:extLst>
                <a:ext uri="{FF2B5EF4-FFF2-40B4-BE49-F238E27FC236}">
                  <a16:creationId xmlns:a16="http://schemas.microsoft.com/office/drawing/2014/main" id="{86126DFA-B1F2-C788-6092-C9B191D9CB41}"/>
                </a:ext>
              </a:extLst>
            </p:cNvPr>
            <p:cNvSpPr/>
            <p:nvPr/>
          </p:nvSpPr>
          <p:spPr>
            <a:xfrm>
              <a:off x="884925" y="2342975"/>
              <a:ext cx="446475" cy="258150"/>
            </a:xfrm>
            <a:custGeom>
              <a:avLst/>
              <a:gdLst/>
              <a:ahLst/>
              <a:cxnLst/>
              <a:rect l="l" t="t" r="r" b="b"/>
              <a:pathLst>
                <a:path w="17859" h="10326" extrusionOk="0">
                  <a:moveTo>
                    <a:pt x="8517" y="1"/>
                  </a:moveTo>
                  <a:cubicBezTo>
                    <a:pt x="5826" y="1"/>
                    <a:pt x="3637" y="2144"/>
                    <a:pt x="3563" y="4815"/>
                  </a:cubicBezTo>
                  <a:lnTo>
                    <a:pt x="2737" y="4815"/>
                  </a:lnTo>
                  <a:cubicBezTo>
                    <a:pt x="1225" y="4815"/>
                    <a:pt x="1" y="6040"/>
                    <a:pt x="1" y="7552"/>
                  </a:cubicBezTo>
                  <a:lnTo>
                    <a:pt x="1" y="7589"/>
                  </a:lnTo>
                  <a:cubicBezTo>
                    <a:pt x="1" y="9101"/>
                    <a:pt x="1225" y="10326"/>
                    <a:pt x="2737" y="10326"/>
                  </a:cubicBezTo>
                  <a:lnTo>
                    <a:pt x="14445" y="10326"/>
                  </a:lnTo>
                  <a:cubicBezTo>
                    <a:pt x="16513" y="10326"/>
                    <a:pt x="17858" y="8368"/>
                    <a:pt x="17728" y="6587"/>
                  </a:cubicBezTo>
                  <a:cubicBezTo>
                    <a:pt x="17728" y="6550"/>
                    <a:pt x="17728" y="6513"/>
                    <a:pt x="17728" y="6476"/>
                  </a:cubicBezTo>
                  <a:cubicBezTo>
                    <a:pt x="17691" y="4537"/>
                    <a:pt x="16003" y="2941"/>
                    <a:pt x="14073" y="2941"/>
                  </a:cubicBezTo>
                  <a:cubicBezTo>
                    <a:pt x="13739" y="2941"/>
                    <a:pt x="13415" y="2988"/>
                    <a:pt x="13109" y="3071"/>
                  </a:cubicBezTo>
                  <a:cubicBezTo>
                    <a:pt x="12367" y="1272"/>
                    <a:pt x="10595" y="1"/>
                    <a:pt x="8517" y="1"/>
                  </a:cubicBezTo>
                  <a:close/>
                </a:path>
              </a:pathLst>
            </a:custGeom>
            <a:solidFill>
              <a:srgbClr val="CACA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2280;p43">
              <a:extLst>
                <a:ext uri="{FF2B5EF4-FFF2-40B4-BE49-F238E27FC236}">
                  <a16:creationId xmlns:a16="http://schemas.microsoft.com/office/drawing/2014/main" id="{C3EB7079-8793-F7A5-C89F-C5C50AA82DFC}"/>
                </a:ext>
              </a:extLst>
            </p:cNvPr>
            <p:cNvSpPr/>
            <p:nvPr/>
          </p:nvSpPr>
          <p:spPr>
            <a:xfrm>
              <a:off x="884925" y="2342975"/>
              <a:ext cx="446475" cy="258150"/>
            </a:xfrm>
            <a:custGeom>
              <a:avLst/>
              <a:gdLst/>
              <a:ahLst/>
              <a:cxnLst/>
              <a:rect l="l" t="t" r="r" b="b"/>
              <a:pathLst>
                <a:path w="17859" h="10326" extrusionOk="0">
                  <a:moveTo>
                    <a:pt x="17728" y="6587"/>
                  </a:moveTo>
                  <a:cubicBezTo>
                    <a:pt x="17728" y="6550"/>
                    <a:pt x="17728" y="6513"/>
                    <a:pt x="17728" y="6476"/>
                  </a:cubicBezTo>
                  <a:cubicBezTo>
                    <a:pt x="17691" y="4537"/>
                    <a:pt x="16003" y="2941"/>
                    <a:pt x="14073" y="2941"/>
                  </a:cubicBezTo>
                  <a:cubicBezTo>
                    <a:pt x="13739" y="2941"/>
                    <a:pt x="13415" y="2988"/>
                    <a:pt x="13109" y="3071"/>
                  </a:cubicBezTo>
                  <a:cubicBezTo>
                    <a:pt x="12367" y="1272"/>
                    <a:pt x="10595" y="1"/>
                    <a:pt x="8517" y="1"/>
                  </a:cubicBezTo>
                  <a:cubicBezTo>
                    <a:pt x="5826" y="1"/>
                    <a:pt x="3637" y="2144"/>
                    <a:pt x="3563" y="4815"/>
                  </a:cubicBezTo>
                  <a:lnTo>
                    <a:pt x="2737" y="4815"/>
                  </a:lnTo>
                  <a:cubicBezTo>
                    <a:pt x="1225" y="4815"/>
                    <a:pt x="1" y="6040"/>
                    <a:pt x="1" y="7552"/>
                  </a:cubicBezTo>
                  <a:lnTo>
                    <a:pt x="1" y="7589"/>
                  </a:lnTo>
                  <a:cubicBezTo>
                    <a:pt x="1" y="9101"/>
                    <a:pt x="1225" y="10326"/>
                    <a:pt x="2737" y="10326"/>
                  </a:cubicBezTo>
                  <a:lnTo>
                    <a:pt x="14445" y="10326"/>
                  </a:lnTo>
                  <a:cubicBezTo>
                    <a:pt x="16513" y="10326"/>
                    <a:pt x="17858" y="8368"/>
                    <a:pt x="17728" y="65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2281;p43">
              <a:extLst>
                <a:ext uri="{FF2B5EF4-FFF2-40B4-BE49-F238E27FC236}">
                  <a16:creationId xmlns:a16="http://schemas.microsoft.com/office/drawing/2014/main" id="{30DFD6F6-E5CB-A8F5-50D6-532B7287E65A}"/>
                </a:ext>
              </a:extLst>
            </p:cNvPr>
            <p:cNvSpPr/>
            <p:nvPr/>
          </p:nvSpPr>
          <p:spPr>
            <a:xfrm>
              <a:off x="885400" y="2326050"/>
              <a:ext cx="446700" cy="258375"/>
            </a:xfrm>
            <a:custGeom>
              <a:avLst/>
              <a:gdLst/>
              <a:ahLst/>
              <a:cxnLst/>
              <a:rect l="l" t="t" r="r" b="b"/>
              <a:pathLst>
                <a:path w="17868" h="10335" extrusionOk="0">
                  <a:moveTo>
                    <a:pt x="8526" y="1"/>
                  </a:moveTo>
                  <a:cubicBezTo>
                    <a:pt x="5835" y="1"/>
                    <a:pt x="3646" y="2153"/>
                    <a:pt x="3572" y="4824"/>
                  </a:cubicBezTo>
                  <a:lnTo>
                    <a:pt x="2746" y="4824"/>
                  </a:lnTo>
                  <a:cubicBezTo>
                    <a:pt x="1234" y="4824"/>
                    <a:pt x="0" y="6049"/>
                    <a:pt x="0" y="7561"/>
                  </a:cubicBezTo>
                  <a:lnTo>
                    <a:pt x="0" y="7598"/>
                  </a:lnTo>
                  <a:cubicBezTo>
                    <a:pt x="0" y="9110"/>
                    <a:pt x="1234" y="10335"/>
                    <a:pt x="2746" y="10335"/>
                  </a:cubicBezTo>
                  <a:lnTo>
                    <a:pt x="14453" y="10335"/>
                  </a:lnTo>
                  <a:cubicBezTo>
                    <a:pt x="16522" y="10335"/>
                    <a:pt x="17867" y="8368"/>
                    <a:pt x="17737" y="6596"/>
                  </a:cubicBezTo>
                  <a:cubicBezTo>
                    <a:pt x="17728" y="6559"/>
                    <a:pt x="17737" y="6522"/>
                    <a:pt x="17737" y="6485"/>
                  </a:cubicBezTo>
                  <a:cubicBezTo>
                    <a:pt x="17700" y="4537"/>
                    <a:pt x="16012" y="2941"/>
                    <a:pt x="14082" y="2941"/>
                  </a:cubicBezTo>
                  <a:cubicBezTo>
                    <a:pt x="13748" y="2941"/>
                    <a:pt x="13424" y="2988"/>
                    <a:pt x="13117" y="3071"/>
                  </a:cubicBezTo>
                  <a:cubicBezTo>
                    <a:pt x="12375" y="1271"/>
                    <a:pt x="10594" y="1"/>
                    <a:pt x="85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2282;p43">
              <a:extLst>
                <a:ext uri="{FF2B5EF4-FFF2-40B4-BE49-F238E27FC236}">
                  <a16:creationId xmlns:a16="http://schemas.microsoft.com/office/drawing/2014/main" id="{EC2863FE-0A3D-2184-B7C3-65D3A4831331}"/>
                </a:ext>
              </a:extLst>
            </p:cNvPr>
            <p:cNvSpPr/>
            <p:nvPr/>
          </p:nvSpPr>
          <p:spPr>
            <a:xfrm>
              <a:off x="884000" y="2324650"/>
              <a:ext cx="448100" cy="261175"/>
            </a:xfrm>
            <a:custGeom>
              <a:avLst/>
              <a:gdLst/>
              <a:ahLst/>
              <a:cxnLst/>
              <a:rect l="l" t="t" r="r" b="b"/>
              <a:pathLst>
                <a:path w="17924" h="10447" extrusionOk="0">
                  <a:moveTo>
                    <a:pt x="8582" y="122"/>
                  </a:moveTo>
                  <a:cubicBezTo>
                    <a:pt x="10576" y="122"/>
                    <a:pt x="12357" y="1309"/>
                    <a:pt x="13118" y="3155"/>
                  </a:cubicBezTo>
                  <a:cubicBezTo>
                    <a:pt x="13125" y="3178"/>
                    <a:pt x="13146" y="3194"/>
                    <a:pt x="13168" y="3194"/>
                  </a:cubicBezTo>
                  <a:cubicBezTo>
                    <a:pt x="13173" y="3194"/>
                    <a:pt x="13178" y="3194"/>
                    <a:pt x="13183" y="3192"/>
                  </a:cubicBezTo>
                  <a:cubicBezTo>
                    <a:pt x="13498" y="3109"/>
                    <a:pt x="13814" y="3062"/>
                    <a:pt x="14138" y="3062"/>
                  </a:cubicBezTo>
                  <a:cubicBezTo>
                    <a:pt x="16049" y="3062"/>
                    <a:pt x="17701" y="4658"/>
                    <a:pt x="17728" y="6541"/>
                  </a:cubicBezTo>
                  <a:cubicBezTo>
                    <a:pt x="17728" y="6560"/>
                    <a:pt x="17728" y="6569"/>
                    <a:pt x="17728" y="6587"/>
                  </a:cubicBezTo>
                  <a:cubicBezTo>
                    <a:pt x="17728" y="6606"/>
                    <a:pt x="17728" y="6634"/>
                    <a:pt x="17728" y="6652"/>
                  </a:cubicBezTo>
                  <a:cubicBezTo>
                    <a:pt x="17803" y="7608"/>
                    <a:pt x="17450" y="8600"/>
                    <a:pt x="16782" y="9324"/>
                  </a:cubicBezTo>
                  <a:cubicBezTo>
                    <a:pt x="16179" y="9973"/>
                    <a:pt x="15372" y="10335"/>
                    <a:pt x="14509" y="10335"/>
                  </a:cubicBezTo>
                  <a:lnTo>
                    <a:pt x="2802" y="10335"/>
                  </a:lnTo>
                  <a:cubicBezTo>
                    <a:pt x="1318" y="10335"/>
                    <a:pt x="121" y="9129"/>
                    <a:pt x="121" y="7654"/>
                  </a:cubicBezTo>
                  <a:lnTo>
                    <a:pt x="121" y="7617"/>
                  </a:lnTo>
                  <a:cubicBezTo>
                    <a:pt x="121" y="6142"/>
                    <a:pt x="1318" y="4936"/>
                    <a:pt x="2802" y="4936"/>
                  </a:cubicBezTo>
                  <a:lnTo>
                    <a:pt x="3628" y="4936"/>
                  </a:lnTo>
                  <a:cubicBezTo>
                    <a:pt x="3656" y="4936"/>
                    <a:pt x="3683" y="4918"/>
                    <a:pt x="3683" y="4880"/>
                  </a:cubicBezTo>
                  <a:cubicBezTo>
                    <a:pt x="3758" y="2209"/>
                    <a:pt x="5910" y="122"/>
                    <a:pt x="8582" y="122"/>
                  </a:cubicBezTo>
                  <a:close/>
                  <a:moveTo>
                    <a:pt x="8582" y="1"/>
                  </a:moveTo>
                  <a:cubicBezTo>
                    <a:pt x="5863" y="1"/>
                    <a:pt x="3674" y="2116"/>
                    <a:pt x="3572" y="4815"/>
                  </a:cubicBezTo>
                  <a:lnTo>
                    <a:pt x="2802" y="4815"/>
                  </a:lnTo>
                  <a:cubicBezTo>
                    <a:pt x="1262" y="4815"/>
                    <a:pt x="1" y="6077"/>
                    <a:pt x="1" y="7617"/>
                  </a:cubicBezTo>
                  <a:lnTo>
                    <a:pt x="1" y="7654"/>
                  </a:lnTo>
                  <a:cubicBezTo>
                    <a:pt x="1" y="9194"/>
                    <a:pt x="1262" y="10446"/>
                    <a:pt x="2802" y="10446"/>
                  </a:cubicBezTo>
                  <a:lnTo>
                    <a:pt x="14509" y="10446"/>
                  </a:lnTo>
                  <a:cubicBezTo>
                    <a:pt x="15400" y="10446"/>
                    <a:pt x="16244" y="10075"/>
                    <a:pt x="16866" y="9407"/>
                  </a:cubicBezTo>
                  <a:cubicBezTo>
                    <a:pt x="17552" y="8656"/>
                    <a:pt x="17923" y="7626"/>
                    <a:pt x="17849" y="6643"/>
                  </a:cubicBezTo>
                  <a:cubicBezTo>
                    <a:pt x="17849" y="6624"/>
                    <a:pt x="17849" y="6606"/>
                    <a:pt x="17849" y="6587"/>
                  </a:cubicBezTo>
                  <a:lnTo>
                    <a:pt x="17849" y="6541"/>
                  </a:lnTo>
                  <a:cubicBezTo>
                    <a:pt x="17812" y="4593"/>
                    <a:pt x="16114" y="2942"/>
                    <a:pt x="14138" y="2942"/>
                  </a:cubicBezTo>
                  <a:cubicBezTo>
                    <a:pt x="13823" y="2942"/>
                    <a:pt x="13507" y="2979"/>
                    <a:pt x="13201" y="3062"/>
                  </a:cubicBezTo>
                  <a:cubicBezTo>
                    <a:pt x="12413" y="1198"/>
                    <a:pt x="10604" y="1"/>
                    <a:pt x="8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2283;p43">
              <a:extLst>
                <a:ext uri="{FF2B5EF4-FFF2-40B4-BE49-F238E27FC236}">
                  <a16:creationId xmlns:a16="http://schemas.microsoft.com/office/drawing/2014/main" id="{711C800B-4169-A629-DEC7-11E830F8B0D7}"/>
                </a:ext>
              </a:extLst>
            </p:cNvPr>
            <p:cNvSpPr/>
            <p:nvPr/>
          </p:nvSpPr>
          <p:spPr>
            <a:xfrm>
              <a:off x="1065600" y="2496750"/>
              <a:ext cx="3025" cy="86050"/>
            </a:xfrm>
            <a:custGeom>
              <a:avLst/>
              <a:gdLst/>
              <a:ahLst/>
              <a:cxnLst/>
              <a:rect l="l" t="t" r="r" b="b"/>
              <a:pathLst>
                <a:path w="121" h="344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386"/>
                  </a:lnTo>
                  <a:cubicBezTo>
                    <a:pt x="0" y="3423"/>
                    <a:pt x="28" y="3442"/>
                    <a:pt x="56" y="3442"/>
                  </a:cubicBezTo>
                  <a:cubicBezTo>
                    <a:pt x="93" y="3442"/>
                    <a:pt x="121" y="3423"/>
                    <a:pt x="121" y="338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2284;p43">
              <a:extLst>
                <a:ext uri="{FF2B5EF4-FFF2-40B4-BE49-F238E27FC236}">
                  <a16:creationId xmlns:a16="http://schemas.microsoft.com/office/drawing/2014/main" id="{C29D507A-9FCD-5D4E-F914-9D27876F7DCA}"/>
                </a:ext>
              </a:extLst>
            </p:cNvPr>
            <p:cNvSpPr/>
            <p:nvPr/>
          </p:nvSpPr>
          <p:spPr>
            <a:xfrm>
              <a:off x="1030100" y="2503225"/>
              <a:ext cx="37850" cy="33200"/>
            </a:xfrm>
            <a:custGeom>
              <a:avLst/>
              <a:gdLst/>
              <a:ahLst/>
              <a:cxnLst/>
              <a:rect l="l" t="t" r="r" b="b"/>
              <a:pathLst>
                <a:path w="1514" h="1328" extrusionOk="0">
                  <a:moveTo>
                    <a:pt x="57" y="1"/>
                  </a:moveTo>
                  <a:cubicBezTo>
                    <a:pt x="19" y="1"/>
                    <a:pt x="1" y="19"/>
                    <a:pt x="1" y="57"/>
                  </a:cubicBezTo>
                  <a:lnTo>
                    <a:pt x="1" y="1272"/>
                  </a:lnTo>
                  <a:cubicBezTo>
                    <a:pt x="1" y="1309"/>
                    <a:pt x="19" y="1327"/>
                    <a:pt x="57" y="1327"/>
                  </a:cubicBezTo>
                  <a:lnTo>
                    <a:pt x="1457" y="1327"/>
                  </a:lnTo>
                  <a:cubicBezTo>
                    <a:pt x="1494" y="1327"/>
                    <a:pt x="1513" y="1309"/>
                    <a:pt x="1513" y="1272"/>
                  </a:cubicBezTo>
                  <a:cubicBezTo>
                    <a:pt x="1513" y="1244"/>
                    <a:pt x="1494" y="1216"/>
                    <a:pt x="1457" y="1216"/>
                  </a:cubicBezTo>
                  <a:lnTo>
                    <a:pt x="112" y="1216"/>
                  </a:lnTo>
                  <a:lnTo>
                    <a:pt x="112" y="57"/>
                  </a:lnTo>
                  <a:cubicBezTo>
                    <a:pt x="112" y="19"/>
                    <a:pt x="84" y="1"/>
                    <a:pt x="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2285;p43">
              <a:extLst>
                <a:ext uri="{FF2B5EF4-FFF2-40B4-BE49-F238E27FC236}">
                  <a16:creationId xmlns:a16="http://schemas.microsoft.com/office/drawing/2014/main" id="{46689610-93FB-DBA0-9DC9-24DC138BC781}"/>
                </a:ext>
              </a:extLst>
            </p:cNvPr>
            <p:cNvSpPr/>
            <p:nvPr/>
          </p:nvSpPr>
          <p:spPr>
            <a:xfrm>
              <a:off x="1025700" y="2493950"/>
              <a:ext cx="11850" cy="11850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2"/>
                  </a:moveTo>
                  <a:cubicBezTo>
                    <a:pt x="298" y="112"/>
                    <a:pt x="353" y="168"/>
                    <a:pt x="353" y="233"/>
                  </a:cubicBezTo>
                  <a:cubicBezTo>
                    <a:pt x="353" y="298"/>
                    <a:pt x="298" y="353"/>
                    <a:pt x="233" y="353"/>
                  </a:cubicBezTo>
                  <a:cubicBezTo>
                    <a:pt x="168" y="353"/>
                    <a:pt x="121" y="298"/>
                    <a:pt x="121" y="233"/>
                  </a:cubicBezTo>
                  <a:cubicBezTo>
                    <a:pt x="121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63"/>
                    <a:pt x="103" y="474"/>
                    <a:pt x="233" y="474"/>
                  </a:cubicBezTo>
                  <a:cubicBezTo>
                    <a:pt x="362" y="474"/>
                    <a:pt x="474" y="363"/>
                    <a:pt x="474" y="233"/>
                  </a:cubicBezTo>
                  <a:cubicBezTo>
                    <a:pt x="474" y="103"/>
                    <a:pt x="362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2286;p43">
              <a:extLst>
                <a:ext uri="{FF2B5EF4-FFF2-40B4-BE49-F238E27FC236}">
                  <a16:creationId xmlns:a16="http://schemas.microsoft.com/office/drawing/2014/main" id="{A21EC535-8480-E77F-FB6F-D6282A1B02D5}"/>
                </a:ext>
              </a:extLst>
            </p:cNvPr>
            <p:cNvSpPr/>
            <p:nvPr/>
          </p:nvSpPr>
          <p:spPr>
            <a:xfrm>
              <a:off x="1105250" y="2456625"/>
              <a:ext cx="2800" cy="126650"/>
            </a:xfrm>
            <a:custGeom>
              <a:avLst/>
              <a:gdLst/>
              <a:ahLst/>
              <a:cxnLst/>
              <a:rect l="l" t="t" r="r" b="b"/>
              <a:pathLst>
                <a:path w="112" h="5066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lnTo>
                    <a:pt x="1" y="5000"/>
                  </a:lnTo>
                  <a:cubicBezTo>
                    <a:pt x="1" y="5038"/>
                    <a:pt x="19" y="5065"/>
                    <a:pt x="56" y="5065"/>
                  </a:cubicBezTo>
                  <a:cubicBezTo>
                    <a:pt x="84" y="5065"/>
                    <a:pt x="112" y="5038"/>
                    <a:pt x="112" y="5000"/>
                  </a:cubicBezTo>
                  <a:lnTo>
                    <a:pt x="112" y="56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2287;p43">
              <a:extLst>
                <a:ext uri="{FF2B5EF4-FFF2-40B4-BE49-F238E27FC236}">
                  <a16:creationId xmlns:a16="http://schemas.microsoft.com/office/drawing/2014/main" id="{D22FFA9F-F344-05A8-93AA-10914F554445}"/>
                </a:ext>
              </a:extLst>
            </p:cNvPr>
            <p:cNvSpPr/>
            <p:nvPr/>
          </p:nvSpPr>
          <p:spPr>
            <a:xfrm>
              <a:off x="1058175" y="2480975"/>
              <a:ext cx="17875" cy="1787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53" y="112"/>
                  </a:moveTo>
                  <a:cubicBezTo>
                    <a:pt x="483" y="112"/>
                    <a:pt x="594" y="223"/>
                    <a:pt x="594" y="353"/>
                  </a:cubicBezTo>
                  <a:cubicBezTo>
                    <a:pt x="594" y="483"/>
                    <a:pt x="483" y="594"/>
                    <a:pt x="353" y="594"/>
                  </a:cubicBezTo>
                  <a:cubicBezTo>
                    <a:pt x="223" y="594"/>
                    <a:pt x="112" y="483"/>
                    <a:pt x="112" y="353"/>
                  </a:cubicBezTo>
                  <a:cubicBezTo>
                    <a:pt x="112" y="223"/>
                    <a:pt x="223" y="112"/>
                    <a:pt x="353" y="112"/>
                  </a:cubicBezTo>
                  <a:close/>
                  <a:moveTo>
                    <a:pt x="353" y="0"/>
                  </a:moveTo>
                  <a:cubicBezTo>
                    <a:pt x="158" y="0"/>
                    <a:pt x="0" y="158"/>
                    <a:pt x="0" y="353"/>
                  </a:cubicBezTo>
                  <a:cubicBezTo>
                    <a:pt x="0" y="557"/>
                    <a:pt x="158" y="715"/>
                    <a:pt x="353" y="715"/>
                  </a:cubicBezTo>
                  <a:cubicBezTo>
                    <a:pt x="548" y="715"/>
                    <a:pt x="715" y="557"/>
                    <a:pt x="715" y="353"/>
                  </a:cubicBezTo>
                  <a:cubicBezTo>
                    <a:pt x="715" y="158"/>
                    <a:pt x="548" y="0"/>
                    <a:pt x="3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2288;p43">
              <a:extLst>
                <a:ext uri="{FF2B5EF4-FFF2-40B4-BE49-F238E27FC236}">
                  <a16:creationId xmlns:a16="http://schemas.microsoft.com/office/drawing/2014/main" id="{39476DAF-AE0C-9C27-FC73-75563D2AAD02}"/>
                </a:ext>
              </a:extLst>
            </p:cNvPr>
            <p:cNvSpPr/>
            <p:nvPr/>
          </p:nvSpPr>
          <p:spPr>
            <a:xfrm>
              <a:off x="1146075" y="2496750"/>
              <a:ext cx="2800" cy="86050"/>
            </a:xfrm>
            <a:custGeom>
              <a:avLst/>
              <a:gdLst/>
              <a:ahLst/>
              <a:cxnLst/>
              <a:rect l="l" t="t" r="r" b="b"/>
              <a:pathLst>
                <a:path w="112" h="3442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386"/>
                  </a:lnTo>
                  <a:cubicBezTo>
                    <a:pt x="0" y="3423"/>
                    <a:pt x="19" y="3442"/>
                    <a:pt x="56" y="3442"/>
                  </a:cubicBezTo>
                  <a:cubicBezTo>
                    <a:pt x="84" y="3442"/>
                    <a:pt x="112" y="3423"/>
                    <a:pt x="112" y="3386"/>
                  </a:cubicBezTo>
                  <a:lnTo>
                    <a:pt x="112" y="56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2289;p43">
              <a:extLst>
                <a:ext uri="{FF2B5EF4-FFF2-40B4-BE49-F238E27FC236}">
                  <a16:creationId xmlns:a16="http://schemas.microsoft.com/office/drawing/2014/main" id="{F367C77E-6C2A-3E34-2BDD-507D24A56E8A}"/>
                </a:ext>
              </a:extLst>
            </p:cNvPr>
            <p:cNvSpPr/>
            <p:nvPr/>
          </p:nvSpPr>
          <p:spPr>
            <a:xfrm>
              <a:off x="1146525" y="2503225"/>
              <a:ext cx="37825" cy="33200"/>
            </a:xfrm>
            <a:custGeom>
              <a:avLst/>
              <a:gdLst/>
              <a:ahLst/>
              <a:cxnLst/>
              <a:rect l="l" t="t" r="r" b="b"/>
              <a:pathLst>
                <a:path w="1513" h="1328" extrusionOk="0">
                  <a:moveTo>
                    <a:pt x="1457" y="1"/>
                  </a:moveTo>
                  <a:cubicBezTo>
                    <a:pt x="1429" y="1"/>
                    <a:pt x="1402" y="19"/>
                    <a:pt x="1402" y="57"/>
                  </a:cubicBezTo>
                  <a:lnTo>
                    <a:pt x="1402" y="1216"/>
                  </a:lnTo>
                  <a:lnTo>
                    <a:pt x="56" y="1216"/>
                  </a:lnTo>
                  <a:cubicBezTo>
                    <a:pt x="19" y="1216"/>
                    <a:pt x="1" y="1244"/>
                    <a:pt x="1" y="1272"/>
                  </a:cubicBezTo>
                  <a:cubicBezTo>
                    <a:pt x="1" y="1309"/>
                    <a:pt x="19" y="1327"/>
                    <a:pt x="56" y="1327"/>
                  </a:cubicBezTo>
                  <a:lnTo>
                    <a:pt x="1457" y="1327"/>
                  </a:lnTo>
                  <a:cubicBezTo>
                    <a:pt x="1494" y="1327"/>
                    <a:pt x="1513" y="1309"/>
                    <a:pt x="1513" y="1272"/>
                  </a:cubicBezTo>
                  <a:lnTo>
                    <a:pt x="1513" y="57"/>
                  </a:lnTo>
                  <a:cubicBezTo>
                    <a:pt x="1513" y="19"/>
                    <a:pt x="1494" y="1"/>
                    <a:pt x="14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2290;p43">
              <a:extLst>
                <a:ext uri="{FF2B5EF4-FFF2-40B4-BE49-F238E27FC236}">
                  <a16:creationId xmlns:a16="http://schemas.microsoft.com/office/drawing/2014/main" id="{20D5EB19-B773-CFF7-9EFF-BE10A8917FCF}"/>
                </a:ext>
              </a:extLst>
            </p:cNvPr>
            <p:cNvSpPr/>
            <p:nvPr/>
          </p:nvSpPr>
          <p:spPr>
            <a:xfrm>
              <a:off x="1176925" y="2493950"/>
              <a:ext cx="11850" cy="11850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41" y="112"/>
                  </a:moveTo>
                  <a:cubicBezTo>
                    <a:pt x="306" y="112"/>
                    <a:pt x="362" y="168"/>
                    <a:pt x="362" y="233"/>
                  </a:cubicBezTo>
                  <a:cubicBezTo>
                    <a:pt x="362" y="298"/>
                    <a:pt x="306" y="353"/>
                    <a:pt x="241" y="353"/>
                  </a:cubicBezTo>
                  <a:cubicBezTo>
                    <a:pt x="176" y="353"/>
                    <a:pt x="121" y="298"/>
                    <a:pt x="121" y="233"/>
                  </a:cubicBezTo>
                  <a:cubicBezTo>
                    <a:pt x="121" y="168"/>
                    <a:pt x="176" y="112"/>
                    <a:pt x="241" y="112"/>
                  </a:cubicBezTo>
                  <a:close/>
                  <a:moveTo>
                    <a:pt x="241" y="1"/>
                  </a:moveTo>
                  <a:cubicBezTo>
                    <a:pt x="111" y="1"/>
                    <a:pt x="0" y="103"/>
                    <a:pt x="0" y="233"/>
                  </a:cubicBezTo>
                  <a:cubicBezTo>
                    <a:pt x="0" y="363"/>
                    <a:pt x="111" y="474"/>
                    <a:pt x="241" y="474"/>
                  </a:cubicBezTo>
                  <a:cubicBezTo>
                    <a:pt x="371" y="474"/>
                    <a:pt x="473" y="363"/>
                    <a:pt x="473" y="233"/>
                  </a:cubicBezTo>
                  <a:cubicBezTo>
                    <a:pt x="473" y="103"/>
                    <a:pt x="371" y="1"/>
                    <a:pt x="2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2291;p43">
              <a:extLst>
                <a:ext uri="{FF2B5EF4-FFF2-40B4-BE49-F238E27FC236}">
                  <a16:creationId xmlns:a16="http://schemas.microsoft.com/office/drawing/2014/main" id="{FA650356-0D04-ACA8-1136-1C5AD6B24D92}"/>
                </a:ext>
              </a:extLst>
            </p:cNvPr>
            <p:cNvSpPr/>
            <p:nvPr/>
          </p:nvSpPr>
          <p:spPr>
            <a:xfrm>
              <a:off x="1138650" y="2480975"/>
              <a:ext cx="17650" cy="17875"/>
            </a:xfrm>
            <a:custGeom>
              <a:avLst/>
              <a:gdLst/>
              <a:ahLst/>
              <a:cxnLst/>
              <a:rect l="l" t="t" r="r" b="b"/>
              <a:pathLst>
                <a:path w="706" h="715" extrusionOk="0">
                  <a:moveTo>
                    <a:pt x="353" y="112"/>
                  </a:moveTo>
                  <a:cubicBezTo>
                    <a:pt x="483" y="112"/>
                    <a:pt x="594" y="223"/>
                    <a:pt x="594" y="353"/>
                  </a:cubicBezTo>
                  <a:cubicBezTo>
                    <a:pt x="594" y="483"/>
                    <a:pt x="483" y="594"/>
                    <a:pt x="353" y="594"/>
                  </a:cubicBezTo>
                  <a:cubicBezTo>
                    <a:pt x="223" y="594"/>
                    <a:pt x="112" y="483"/>
                    <a:pt x="112" y="353"/>
                  </a:cubicBezTo>
                  <a:cubicBezTo>
                    <a:pt x="112" y="223"/>
                    <a:pt x="223" y="112"/>
                    <a:pt x="353" y="112"/>
                  </a:cubicBezTo>
                  <a:close/>
                  <a:moveTo>
                    <a:pt x="353" y="0"/>
                  </a:moveTo>
                  <a:cubicBezTo>
                    <a:pt x="158" y="0"/>
                    <a:pt x="0" y="158"/>
                    <a:pt x="0" y="353"/>
                  </a:cubicBezTo>
                  <a:cubicBezTo>
                    <a:pt x="0" y="557"/>
                    <a:pt x="158" y="715"/>
                    <a:pt x="353" y="715"/>
                  </a:cubicBezTo>
                  <a:cubicBezTo>
                    <a:pt x="548" y="715"/>
                    <a:pt x="705" y="557"/>
                    <a:pt x="705" y="353"/>
                  </a:cubicBezTo>
                  <a:cubicBezTo>
                    <a:pt x="705" y="158"/>
                    <a:pt x="548" y="0"/>
                    <a:pt x="3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2292;p43">
              <a:extLst>
                <a:ext uri="{FF2B5EF4-FFF2-40B4-BE49-F238E27FC236}">
                  <a16:creationId xmlns:a16="http://schemas.microsoft.com/office/drawing/2014/main" id="{CB1BDC96-B2EB-1C77-1933-FE1502155DAA}"/>
                </a:ext>
              </a:extLst>
            </p:cNvPr>
            <p:cNvSpPr/>
            <p:nvPr/>
          </p:nvSpPr>
          <p:spPr>
            <a:xfrm>
              <a:off x="1096450" y="2437825"/>
              <a:ext cx="20650" cy="20675"/>
            </a:xfrm>
            <a:custGeom>
              <a:avLst/>
              <a:gdLst/>
              <a:ahLst/>
              <a:cxnLst/>
              <a:rect l="l" t="t" r="r" b="b"/>
              <a:pathLst>
                <a:path w="826" h="827" extrusionOk="0">
                  <a:moveTo>
                    <a:pt x="408" y="122"/>
                  </a:moveTo>
                  <a:cubicBezTo>
                    <a:pt x="575" y="122"/>
                    <a:pt x="705" y="251"/>
                    <a:pt x="705" y="418"/>
                  </a:cubicBezTo>
                  <a:cubicBezTo>
                    <a:pt x="705" y="576"/>
                    <a:pt x="575" y="715"/>
                    <a:pt x="408" y="715"/>
                  </a:cubicBezTo>
                  <a:cubicBezTo>
                    <a:pt x="251" y="715"/>
                    <a:pt x="111" y="576"/>
                    <a:pt x="111" y="418"/>
                  </a:cubicBezTo>
                  <a:cubicBezTo>
                    <a:pt x="111" y="251"/>
                    <a:pt x="251" y="122"/>
                    <a:pt x="408" y="122"/>
                  </a:cubicBezTo>
                  <a:close/>
                  <a:moveTo>
                    <a:pt x="408" y="1"/>
                  </a:moveTo>
                  <a:cubicBezTo>
                    <a:pt x="186" y="1"/>
                    <a:pt x="0" y="186"/>
                    <a:pt x="0" y="418"/>
                  </a:cubicBezTo>
                  <a:cubicBezTo>
                    <a:pt x="0" y="641"/>
                    <a:pt x="186" y="827"/>
                    <a:pt x="408" y="827"/>
                  </a:cubicBezTo>
                  <a:cubicBezTo>
                    <a:pt x="640" y="827"/>
                    <a:pt x="826" y="641"/>
                    <a:pt x="826" y="418"/>
                  </a:cubicBezTo>
                  <a:cubicBezTo>
                    <a:pt x="826" y="186"/>
                    <a:pt x="640" y="1"/>
                    <a:pt x="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63" name="Google Shape;2121;p43">
            <a:extLst>
              <a:ext uri="{FF2B5EF4-FFF2-40B4-BE49-F238E27FC236}">
                <a16:creationId xmlns:a16="http://schemas.microsoft.com/office/drawing/2014/main" id="{1AACFB1E-B61E-C360-A440-E184742B2D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4768" y="1878373"/>
            <a:ext cx="3027737" cy="2660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/>
              <a:t>Thanks!</a:t>
            </a:r>
            <a:endParaRPr sz="5400" dirty="0"/>
          </a:p>
        </p:txBody>
      </p:sp>
      <p:sp>
        <p:nvSpPr>
          <p:cNvPr id="1664" name="TextBox 1663"/>
          <p:cNvSpPr txBox="1"/>
          <p:nvPr/>
        </p:nvSpPr>
        <p:spPr>
          <a:xfrm>
            <a:off x="7644000" y="4643500"/>
            <a:ext cx="1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89734A-4156-355F-48F7-4AE76C3CEEE3}"/>
              </a:ext>
            </a:extLst>
          </p:cNvPr>
          <p:cNvSpPr txBox="1"/>
          <p:nvPr/>
        </p:nvSpPr>
        <p:spPr>
          <a:xfrm>
            <a:off x="4424768" y="4117045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💻 </a:t>
            </a:r>
            <a:r>
              <a:rPr lang="en-US" dirty="0" err="1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06785E-6FA8-3DE1-DA5F-F8362366EF69}"/>
              </a:ext>
            </a:extLst>
          </p:cNvPr>
          <p:cNvSpPr txBox="1"/>
          <p:nvPr/>
        </p:nvSpPr>
        <p:spPr>
          <a:xfrm>
            <a:off x="7194197" y="4119797"/>
            <a:ext cx="899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📁 </a:t>
            </a:r>
            <a:r>
              <a:rPr lang="en-US" dirty="0">
                <a:solidFill>
                  <a:schemeClr val="tx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Drive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377819"/>
      </p:ext>
    </p:extLst>
  </p:cSld>
  <p:clrMapOvr>
    <a:masterClrMapping/>
  </p:clrMapOvr>
</p:sld>
</file>

<file path=ppt/theme/theme1.xml><?xml version="1.0" encoding="utf-8"?>
<a:theme xmlns:a="http://schemas.openxmlformats.org/drawingml/2006/main" name="Software Engineering Business Plan by Slidesgo">
  <a:themeElements>
    <a:clrScheme name="Simple Light">
      <a:dk1>
        <a:srgbClr val="191919"/>
      </a:dk1>
      <a:lt1>
        <a:srgbClr val="F3F3F3"/>
      </a:lt1>
      <a:dk2>
        <a:srgbClr val="45818E"/>
      </a:dk2>
      <a:lt2>
        <a:srgbClr val="2AAFEB"/>
      </a:lt2>
      <a:accent1>
        <a:srgbClr val="7FD6C3"/>
      </a:accent1>
      <a:accent2>
        <a:srgbClr val="D9D9D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665</Words>
  <Application>Microsoft Office PowerPoint</Application>
  <PresentationFormat>On-screen Show (16:9)</PresentationFormat>
  <Paragraphs>213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Sora</vt:lpstr>
      <vt:lpstr>Times New Roman</vt:lpstr>
      <vt:lpstr>Open Sans</vt:lpstr>
      <vt:lpstr>Arial</vt:lpstr>
      <vt:lpstr>Software Engineering Business Plan by Slidesgo</vt:lpstr>
      <vt:lpstr>Testing Of an E-commerce Website</vt:lpstr>
      <vt:lpstr>Table of contents</vt:lpstr>
      <vt:lpstr>Introduction</vt:lpstr>
      <vt:lpstr>Introduction</vt:lpstr>
      <vt:lpstr>Why Automation Exercise</vt:lpstr>
      <vt:lpstr>Why Automation Exercise</vt:lpstr>
      <vt:lpstr>Project Objectives</vt:lpstr>
      <vt:lpstr>Project Objectives</vt:lpstr>
      <vt:lpstr>Testing Scope</vt:lpstr>
      <vt:lpstr>Testing Scope</vt:lpstr>
      <vt:lpstr>Testing Scope</vt:lpstr>
      <vt:lpstr>Testing Scope</vt:lpstr>
      <vt:lpstr>Tools Used</vt:lpstr>
      <vt:lpstr>Tools Used</vt:lpstr>
      <vt:lpstr>Tools Used</vt:lpstr>
      <vt:lpstr>  Challenges &amp; What We Learned</vt:lpstr>
      <vt:lpstr> Challenges &amp; What We Learned</vt:lpstr>
      <vt:lpstr> Challenges &amp; What We Learned</vt:lpstr>
      <vt:lpstr>Team Work Distribution</vt:lpstr>
      <vt:lpstr>Team Work Distribution</vt:lpstr>
      <vt:lpstr>Team Work Distribution</vt:lpstr>
      <vt:lpstr>Team Work Distribution</vt:lpstr>
      <vt:lpstr>Team Work Distribution</vt:lpstr>
      <vt:lpstr>Conclusion</vt:lpstr>
      <vt:lpstr>Conclusion 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AMORA</dc:creator>
  <cp:lastModifiedBy>Amr Ashraf</cp:lastModifiedBy>
  <cp:revision>6</cp:revision>
  <dcterms:modified xsi:type="dcterms:W3CDTF">2025-12-08T17:41:04Z</dcterms:modified>
</cp:coreProperties>
</file>